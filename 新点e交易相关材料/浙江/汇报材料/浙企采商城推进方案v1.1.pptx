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29"/>
  </p:handoutMasterIdLst>
  <p:sldIdLst>
    <p:sldId id="262" r:id="rId3"/>
    <p:sldId id="263" r:id="rId4"/>
    <p:sldId id="264" r:id="rId5"/>
    <p:sldId id="265" r:id="rId6"/>
    <p:sldId id="272" r:id="rId8"/>
    <p:sldId id="294" r:id="rId9"/>
    <p:sldId id="269" r:id="rId10"/>
    <p:sldId id="268" r:id="rId11"/>
    <p:sldId id="295" r:id="rId12"/>
    <p:sldId id="270" r:id="rId13"/>
    <p:sldId id="285" r:id="rId14"/>
    <p:sldId id="260" r:id="rId15"/>
    <p:sldId id="271" r:id="rId16"/>
    <p:sldId id="273" r:id="rId17"/>
    <p:sldId id="291" r:id="rId18"/>
    <p:sldId id="261" r:id="rId19"/>
    <p:sldId id="274" r:id="rId20"/>
    <p:sldId id="288" r:id="rId21"/>
    <p:sldId id="275" r:id="rId22"/>
    <p:sldId id="276" r:id="rId23"/>
    <p:sldId id="293" r:id="rId24"/>
    <p:sldId id="267" r:id="rId25"/>
    <p:sldId id="287" r:id="rId26"/>
    <p:sldId id="292" r:id="rId27"/>
    <p:sldId id="296"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为什么有这两种模式：原因在后面，实现从不含交易到具体交易</a:t>
            </a:r>
            <a:r>
              <a:rPr lang="zh-CN" altLang="en-US"/>
              <a:t>业务逐步过度。</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kern="0" dirty="0">
                <a:ea typeface="+mn-lt"/>
                <a:cs typeface="+mn-lt"/>
                <a:sym typeface="+mn-ea"/>
              </a:rPr>
              <a:t>商城中商品的定价主要依靠价格监测的价格指数以判断上架商品是否合理。价格监测指的是在采购人下单前，对供应商的商品及价格进行监测，主要分为上架审核和反扫描。上架审核是供应商价格入库前，将供应商的报价同平台指数价做对比，如果价格差距过大则不允许上架。反扫描是平台会定期对库内已经上架的商品进行价格扫描，对与指数价差距过大的报价予以冻结，需要供应商确认后重新审核上架。数据来源主要各合作电商推送的商品价格及技术手段获取到的，并且也会获取各地政府、企业公开的成交价格、重点物料线下实体渠道询价结果。</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根据小鹿上选和浙建云采已有通用目录规划浙企采商城目录，确认个性化功能，实现商城的快速</a:t>
            </a:r>
            <a:r>
              <a:rPr lang="zh-CN" altLang="en-US"/>
              <a:t>部署</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12.xml"/><Relationship Id="rId3" Type="http://schemas.openxmlformats.org/officeDocument/2006/relationships/image" Target="../media/image3.png"/><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7" name="图片 6" descr="项目推近资源 2"/>
          <p:cNvPicPr>
            <a:picLocks noChangeAspect="1"/>
          </p:cNvPicPr>
          <p:nvPr userDrawn="1"/>
        </p:nvPicPr>
        <p:blipFill>
          <a:blip r:embed="rId2"/>
          <a:srcRect r="1290" b="3342"/>
          <a:stretch>
            <a:fillRect/>
          </a:stretch>
        </p:blipFill>
        <p:spPr>
          <a:xfrm>
            <a:off x="6009005" y="4017645"/>
            <a:ext cx="6182995" cy="2840355"/>
          </a:xfrm>
          <a:prstGeom prst="rect">
            <a:avLst/>
          </a:prstGeom>
        </p:spPr>
      </p:pic>
      <p:pic>
        <p:nvPicPr>
          <p:cNvPr id="8" name="图片 7" descr="项目推近资源 1"/>
          <p:cNvPicPr>
            <a:picLocks noChangeAspect="1"/>
          </p:cNvPicPr>
          <p:nvPr userDrawn="1"/>
        </p:nvPicPr>
        <p:blipFill>
          <a:blip r:embed="rId3"/>
          <a:stretch>
            <a:fillRect/>
          </a:stretch>
        </p:blipFill>
        <p:spPr>
          <a:xfrm>
            <a:off x="0" y="0"/>
            <a:ext cx="3721735" cy="3735705"/>
          </a:xfrm>
          <a:prstGeom prst="rect">
            <a:avLst/>
          </a:prstGeom>
        </p:spPr>
      </p:pic>
      <p:sp>
        <p:nvSpPr>
          <p:cNvPr id="9" name="椭圆 8"/>
          <p:cNvSpPr/>
          <p:nvPr/>
        </p:nvSpPr>
        <p:spPr>
          <a:xfrm>
            <a:off x="5493385" y="1842135"/>
            <a:ext cx="1205230" cy="1205230"/>
          </a:xfrm>
          <a:prstGeom prst="ellipse">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思源黑体 CN Medium" panose="020B0600000000000000" charset="-122"/>
              <a:ea typeface="思源黑体 CN Medium" panose="020B0600000000000000"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pic>
        <p:nvPicPr>
          <p:cNvPr id="8" name="图片 7" descr="项目推近资源 3"/>
          <p:cNvPicPr>
            <a:picLocks noChangeAspect="1"/>
          </p:cNvPicPr>
          <p:nvPr userDrawn="1">
            <p:custDataLst>
              <p:tags r:id="rId2"/>
            </p:custDataLst>
          </p:nvPr>
        </p:nvPicPr>
        <p:blipFill>
          <a:blip r:embed="rId3"/>
          <a:stretch>
            <a:fillRect/>
          </a:stretch>
        </p:blipFill>
        <p:spPr>
          <a:xfrm>
            <a:off x="0" y="0"/>
            <a:ext cx="4385310" cy="1048385"/>
          </a:xfrm>
          <a:prstGeom prst="rect">
            <a:avLst/>
          </a:prstGeom>
        </p:spPr>
      </p:pic>
      <p:pic>
        <p:nvPicPr>
          <p:cNvPr id="9" name="图片 8" descr="项目推近资源 1"/>
          <p:cNvPicPr>
            <a:picLocks noChangeAspect="1"/>
          </p:cNvPicPr>
          <p:nvPr userDrawn="1">
            <p:custDataLst>
              <p:tags r:id="rId4"/>
            </p:custDataLst>
          </p:nvPr>
        </p:nvPicPr>
        <p:blipFill>
          <a:blip r:embed="rId5"/>
          <a:stretch>
            <a:fillRect/>
          </a:stretch>
        </p:blipFill>
        <p:spPr>
          <a:xfrm flipH="1" flipV="1">
            <a:off x="10497820" y="5157470"/>
            <a:ext cx="1694180" cy="17005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思源黑体 CN Medium" panose="020B0600000000000000"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思源黑体 CN Medium" panose="020B0600000000000000"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思源黑体 CN Medium" panose="020B0600000000000000"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思源黑体 CN Medium" panose="020B0600000000000000"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思源黑体 CN Medium" panose="020B06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思源黑体 CN Medium" panose="020B06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思源黑体 CN Medium" panose="020B06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CN Medium" panose="020B06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CN Medium" panose="020B06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4.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image" Target="../media/image2.png"/><Relationship Id="rId3" Type="http://schemas.openxmlformats.org/officeDocument/2006/relationships/tags" Target="../tags/tag56.xml"/><Relationship Id="rId22" Type="http://schemas.openxmlformats.org/officeDocument/2006/relationships/slideLayout" Target="../slideLayouts/slideLayout2.xml"/><Relationship Id="rId21" Type="http://schemas.openxmlformats.org/officeDocument/2006/relationships/tags" Target="../tags/tag73.xml"/><Relationship Id="rId20" Type="http://schemas.openxmlformats.org/officeDocument/2006/relationships/tags" Target="../tags/tag72.xml"/><Relationship Id="rId2" Type="http://schemas.openxmlformats.org/officeDocument/2006/relationships/image" Target="../media/image3.png"/><Relationship Id="rId19" Type="http://schemas.openxmlformats.org/officeDocument/2006/relationships/tags" Target="../tags/tag71.xml"/><Relationship Id="rId18" Type="http://schemas.openxmlformats.org/officeDocument/2006/relationships/tags" Target="../tags/tag70.xml"/><Relationship Id="rId17" Type="http://schemas.openxmlformats.org/officeDocument/2006/relationships/tags" Target="../tags/tag69.xml"/><Relationship Id="rId16" Type="http://schemas.openxmlformats.org/officeDocument/2006/relationships/tags" Target="../tags/tag68.xml"/><Relationship Id="rId15" Type="http://schemas.openxmlformats.org/officeDocument/2006/relationships/tags" Target="../tags/tag67.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4.xml"/></Relationships>
</file>

<file path=ppt/slides/_rels/slide4.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image" Target="../media/image4.png"/><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4" Type="http://schemas.openxmlformats.org/officeDocument/2006/relationships/notesSlide" Target="../notesSlides/notesSlide1.xml"/><Relationship Id="rId13" Type="http://schemas.openxmlformats.org/officeDocument/2006/relationships/slideLayout" Target="../slideLayouts/slideLayout4.xml"/><Relationship Id="rId12" Type="http://schemas.openxmlformats.org/officeDocument/2006/relationships/tags" Target="../tags/tag84.xml"/><Relationship Id="rId11" Type="http://schemas.openxmlformats.org/officeDocument/2006/relationships/image" Target="../media/image5.png"/><Relationship Id="rId10" Type="http://schemas.openxmlformats.org/officeDocument/2006/relationships/tags" Target="../tags/tag83.xml"/><Relationship Id="rId1" Type="http://schemas.openxmlformats.org/officeDocument/2006/relationships/tags" Target="../tags/tag7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85.xml"/></Relationships>
</file>

<file path=ppt/slides/_rels/slide6.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4" Type="http://schemas.openxmlformats.org/officeDocument/2006/relationships/slideLayout" Target="../slideLayouts/slideLayout4.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0.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2" Type="http://schemas.openxmlformats.org/officeDocument/2006/relationships/slideLayout" Target="../slideLayouts/slideLayout4.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1.xml"/></Relationships>
</file>

<file path=ppt/slides/_rels/slide11.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5" Type="http://schemas.openxmlformats.org/officeDocument/2006/relationships/slideLayout" Target="../slideLayouts/slideLayout4.xml"/><Relationship Id="rId74" Type="http://schemas.openxmlformats.org/officeDocument/2006/relationships/tags" Target="../tags/tag182.xml"/><Relationship Id="rId73" Type="http://schemas.openxmlformats.org/officeDocument/2006/relationships/tags" Target="../tags/tag181.xml"/><Relationship Id="rId72" Type="http://schemas.openxmlformats.org/officeDocument/2006/relationships/image" Target="../media/image9.png"/><Relationship Id="rId71" Type="http://schemas.openxmlformats.org/officeDocument/2006/relationships/tags" Target="../tags/tag180.xml"/><Relationship Id="rId70" Type="http://schemas.openxmlformats.org/officeDocument/2006/relationships/image" Target="../media/image8.png"/><Relationship Id="rId7" Type="http://schemas.openxmlformats.org/officeDocument/2006/relationships/tags" Target="../tags/tag118.xml"/><Relationship Id="rId69" Type="http://schemas.openxmlformats.org/officeDocument/2006/relationships/tags" Target="../tags/tag179.xml"/><Relationship Id="rId68" Type="http://schemas.openxmlformats.org/officeDocument/2006/relationships/image" Target="../media/image7.png"/><Relationship Id="rId67" Type="http://schemas.openxmlformats.org/officeDocument/2006/relationships/tags" Target="../tags/tag178.xml"/><Relationship Id="rId66" Type="http://schemas.openxmlformats.org/officeDocument/2006/relationships/tags" Target="../tags/tag177.xml"/><Relationship Id="rId65" Type="http://schemas.openxmlformats.org/officeDocument/2006/relationships/tags" Target="../tags/tag176.xml"/><Relationship Id="rId64" Type="http://schemas.openxmlformats.org/officeDocument/2006/relationships/tags" Target="../tags/tag175.xml"/><Relationship Id="rId63" Type="http://schemas.openxmlformats.org/officeDocument/2006/relationships/tags" Target="../tags/tag174.xml"/><Relationship Id="rId62" Type="http://schemas.openxmlformats.org/officeDocument/2006/relationships/tags" Target="../tags/tag173.xml"/><Relationship Id="rId61" Type="http://schemas.openxmlformats.org/officeDocument/2006/relationships/tags" Target="../tags/tag172.xml"/><Relationship Id="rId60" Type="http://schemas.openxmlformats.org/officeDocument/2006/relationships/tags" Target="../tags/tag171.xml"/><Relationship Id="rId6" Type="http://schemas.openxmlformats.org/officeDocument/2006/relationships/tags" Target="../tags/tag117.xml"/><Relationship Id="rId59" Type="http://schemas.openxmlformats.org/officeDocument/2006/relationships/tags" Target="../tags/tag170.xml"/><Relationship Id="rId58" Type="http://schemas.openxmlformats.org/officeDocument/2006/relationships/tags" Target="../tags/tag169.xml"/><Relationship Id="rId57" Type="http://schemas.openxmlformats.org/officeDocument/2006/relationships/tags" Target="../tags/tag168.xml"/><Relationship Id="rId56" Type="http://schemas.openxmlformats.org/officeDocument/2006/relationships/tags" Target="../tags/tag167.xml"/><Relationship Id="rId55" Type="http://schemas.openxmlformats.org/officeDocument/2006/relationships/tags" Target="../tags/tag166.xml"/><Relationship Id="rId54" Type="http://schemas.openxmlformats.org/officeDocument/2006/relationships/tags" Target="../tags/tag165.xml"/><Relationship Id="rId53" Type="http://schemas.openxmlformats.org/officeDocument/2006/relationships/tags" Target="../tags/tag164.xml"/><Relationship Id="rId52" Type="http://schemas.openxmlformats.org/officeDocument/2006/relationships/tags" Target="../tags/tag163.xml"/><Relationship Id="rId51" Type="http://schemas.openxmlformats.org/officeDocument/2006/relationships/tags" Target="../tags/tag162.xml"/><Relationship Id="rId50" Type="http://schemas.openxmlformats.org/officeDocument/2006/relationships/tags" Target="../tags/tag161.xml"/><Relationship Id="rId5" Type="http://schemas.openxmlformats.org/officeDocument/2006/relationships/tags" Target="../tags/tag116.xml"/><Relationship Id="rId49" Type="http://schemas.openxmlformats.org/officeDocument/2006/relationships/tags" Target="../tags/tag160.xml"/><Relationship Id="rId48" Type="http://schemas.openxmlformats.org/officeDocument/2006/relationships/tags" Target="../tags/tag159.xml"/><Relationship Id="rId47" Type="http://schemas.openxmlformats.org/officeDocument/2006/relationships/tags" Target="../tags/tag158.xml"/><Relationship Id="rId46" Type="http://schemas.openxmlformats.org/officeDocument/2006/relationships/tags" Target="../tags/tag157.xml"/><Relationship Id="rId45" Type="http://schemas.openxmlformats.org/officeDocument/2006/relationships/tags" Target="../tags/tag156.xml"/><Relationship Id="rId44" Type="http://schemas.openxmlformats.org/officeDocument/2006/relationships/tags" Target="../tags/tag155.xml"/><Relationship Id="rId43" Type="http://schemas.openxmlformats.org/officeDocument/2006/relationships/tags" Target="../tags/tag154.xml"/><Relationship Id="rId42" Type="http://schemas.openxmlformats.org/officeDocument/2006/relationships/tags" Target="../tags/tag153.xml"/><Relationship Id="rId41" Type="http://schemas.openxmlformats.org/officeDocument/2006/relationships/tags" Target="../tags/tag152.xml"/><Relationship Id="rId40" Type="http://schemas.openxmlformats.org/officeDocument/2006/relationships/tags" Target="../tags/tag151.xml"/><Relationship Id="rId4" Type="http://schemas.openxmlformats.org/officeDocument/2006/relationships/tags" Target="../tags/tag115.xml"/><Relationship Id="rId39" Type="http://schemas.openxmlformats.org/officeDocument/2006/relationships/tags" Target="../tags/tag150.xml"/><Relationship Id="rId38" Type="http://schemas.openxmlformats.org/officeDocument/2006/relationships/tags" Target="../tags/tag149.xml"/><Relationship Id="rId37" Type="http://schemas.openxmlformats.org/officeDocument/2006/relationships/tags" Target="../tags/tag148.xml"/><Relationship Id="rId36" Type="http://schemas.openxmlformats.org/officeDocument/2006/relationships/tags" Target="../tags/tag147.xml"/><Relationship Id="rId35" Type="http://schemas.openxmlformats.org/officeDocument/2006/relationships/tags" Target="../tags/tag146.xml"/><Relationship Id="rId34" Type="http://schemas.openxmlformats.org/officeDocument/2006/relationships/tags" Target="../tags/tag145.xml"/><Relationship Id="rId33" Type="http://schemas.openxmlformats.org/officeDocument/2006/relationships/tags" Target="../tags/tag144.xml"/><Relationship Id="rId32" Type="http://schemas.openxmlformats.org/officeDocument/2006/relationships/tags" Target="../tags/tag143.xml"/><Relationship Id="rId31" Type="http://schemas.openxmlformats.org/officeDocument/2006/relationships/tags" Target="../tags/tag142.xml"/><Relationship Id="rId30" Type="http://schemas.openxmlformats.org/officeDocument/2006/relationships/tags" Target="../tags/tag141.xml"/><Relationship Id="rId3" Type="http://schemas.openxmlformats.org/officeDocument/2006/relationships/tags" Target="../tags/tag114.xml"/><Relationship Id="rId29" Type="http://schemas.openxmlformats.org/officeDocument/2006/relationships/tags" Target="../tags/tag140.xml"/><Relationship Id="rId28" Type="http://schemas.openxmlformats.org/officeDocument/2006/relationships/tags" Target="../tags/tag139.xml"/><Relationship Id="rId27" Type="http://schemas.openxmlformats.org/officeDocument/2006/relationships/tags" Target="../tags/tag138.xml"/><Relationship Id="rId26" Type="http://schemas.openxmlformats.org/officeDocument/2006/relationships/tags" Target="../tags/tag137.xml"/><Relationship Id="rId25" Type="http://schemas.openxmlformats.org/officeDocument/2006/relationships/tags" Target="../tags/tag136.xml"/><Relationship Id="rId24" Type="http://schemas.openxmlformats.org/officeDocument/2006/relationships/tags" Target="../tags/tag135.xml"/><Relationship Id="rId23" Type="http://schemas.openxmlformats.org/officeDocument/2006/relationships/tags" Target="../tags/tag134.xml"/><Relationship Id="rId22" Type="http://schemas.openxmlformats.org/officeDocument/2006/relationships/tags" Target="../tags/tag133.xml"/><Relationship Id="rId21" Type="http://schemas.openxmlformats.org/officeDocument/2006/relationships/tags" Target="../tags/tag132.xml"/><Relationship Id="rId20" Type="http://schemas.openxmlformats.org/officeDocument/2006/relationships/tags" Target="../tags/tag131.xml"/><Relationship Id="rId2" Type="http://schemas.openxmlformats.org/officeDocument/2006/relationships/tags" Target="../tags/tag113.xml"/><Relationship Id="rId19" Type="http://schemas.openxmlformats.org/officeDocument/2006/relationships/tags" Target="../tags/tag130.xml"/><Relationship Id="rId18" Type="http://schemas.openxmlformats.org/officeDocument/2006/relationships/tags" Target="../tags/tag129.xml"/><Relationship Id="rId17" Type="http://schemas.openxmlformats.org/officeDocument/2006/relationships/tags" Target="../tags/tag128.xml"/><Relationship Id="rId16" Type="http://schemas.openxmlformats.org/officeDocument/2006/relationships/tags" Target="../tags/tag127.xml"/><Relationship Id="rId15" Type="http://schemas.openxmlformats.org/officeDocument/2006/relationships/tags" Target="../tags/tag126.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tags" Target="../tags/tag122.xml"/><Relationship Id="rId10" Type="http://schemas.openxmlformats.org/officeDocument/2006/relationships/tags" Target="../tags/tag121.xml"/><Relationship Id="rId1" Type="http://schemas.openxmlformats.org/officeDocument/2006/relationships/tags" Target="../tags/tag112.xml"/></Relationships>
</file>

<file path=ppt/slides/_rels/slide12.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3" Type="http://schemas.openxmlformats.org/officeDocument/2006/relationships/notesSlide" Target="../notesSlides/notesSlide2.xml"/><Relationship Id="rId12" Type="http://schemas.openxmlformats.org/officeDocument/2006/relationships/slideLayout" Target="../slideLayouts/slideLayout4.xml"/><Relationship Id="rId11" Type="http://schemas.openxmlformats.org/officeDocument/2006/relationships/tags" Target="../tags/tag193.xml"/><Relationship Id="rId10" Type="http://schemas.openxmlformats.org/officeDocument/2006/relationships/tags" Target="../tags/tag192.xml"/><Relationship Id="rId1" Type="http://schemas.openxmlformats.org/officeDocument/2006/relationships/tags" Target="../tags/tag183.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94.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image" Target="../media/image15.png"/><Relationship Id="rId3" Type="http://schemas.openxmlformats.org/officeDocument/2006/relationships/tags" Target="../tags/tag196.xml"/><Relationship Id="rId2" Type="http://schemas.openxmlformats.org/officeDocument/2006/relationships/image" Target="../media/image14.png"/><Relationship Id="rId1" Type="http://schemas.openxmlformats.org/officeDocument/2006/relationships/tags" Target="../tags/tag195.xml"/></Relationships>
</file>

<file path=ppt/slides/_rels/slide15.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1" Type="http://schemas.openxmlformats.org/officeDocument/2006/relationships/slideLayout" Target="../slideLayouts/slideLayout4.xml"/><Relationship Id="rId40" Type="http://schemas.openxmlformats.org/officeDocument/2006/relationships/tags" Target="../tags/tag237.xml"/><Relationship Id="rId4" Type="http://schemas.openxmlformats.org/officeDocument/2006/relationships/tags" Target="../tags/tag203.xml"/><Relationship Id="rId39" Type="http://schemas.openxmlformats.org/officeDocument/2006/relationships/tags" Target="../tags/tag236.xml"/><Relationship Id="rId38" Type="http://schemas.openxmlformats.org/officeDocument/2006/relationships/image" Target="../media/image17.svg"/><Relationship Id="rId37" Type="http://schemas.openxmlformats.org/officeDocument/2006/relationships/image" Target="../media/image16.png"/><Relationship Id="rId36" Type="http://schemas.openxmlformats.org/officeDocument/2006/relationships/tags" Target="../tags/tag235.xml"/><Relationship Id="rId35" Type="http://schemas.openxmlformats.org/officeDocument/2006/relationships/tags" Target="../tags/tag234.xml"/><Relationship Id="rId34" Type="http://schemas.openxmlformats.org/officeDocument/2006/relationships/tags" Target="../tags/tag233.xml"/><Relationship Id="rId33" Type="http://schemas.openxmlformats.org/officeDocument/2006/relationships/tags" Target="../tags/tag232.xml"/><Relationship Id="rId32" Type="http://schemas.openxmlformats.org/officeDocument/2006/relationships/tags" Target="../tags/tag231.xml"/><Relationship Id="rId31" Type="http://schemas.openxmlformats.org/officeDocument/2006/relationships/tags" Target="../tags/tag230.xml"/><Relationship Id="rId30" Type="http://schemas.openxmlformats.org/officeDocument/2006/relationships/tags" Target="../tags/tag229.xml"/><Relationship Id="rId3" Type="http://schemas.openxmlformats.org/officeDocument/2006/relationships/tags" Target="../tags/tag202.xml"/><Relationship Id="rId29" Type="http://schemas.openxmlformats.org/officeDocument/2006/relationships/tags" Target="../tags/tag228.xml"/><Relationship Id="rId28" Type="http://schemas.openxmlformats.org/officeDocument/2006/relationships/tags" Target="../tags/tag227.xml"/><Relationship Id="rId27" Type="http://schemas.openxmlformats.org/officeDocument/2006/relationships/tags" Target="../tags/tag226.xml"/><Relationship Id="rId26" Type="http://schemas.openxmlformats.org/officeDocument/2006/relationships/tags" Target="../tags/tag225.xml"/><Relationship Id="rId25" Type="http://schemas.openxmlformats.org/officeDocument/2006/relationships/tags" Target="../tags/tag224.xml"/><Relationship Id="rId24" Type="http://schemas.openxmlformats.org/officeDocument/2006/relationships/tags" Target="../tags/tag223.xml"/><Relationship Id="rId23" Type="http://schemas.openxmlformats.org/officeDocument/2006/relationships/tags" Target="../tags/tag222.xml"/><Relationship Id="rId22" Type="http://schemas.openxmlformats.org/officeDocument/2006/relationships/tags" Target="../tags/tag221.xml"/><Relationship Id="rId21" Type="http://schemas.openxmlformats.org/officeDocument/2006/relationships/tags" Target="../tags/tag220.xml"/><Relationship Id="rId20" Type="http://schemas.openxmlformats.org/officeDocument/2006/relationships/tags" Target="../tags/tag219.xml"/><Relationship Id="rId2" Type="http://schemas.openxmlformats.org/officeDocument/2006/relationships/tags" Target="../tags/tag201.xml"/><Relationship Id="rId19" Type="http://schemas.openxmlformats.org/officeDocument/2006/relationships/tags" Target="../tags/tag218.xml"/><Relationship Id="rId18" Type="http://schemas.openxmlformats.org/officeDocument/2006/relationships/tags" Target="../tags/tag217.xml"/><Relationship Id="rId17" Type="http://schemas.openxmlformats.org/officeDocument/2006/relationships/tags" Target="../tags/tag216.xml"/><Relationship Id="rId16" Type="http://schemas.openxmlformats.org/officeDocument/2006/relationships/tags" Target="../tags/tag215.xml"/><Relationship Id="rId15" Type="http://schemas.openxmlformats.org/officeDocument/2006/relationships/tags" Target="../tags/tag214.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tags" Target="../tags/tag200.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244.xml"/><Relationship Id="rId6" Type="http://schemas.openxmlformats.org/officeDocument/2006/relationships/tags" Target="../tags/tag243.xml"/><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17.xml.rels><?xml version="1.0" encoding="UTF-8" standalone="yes"?>
<Relationships xmlns="http://schemas.openxmlformats.org/package/2006/relationships"><Relationship Id="rId9" Type="http://schemas.openxmlformats.org/officeDocument/2006/relationships/tags" Target="../tags/tag252.xml"/><Relationship Id="rId8" Type="http://schemas.openxmlformats.org/officeDocument/2006/relationships/tags" Target="../tags/tag251.xml"/><Relationship Id="rId7" Type="http://schemas.openxmlformats.org/officeDocument/2006/relationships/tags" Target="../tags/tag250.xml"/><Relationship Id="rId6" Type="http://schemas.openxmlformats.org/officeDocument/2006/relationships/tags" Target="../tags/tag249.xml"/><Relationship Id="rId5" Type="http://schemas.openxmlformats.org/officeDocument/2006/relationships/tags" Target="../tags/tag248.xml"/><Relationship Id="rId4" Type="http://schemas.openxmlformats.org/officeDocument/2006/relationships/tags" Target="../tags/tag247.xml"/><Relationship Id="rId3" Type="http://schemas.openxmlformats.org/officeDocument/2006/relationships/tags" Target="../tags/tag246.xml"/><Relationship Id="rId25" Type="http://schemas.openxmlformats.org/officeDocument/2006/relationships/slideLayout" Target="../slideLayouts/slideLayout4.xml"/><Relationship Id="rId24" Type="http://schemas.openxmlformats.org/officeDocument/2006/relationships/tags" Target="../tags/tag267.xml"/><Relationship Id="rId23" Type="http://schemas.openxmlformats.org/officeDocument/2006/relationships/tags" Target="../tags/tag266.xml"/><Relationship Id="rId22" Type="http://schemas.openxmlformats.org/officeDocument/2006/relationships/tags" Target="../tags/tag265.xml"/><Relationship Id="rId21" Type="http://schemas.openxmlformats.org/officeDocument/2006/relationships/tags" Target="../tags/tag264.xml"/><Relationship Id="rId20" Type="http://schemas.openxmlformats.org/officeDocument/2006/relationships/tags" Target="../tags/tag263.xml"/><Relationship Id="rId2" Type="http://schemas.openxmlformats.org/officeDocument/2006/relationships/tags" Target="../tags/tag245.xml"/><Relationship Id="rId19" Type="http://schemas.openxmlformats.org/officeDocument/2006/relationships/tags" Target="../tags/tag262.xml"/><Relationship Id="rId18" Type="http://schemas.openxmlformats.org/officeDocument/2006/relationships/tags" Target="../tags/tag261.xml"/><Relationship Id="rId17" Type="http://schemas.openxmlformats.org/officeDocument/2006/relationships/tags" Target="../tags/tag260.xml"/><Relationship Id="rId16" Type="http://schemas.openxmlformats.org/officeDocument/2006/relationships/tags" Target="../tags/tag259.xml"/><Relationship Id="rId15" Type="http://schemas.openxmlformats.org/officeDocument/2006/relationships/tags" Target="../tags/tag258.xml"/><Relationship Id="rId14" Type="http://schemas.openxmlformats.org/officeDocument/2006/relationships/tags" Target="../tags/tag257.xml"/><Relationship Id="rId13" Type="http://schemas.openxmlformats.org/officeDocument/2006/relationships/tags" Target="../tags/tag256.xml"/><Relationship Id="rId12" Type="http://schemas.openxmlformats.org/officeDocument/2006/relationships/tags" Target="../tags/tag255.xml"/><Relationship Id="rId11" Type="http://schemas.openxmlformats.org/officeDocument/2006/relationships/tags" Target="../tags/tag254.xml"/><Relationship Id="rId10" Type="http://schemas.openxmlformats.org/officeDocument/2006/relationships/tags" Target="../tags/tag253.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99" Type="http://schemas.openxmlformats.org/officeDocument/2006/relationships/tags" Target="../tags/tag366.xml"/><Relationship Id="rId98" Type="http://schemas.openxmlformats.org/officeDocument/2006/relationships/tags" Target="../tags/tag365.xml"/><Relationship Id="rId97" Type="http://schemas.openxmlformats.org/officeDocument/2006/relationships/tags" Target="../tags/tag364.xml"/><Relationship Id="rId96" Type="http://schemas.openxmlformats.org/officeDocument/2006/relationships/tags" Target="../tags/tag363.xml"/><Relationship Id="rId95" Type="http://schemas.openxmlformats.org/officeDocument/2006/relationships/tags" Target="../tags/tag362.xml"/><Relationship Id="rId94" Type="http://schemas.openxmlformats.org/officeDocument/2006/relationships/tags" Target="../tags/tag361.xml"/><Relationship Id="rId93" Type="http://schemas.openxmlformats.org/officeDocument/2006/relationships/tags" Target="../tags/tag360.xml"/><Relationship Id="rId92" Type="http://schemas.openxmlformats.org/officeDocument/2006/relationships/tags" Target="../tags/tag359.xml"/><Relationship Id="rId91" Type="http://schemas.openxmlformats.org/officeDocument/2006/relationships/tags" Target="../tags/tag358.xml"/><Relationship Id="rId90" Type="http://schemas.openxmlformats.org/officeDocument/2006/relationships/tags" Target="../tags/tag357.xml"/><Relationship Id="rId9" Type="http://schemas.openxmlformats.org/officeDocument/2006/relationships/tags" Target="../tags/tag276.xml"/><Relationship Id="rId89" Type="http://schemas.openxmlformats.org/officeDocument/2006/relationships/tags" Target="../tags/tag356.xml"/><Relationship Id="rId88" Type="http://schemas.openxmlformats.org/officeDocument/2006/relationships/tags" Target="../tags/tag355.xml"/><Relationship Id="rId87" Type="http://schemas.openxmlformats.org/officeDocument/2006/relationships/tags" Target="../tags/tag354.xml"/><Relationship Id="rId86" Type="http://schemas.openxmlformats.org/officeDocument/2006/relationships/tags" Target="../tags/tag353.xml"/><Relationship Id="rId85" Type="http://schemas.openxmlformats.org/officeDocument/2006/relationships/tags" Target="../tags/tag352.xml"/><Relationship Id="rId84" Type="http://schemas.openxmlformats.org/officeDocument/2006/relationships/tags" Target="../tags/tag351.xml"/><Relationship Id="rId83" Type="http://schemas.openxmlformats.org/officeDocument/2006/relationships/tags" Target="../tags/tag350.xml"/><Relationship Id="rId82" Type="http://schemas.openxmlformats.org/officeDocument/2006/relationships/tags" Target="../tags/tag349.xml"/><Relationship Id="rId81" Type="http://schemas.openxmlformats.org/officeDocument/2006/relationships/tags" Target="../tags/tag348.xml"/><Relationship Id="rId80" Type="http://schemas.openxmlformats.org/officeDocument/2006/relationships/tags" Target="../tags/tag347.xml"/><Relationship Id="rId8" Type="http://schemas.openxmlformats.org/officeDocument/2006/relationships/tags" Target="../tags/tag275.xml"/><Relationship Id="rId79" Type="http://schemas.openxmlformats.org/officeDocument/2006/relationships/tags" Target="../tags/tag346.xml"/><Relationship Id="rId78" Type="http://schemas.openxmlformats.org/officeDocument/2006/relationships/tags" Target="../tags/tag345.xml"/><Relationship Id="rId77" Type="http://schemas.openxmlformats.org/officeDocument/2006/relationships/tags" Target="../tags/tag344.xml"/><Relationship Id="rId76" Type="http://schemas.openxmlformats.org/officeDocument/2006/relationships/tags" Target="../tags/tag343.xml"/><Relationship Id="rId75" Type="http://schemas.openxmlformats.org/officeDocument/2006/relationships/tags" Target="../tags/tag342.xml"/><Relationship Id="rId74" Type="http://schemas.openxmlformats.org/officeDocument/2006/relationships/tags" Target="../tags/tag341.xml"/><Relationship Id="rId73" Type="http://schemas.openxmlformats.org/officeDocument/2006/relationships/tags" Target="../tags/tag340.xml"/><Relationship Id="rId72" Type="http://schemas.openxmlformats.org/officeDocument/2006/relationships/tags" Target="../tags/tag339.xml"/><Relationship Id="rId71" Type="http://schemas.openxmlformats.org/officeDocument/2006/relationships/tags" Target="../tags/tag338.xml"/><Relationship Id="rId70" Type="http://schemas.openxmlformats.org/officeDocument/2006/relationships/tags" Target="../tags/tag337.xml"/><Relationship Id="rId7" Type="http://schemas.openxmlformats.org/officeDocument/2006/relationships/tags" Target="../tags/tag274.xml"/><Relationship Id="rId69" Type="http://schemas.openxmlformats.org/officeDocument/2006/relationships/tags" Target="../tags/tag336.xml"/><Relationship Id="rId68" Type="http://schemas.openxmlformats.org/officeDocument/2006/relationships/tags" Target="../tags/tag335.xml"/><Relationship Id="rId67" Type="http://schemas.openxmlformats.org/officeDocument/2006/relationships/tags" Target="../tags/tag334.xml"/><Relationship Id="rId66" Type="http://schemas.openxmlformats.org/officeDocument/2006/relationships/tags" Target="../tags/tag333.xml"/><Relationship Id="rId65" Type="http://schemas.openxmlformats.org/officeDocument/2006/relationships/tags" Target="../tags/tag332.xml"/><Relationship Id="rId64" Type="http://schemas.openxmlformats.org/officeDocument/2006/relationships/tags" Target="../tags/tag331.xml"/><Relationship Id="rId63" Type="http://schemas.openxmlformats.org/officeDocument/2006/relationships/tags" Target="../tags/tag330.xml"/><Relationship Id="rId62" Type="http://schemas.openxmlformats.org/officeDocument/2006/relationships/tags" Target="../tags/tag329.xml"/><Relationship Id="rId61" Type="http://schemas.openxmlformats.org/officeDocument/2006/relationships/tags" Target="../tags/tag328.xml"/><Relationship Id="rId60" Type="http://schemas.openxmlformats.org/officeDocument/2006/relationships/tags" Target="../tags/tag327.xml"/><Relationship Id="rId6" Type="http://schemas.openxmlformats.org/officeDocument/2006/relationships/tags" Target="../tags/tag273.xml"/><Relationship Id="rId59" Type="http://schemas.openxmlformats.org/officeDocument/2006/relationships/tags" Target="../tags/tag326.xml"/><Relationship Id="rId58" Type="http://schemas.openxmlformats.org/officeDocument/2006/relationships/tags" Target="../tags/tag325.xml"/><Relationship Id="rId57" Type="http://schemas.openxmlformats.org/officeDocument/2006/relationships/tags" Target="../tags/tag324.xml"/><Relationship Id="rId56" Type="http://schemas.openxmlformats.org/officeDocument/2006/relationships/tags" Target="../tags/tag323.xml"/><Relationship Id="rId55" Type="http://schemas.openxmlformats.org/officeDocument/2006/relationships/tags" Target="../tags/tag322.xml"/><Relationship Id="rId54" Type="http://schemas.openxmlformats.org/officeDocument/2006/relationships/tags" Target="../tags/tag321.xml"/><Relationship Id="rId53" Type="http://schemas.openxmlformats.org/officeDocument/2006/relationships/tags" Target="../tags/tag320.xml"/><Relationship Id="rId52" Type="http://schemas.openxmlformats.org/officeDocument/2006/relationships/tags" Target="../tags/tag319.xml"/><Relationship Id="rId51" Type="http://schemas.openxmlformats.org/officeDocument/2006/relationships/tags" Target="../tags/tag318.xml"/><Relationship Id="rId50" Type="http://schemas.openxmlformats.org/officeDocument/2006/relationships/tags" Target="../tags/tag317.xml"/><Relationship Id="rId5" Type="http://schemas.openxmlformats.org/officeDocument/2006/relationships/tags" Target="../tags/tag272.xml"/><Relationship Id="rId49" Type="http://schemas.openxmlformats.org/officeDocument/2006/relationships/tags" Target="../tags/tag316.xml"/><Relationship Id="rId48" Type="http://schemas.openxmlformats.org/officeDocument/2006/relationships/tags" Target="../tags/tag315.xml"/><Relationship Id="rId47" Type="http://schemas.openxmlformats.org/officeDocument/2006/relationships/tags" Target="../tags/tag314.xml"/><Relationship Id="rId46" Type="http://schemas.openxmlformats.org/officeDocument/2006/relationships/tags" Target="../tags/tag313.xml"/><Relationship Id="rId45" Type="http://schemas.openxmlformats.org/officeDocument/2006/relationships/tags" Target="../tags/tag312.xml"/><Relationship Id="rId44" Type="http://schemas.openxmlformats.org/officeDocument/2006/relationships/tags" Target="../tags/tag311.xml"/><Relationship Id="rId43" Type="http://schemas.openxmlformats.org/officeDocument/2006/relationships/tags" Target="../tags/tag310.xml"/><Relationship Id="rId42" Type="http://schemas.openxmlformats.org/officeDocument/2006/relationships/tags" Target="../tags/tag309.xml"/><Relationship Id="rId41" Type="http://schemas.openxmlformats.org/officeDocument/2006/relationships/tags" Target="../tags/tag308.xml"/><Relationship Id="rId40" Type="http://schemas.openxmlformats.org/officeDocument/2006/relationships/tags" Target="../tags/tag307.xml"/><Relationship Id="rId4" Type="http://schemas.openxmlformats.org/officeDocument/2006/relationships/tags" Target="../tags/tag271.xml"/><Relationship Id="rId39" Type="http://schemas.openxmlformats.org/officeDocument/2006/relationships/tags" Target="../tags/tag306.xml"/><Relationship Id="rId38" Type="http://schemas.openxmlformats.org/officeDocument/2006/relationships/tags" Target="../tags/tag305.xml"/><Relationship Id="rId37" Type="http://schemas.openxmlformats.org/officeDocument/2006/relationships/tags" Target="../tags/tag304.xml"/><Relationship Id="rId36" Type="http://schemas.openxmlformats.org/officeDocument/2006/relationships/tags" Target="../tags/tag303.xml"/><Relationship Id="rId35" Type="http://schemas.openxmlformats.org/officeDocument/2006/relationships/tags" Target="../tags/tag302.xml"/><Relationship Id="rId34" Type="http://schemas.openxmlformats.org/officeDocument/2006/relationships/tags" Target="../tags/tag301.xml"/><Relationship Id="rId33" Type="http://schemas.openxmlformats.org/officeDocument/2006/relationships/tags" Target="../tags/tag300.xml"/><Relationship Id="rId32" Type="http://schemas.openxmlformats.org/officeDocument/2006/relationships/tags" Target="../tags/tag299.xml"/><Relationship Id="rId31" Type="http://schemas.openxmlformats.org/officeDocument/2006/relationships/tags" Target="../tags/tag298.xml"/><Relationship Id="rId30" Type="http://schemas.openxmlformats.org/officeDocument/2006/relationships/tags" Target="../tags/tag297.xml"/><Relationship Id="rId3" Type="http://schemas.openxmlformats.org/officeDocument/2006/relationships/tags" Target="../tags/tag270.xml"/><Relationship Id="rId29" Type="http://schemas.openxmlformats.org/officeDocument/2006/relationships/tags" Target="../tags/tag296.xml"/><Relationship Id="rId28" Type="http://schemas.openxmlformats.org/officeDocument/2006/relationships/tags" Target="../tags/tag295.xml"/><Relationship Id="rId27" Type="http://schemas.openxmlformats.org/officeDocument/2006/relationships/tags" Target="../tags/tag294.xml"/><Relationship Id="rId26" Type="http://schemas.openxmlformats.org/officeDocument/2006/relationships/tags" Target="../tags/tag293.xml"/><Relationship Id="rId25" Type="http://schemas.openxmlformats.org/officeDocument/2006/relationships/tags" Target="../tags/tag292.xml"/><Relationship Id="rId24" Type="http://schemas.openxmlformats.org/officeDocument/2006/relationships/tags" Target="../tags/tag291.xml"/><Relationship Id="rId23" Type="http://schemas.openxmlformats.org/officeDocument/2006/relationships/tags" Target="../tags/tag290.xml"/><Relationship Id="rId22" Type="http://schemas.openxmlformats.org/officeDocument/2006/relationships/tags" Target="../tags/tag289.xml"/><Relationship Id="rId21" Type="http://schemas.openxmlformats.org/officeDocument/2006/relationships/tags" Target="../tags/tag288.xml"/><Relationship Id="rId20" Type="http://schemas.openxmlformats.org/officeDocument/2006/relationships/tags" Target="../tags/tag287.xml"/><Relationship Id="rId2" Type="http://schemas.openxmlformats.org/officeDocument/2006/relationships/tags" Target="../tags/tag269.xml"/><Relationship Id="rId19" Type="http://schemas.openxmlformats.org/officeDocument/2006/relationships/tags" Target="../tags/tag286.xml"/><Relationship Id="rId18" Type="http://schemas.openxmlformats.org/officeDocument/2006/relationships/tags" Target="../tags/tag285.xml"/><Relationship Id="rId176" Type="http://schemas.openxmlformats.org/officeDocument/2006/relationships/slideLayout" Target="../slideLayouts/slideLayout4.xml"/><Relationship Id="rId175" Type="http://schemas.openxmlformats.org/officeDocument/2006/relationships/tags" Target="../tags/tag442.xml"/><Relationship Id="rId174" Type="http://schemas.openxmlformats.org/officeDocument/2006/relationships/tags" Target="../tags/tag441.xml"/><Relationship Id="rId173" Type="http://schemas.openxmlformats.org/officeDocument/2006/relationships/tags" Target="../tags/tag440.xml"/><Relationship Id="rId172" Type="http://schemas.openxmlformats.org/officeDocument/2006/relationships/tags" Target="../tags/tag439.xml"/><Relationship Id="rId171" Type="http://schemas.openxmlformats.org/officeDocument/2006/relationships/tags" Target="../tags/tag438.xml"/><Relationship Id="rId170" Type="http://schemas.openxmlformats.org/officeDocument/2006/relationships/tags" Target="../tags/tag437.xml"/><Relationship Id="rId17" Type="http://schemas.openxmlformats.org/officeDocument/2006/relationships/tags" Target="../tags/tag284.xml"/><Relationship Id="rId169" Type="http://schemas.openxmlformats.org/officeDocument/2006/relationships/tags" Target="../tags/tag436.xml"/><Relationship Id="rId168" Type="http://schemas.openxmlformats.org/officeDocument/2006/relationships/tags" Target="../tags/tag435.xml"/><Relationship Id="rId167" Type="http://schemas.openxmlformats.org/officeDocument/2006/relationships/tags" Target="../tags/tag434.xml"/><Relationship Id="rId166" Type="http://schemas.openxmlformats.org/officeDocument/2006/relationships/tags" Target="../tags/tag433.xml"/><Relationship Id="rId165" Type="http://schemas.openxmlformats.org/officeDocument/2006/relationships/tags" Target="../tags/tag432.xml"/><Relationship Id="rId164" Type="http://schemas.openxmlformats.org/officeDocument/2006/relationships/tags" Target="../tags/tag431.xml"/><Relationship Id="rId163" Type="http://schemas.openxmlformats.org/officeDocument/2006/relationships/tags" Target="../tags/tag430.xml"/><Relationship Id="rId162" Type="http://schemas.openxmlformats.org/officeDocument/2006/relationships/tags" Target="../tags/tag429.xml"/><Relationship Id="rId161" Type="http://schemas.openxmlformats.org/officeDocument/2006/relationships/tags" Target="../tags/tag428.xml"/><Relationship Id="rId160" Type="http://schemas.openxmlformats.org/officeDocument/2006/relationships/tags" Target="../tags/tag427.xml"/><Relationship Id="rId16" Type="http://schemas.openxmlformats.org/officeDocument/2006/relationships/tags" Target="../tags/tag283.xml"/><Relationship Id="rId159" Type="http://schemas.openxmlformats.org/officeDocument/2006/relationships/tags" Target="../tags/tag426.xml"/><Relationship Id="rId158" Type="http://schemas.openxmlformats.org/officeDocument/2006/relationships/tags" Target="../tags/tag425.xml"/><Relationship Id="rId157" Type="http://schemas.openxmlformats.org/officeDocument/2006/relationships/tags" Target="../tags/tag424.xml"/><Relationship Id="rId156" Type="http://schemas.openxmlformats.org/officeDocument/2006/relationships/tags" Target="../tags/tag423.xml"/><Relationship Id="rId155" Type="http://schemas.openxmlformats.org/officeDocument/2006/relationships/tags" Target="../tags/tag422.xml"/><Relationship Id="rId154" Type="http://schemas.openxmlformats.org/officeDocument/2006/relationships/tags" Target="../tags/tag421.xml"/><Relationship Id="rId153" Type="http://schemas.openxmlformats.org/officeDocument/2006/relationships/tags" Target="../tags/tag420.xml"/><Relationship Id="rId152" Type="http://schemas.openxmlformats.org/officeDocument/2006/relationships/tags" Target="../tags/tag419.xml"/><Relationship Id="rId151" Type="http://schemas.openxmlformats.org/officeDocument/2006/relationships/tags" Target="../tags/tag418.xml"/><Relationship Id="rId150" Type="http://schemas.openxmlformats.org/officeDocument/2006/relationships/tags" Target="../tags/tag417.xml"/><Relationship Id="rId15" Type="http://schemas.openxmlformats.org/officeDocument/2006/relationships/tags" Target="../tags/tag282.xml"/><Relationship Id="rId149" Type="http://schemas.openxmlformats.org/officeDocument/2006/relationships/tags" Target="../tags/tag416.xml"/><Relationship Id="rId148" Type="http://schemas.openxmlformats.org/officeDocument/2006/relationships/tags" Target="../tags/tag415.xml"/><Relationship Id="rId147" Type="http://schemas.openxmlformats.org/officeDocument/2006/relationships/tags" Target="../tags/tag414.xml"/><Relationship Id="rId146" Type="http://schemas.openxmlformats.org/officeDocument/2006/relationships/tags" Target="../tags/tag413.xml"/><Relationship Id="rId145" Type="http://schemas.openxmlformats.org/officeDocument/2006/relationships/tags" Target="../tags/tag412.xml"/><Relationship Id="rId144" Type="http://schemas.openxmlformats.org/officeDocument/2006/relationships/tags" Target="../tags/tag411.xml"/><Relationship Id="rId143" Type="http://schemas.openxmlformats.org/officeDocument/2006/relationships/tags" Target="../tags/tag410.xml"/><Relationship Id="rId142" Type="http://schemas.openxmlformats.org/officeDocument/2006/relationships/tags" Target="../tags/tag409.xml"/><Relationship Id="rId141" Type="http://schemas.openxmlformats.org/officeDocument/2006/relationships/tags" Target="../tags/tag408.xml"/><Relationship Id="rId140" Type="http://schemas.openxmlformats.org/officeDocument/2006/relationships/tags" Target="../tags/tag407.xml"/><Relationship Id="rId14" Type="http://schemas.openxmlformats.org/officeDocument/2006/relationships/tags" Target="../tags/tag281.xml"/><Relationship Id="rId139" Type="http://schemas.openxmlformats.org/officeDocument/2006/relationships/tags" Target="../tags/tag406.xml"/><Relationship Id="rId138" Type="http://schemas.openxmlformats.org/officeDocument/2006/relationships/tags" Target="../tags/tag405.xml"/><Relationship Id="rId137" Type="http://schemas.openxmlformats.org/officeDocument/2006/relationships/tags" Target="../tags/tag404.xml"/><Relationship Id="rId136" Type="http://schemas.openxmlformats.org/officeDocument/2006/relationships/tags" Target="../tags/tag403.xml"/><Relationship Id="rId135" Type="http://schemas.openxmlformats.org/officeDocument/2006/relationships/tags" Target="../tags/tag402.xml"/><Relationship Id="rId134" Type="http://schemas.openxmlformats.org/officeDocument/2006/relationships/tags" Target="../tags/tag401.xml"/><Relationship Id="rId133" Type="http://schemas.openxmlformats.org/officeDocument/2006/relationships/tags" Target="../tags/tag400.xml"/><Relationship Id="rId132" Type="http://schemas.openxmlformats.org/officeDocument/2006/relationships/tags" Target="../tags/tag399.xml"/><Relationship Id="rId131" Type="http://schemas.openxmlformats.org/officeDocument/2006/relationships/tags" Target="../tags/tag398.xml"/><Relationship Id="rId130" Type="http://schemas.openxmlformats.org/officeDocument/2006/relationships/tags" Target="../tags/tag397.xml"/><Relationship Id="rId13" Type="http://schemas.openxmlformats.org/officeDocument/2006/relationships/tags" Target="../tags/tag280.xml"/><Relationship Id="rId129" Type="http://schemas.openxmlformats.org/officeDocument/2006/relationships/tags" Target="../tags/tag396.xml"/><Relationship Id="rId128" Type="http://schemas.openxmlformats.org/officeDocument/2006/relationships/tags" Target="../tags/tag395.xml"/><Relationship Id="rId127" Type="http://schemas.openxmlformats.org/officeDocument/2006/relationships/tags" Target="../tags/tag394.xml"/><Relationship Id="rId126" Type="http://schemas.openxmlformats.org/officeDocument/2006/relationships/tags" Target="../tags/tag393.xml"/><Relationship Id="rId125" Type="http://schemas.openxmlformats.org/officeDocument/2006/relationships/tags" Target="../tags/tag392.xml"/><Relationship Id="rId124" Type="http://schemas.openxmlformats.org/officeDocument/2006/relationships/tags" Target="../tags/tag391.xml"/><Relationship Id="rId123" Type="http://schemas.openxmlformats.org/officeDocument/2006/relationships/tags" Target="../tags/tag390.xml"/><Relationship Id="rId122" Type="http://schemas.openxmlformats.org/officeDocument/2006/relationships/tags" Target="../tags/tag389.xml"/><Relationship Id="rId121" Type="http://schemas.openxmlformats.org/officeDocument/2006/relationships/tags" Target="../tags/tag388.xml"/><Relationship Id="rId120" Type="http://schemas.openxmlformats.org/officeDocument/2006/relationships/tags" Target="../tags/tag387.xml"/><Relationship Id="rId12" Type="http://schemas.openxmlformats.org/officeDocument/2006/relationships/tags" Target="../tags/tag279.xml"/><Relationship Id="rId119" Type="http://schemas.openxmlformats.org/officeDocument/2006/relationships/tags" Target="../tags/tag386.xml"/><Relationship Id="rId118" Type="http://schemas.openxmlformats.org/officeDocument/2006/relationships/tags" Target="../tags/tag385.xml"/><Relationship Id="rId117" Type="http://schemas.openxmlformats.org/officeDocument/2006/relationships/tags" Target="../tags/tag384.xml"/><Relationship Id="rId116" Type="http://schemas.openxmlformats.org/officeDocument/2006/relationships/tags" Target="../tags/tag383.xml"/><Relationship Id="rId115" Type="http://schemas.openxmlformats.org/officeDocument/2006/relationships/tags" Target="../tags/tag382.xml"/><Relationship Id="rId114" Type="http://schemas.openxmlformats.org/officeDocument/2006/relationships/tags" Target="../tags/tag381.xml"/><Relationship Id="rId113" Type="http://schemas.openxmlformats.org/officeDocument/2006/relationships/tags" Target="../tags/tag380.xml"/><Relationship Id="rId112" Type="http://schemas.openxmlformats.org/officeDocument/2006/relationships/tags" Target="../tags/tag379.xml"/><Relationship Id="rId111" Type="http://schemas.openxmlformats.org/officeDocument/2006/relationships/tags" Target="../tags/tag378.xml"/><Relationship Id="rId110" Type="http://schemas.openxmlformats.org/officeDocument/2006/relationships/tags" Target="../tags/tag377.xml"/><Relationship Id="rId11" Type="http://schemas.openxmlformats.org/officeDocument/2006/relationships/tags" Target="../tags/tag278.xml"/><Relationship Id="rId109" Type="http://schemas.openxmlformats.org/officeDocument/2006/relationships/tags" Target="../tags/tag376.xml"/><Relationship Id="rId108" Type="http://schemas.openxmlformats.org/officeDocument/2006/relationships/tags" Target="../tags/tag375.xml"/><Relationship Id="rId107" Type="http://schemas.openxmlformats.org/officeDocument/2006/relationships/tags" Target="../tags/tag374.xml"/><Relationship Id="rId106" Type="http://schemas.openxmlformats.org/officeDocument/2006/relationships/tags" Target="../tags/tag373.xml"/><Relationship Id="rId105" Type="http://schemas.openxmlformats.org/officeDocument/2006/relationships/tags" Target="../tags/tag372.xml"/><Relationship Id="rId104" Type="http://schemas.openxmlformats.org/officeDocument/2006/relationships/tags" Target="../tags/tag371.xml"/><Relationship Id="rId103" Type="http://schemas.openxmlformats.org/officeDocument/2006/relationships/tags" Target="../tags/tag370.xml"/><Relationship Id="rId102" Type="http://schemas.openxmlformats.org/officeDocument/2006/relationships/tags" Target="../tags/tag369.xml"/><Relationship Id="rId101" Type="http://schemas.openxmlformats.org/officeDocument/2006/relationships/tags" Target="../tags/tag368.xml"/><Relationship Id="rId100" Type="http://schemas.openxmlformats.org/officeDocument/2006/relationships/tags" Target="../tags/tag367.xml"/><Relationship Id="rId10" Type="http://schemas.openxmlformats.org/officeDocument/2006/relationships/tags" Target="../tags/tag277.xml"/><Relationship Id="rId1" Type="http://schemas.openxmlformats.org/officeDocument/2006/relationships/tags" Target="../tags/tag268.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443.xml"/><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444.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4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47.xml"/><Relationship Id="rId1" Type="http://schemas.openxmlformats.org/officeDocument/2006/relationships/tags" Target="../tags/tag446.xml"/></Relationships>
</file>

<file path=ppt/slides/_rels/slide23.xml.rels><?xml version="1.0" encoding="UTF-8" standalone="yes"?>
<Relationships xmlns="http://schemas.openxmlformats.org/package/2006/relationships"><Relationship Id="rId9" Type="http://schemas.openxmlformats.org/officeDocument/2006/relationships/tags" Target="../tags/tag456.xml"/><Relationship Id="rId8" Type="http://schemas.openxmlformats.org/officeDocument/2006/relationships/tags" Target="../tags/tag455.xml"/><Relationship Id="rId7" Type="http://schemas.openxmlformats.org/officeDocument/2006/relationships/tags" Target="../tags/tag454.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tags" Target="../tags/tag451.xml"/><Relationship Id="rId3" Type="http://schemas.openxmlformats.org/officeDocument/2006/relationships/tags" Target="../tags/tag450.xml"/><Relationship Id="rId23" Type="http://schemas.openxmlformats.org/officeDocument/2006/relationships/slideLayout" Target="../slideLayouts/slideLayout4.xml"/><Relationship Id="rId22" Type="http://schemas.openxmlformats.org/officeDocument/2006/relationships/tags" Target="../tags/tag468.xml"/><Relationship Id="rId21" Type="http://schemas.openxmlformats.org/officeDocument/2006/relationships/image" Target="../media/image24.png"/><Relationship Id="rId20" Type="http://schemas.openxmlformats.org/officeDocument/2006/relationships/tags" Target="../tags/tag467.xml"/><Relationship Id="rId2" Type="http://schemas.openxmlformats.org/officeDocument/2006/relationships/tags" Target="../tags/tag449.xml"/><Relationship Id="rId19" Type="http://schemas.openxmlformats.org/officeDocument/2006/relationships/tags" Target="../tags/tag466.xml"/><Relationship Id="rId18" Type="http://schemas.openxmlformats.org/officeDocument/2006/relationships/tags" Target="../tags/tag465.xml"/><Relationship Id="rId17" Type="http://schemas.openxmlformats.org/officeDocument/2006/relationships/tags" Target="../tags/tag464.xml"/><Relationship Id="rId16" Type="http://schemas.openxmlformats.org/officeDocument/2006/relationships/tags" Target="../tags/tag463.xml"/><Relationship Id="rId15" Type="http://schemas.openxmlformats.org/officeDocument/2006/relationships/tags" Target="../tags/tag462.xml"/><Relationship Id="rId14" Type="http://schemas.openxmlformats.org/officeDocument/2006/relationships/tags" Target="../tags/tag461.xml"/><Relationship Id="rId13" Type="http://schemas.openxmlformats.org/officeDocument/2006/relationships/tags" Target="../tags/tag460.xml"/><Relationship Id="rId12" Type="http://schemas.openxmlformats.org/officeDocument/2006/relationships/tags" Target="../tags/tag459.xml"/><Relationship Id="rId11" Type="http://schemas.openxmlformats.org/officeDocument/2006/relationships/tags" Target="../tags/tag458.xml"/><Relationship Id="rId10" Type="http://schemas.openxmlformats.org/officeDocument/2006/relationships/tags" Target="../tags/tag457.xml"/><Relationship Id="rId1" Type="http://schemas.openxmlformats.org/officeDocument/2006/relationships/tags" Target="../tags/tag448.xml"/></Relationships>
</file>

<file path=ppt/slides/_rels/slide24.xml.rels><?xml version="1.0" encoding="UTF-8" standalone="yes"?>
<Relationships xmlns="http://schemas.openxmlformats.org/package/2006/relationships"><Relationship Id="rId9" Type="http://schemas.openxmlformats.org/officeDocument/2006/relationships/tags" Target="../tags/tag477.xml"/><Relationship Id="rId8" Type="http://schemas.openxmlformats.org/officeDocument/2006/relationships/tags" Target="../tags/tag476.xml"/><Relationship Id="rId7" Type="http://schemas.openxmlformats.org/officeDocument/2006/relationships/tags" Target="../tags/tag475.xml"/><Relationship Id="rId6" Type="http://schemas.openxmlformats.org/officeDocument/2006/relationships/tags" Target="../tags/tag474.xml"/><Relationship Id="rId52" Type="http://schemas.openxmlformats.org/officeDocument/2006/relationships/slideLayout" Target="../slideLayouts/slideLayout4.xml"/><Relationship Id="rId51" Type="http://schemas.openxmlformats.org/officeDocument/2006/relationships/tags" Target="../tags/tag519.xml"/><Relationship Id="rId50" Type="http://schemas.openxmlformats.org/officeDocument/2006/relationships/tags" Target="../tags/tag518.xml"/><Relationship Id="rId5" Type="http://schemas.openxmlformats.org/officeDocument/2006/relationships/tags" Target="../tags/tag473.xml"/><Relationship Id="rId49" Type="http://schemas.openxmlformats.org/officeDocument/2006/relationships/tags" Target="../tags/tag517.xml"/><Relationship Id="rId48" Type="http://schemas.openxmlformats.org/officeDocument/2006/relationships/tags" Target="../tags/tag516.xml"/><Relationship Id="rId47" Type="http://schemas.openxmlformats.org/officeDocument/2006/relationships/tags" Target="../tags/tag515.xml"/><Relationship Id="rId46" Type="http://schemas.openxmlformats.org/officeDocument/2006/relationships/tags" Target="../tags/tag514.xml"/><Relationship Id="rId45" Type="http://schemas.openxmlformats.org/officeDocument/2006/relationships/tags" Target="../tags/tag513.xml"/><Relationship Id="rId44" Type="http://schemas.openxmlformats.org/officeDocument/2006/relationships/tags" Target="../tags/tag512.xml"/><Relationship Id="rId43" Type="http://schemas.openxmlformats.org/officeDocument/2006/relationships/tags" Target="../tags/tag511.xml"/><Relationship Id="rId42" Type="http://schemas.openxmlformats.org/officeDocument/2006/relationships/tags" Target="../tags/tag510.xml"/><Relationship Id="rId41" Type="http://schemas.openxmlformats.org/officeDocument/2006/relationships/tags" Target="../tags/tag509.xml"/><Relationship Id="rId40" Type="http://schemas.openxmlformats.org/officeDocument/2006/relationships/tags" Target="../tags/tag508.xml"/><Relationship Id="rId4" Type="http://schemas.openxmlformats.org/officeDocument/2006/relationships/tags" Target="../tags/tag472.xml"/><Relationship Id="rId39" Type="http://schemas.openxmlformats.org/officeDocument/2006/relationships/tags" Target="../tags/tag507.xml"/><Relationship Id="rId38" Type="http://schemas.openxmlformats.org/officeDocument/2006/relationships/tags" Target="../tags/tag506.xml"/><Relationship Id="rId37" Type="http://schemas.openxmlformats.org/officeDocument/2006/relationships/tags" Target="../tags/tag505.xml"/><Relationship Id="rId36" Type="http://schemas.openxmlformats.org/officeDocument/2006/relationships/tags" Target="../tags/tag504.xml"/><Relationship Id="rId35" Type="http://schemas.openxmlformats.org/officeDocument/2006/relationships/tags" Target="../tags/tag503.xml"/><Relationship Id="rId34" Type="http://schemas.openxmlformats.org/officeDocument/2006/relationships/tags" Target="../tags/tag502.xml"/><Relationship Id="rId33" Type="http://schemas.openxmlformats.org/officeDocument/2006/relationships/tags" Target="../tags/tag501.xml"/><Relationship Id="rId32" Type="http://schemas.openxmlformats.org/officeDocument/2006/relationships/tags" Target="../tags/tag500.xml"/><Relationship Id="rId31" Type="http://schemas.openxmlformats.org/officeDocument/2006/relationships/tags" Target="../tags/tag499.xml"/><Relationship Id="rId30" Type="http://schemas.openxmlformats.org/officeDocument/2006/relationships/tags" Target="../tags/tag498.xml"/><Relationship Id="rId3" Type="http://schemas.openxmlformats.org/officeDocument/2006/relationships/tags" Target="../tags/tag471.xml"/><Relationship Id="rId29" Type="http://schemas.openxmlformats.org/officeDocument/2006/relationships/tags" Target="../tags/tag497.xml"/><Relationship Id="rId28" Type="http://schemas.openxmlformats.org/officeDocument/2006/relationships/tags" Target="../tags/tag496.xml"/><Relationship Id="rId27" Type="http://schemas.openxmlformats.org/officeDocument/2006/relationships/tags" Target="../tags/tag495.xml"/><Relationship Id="rId26" Type="http://schemas.openxmlformats.org/officeDocument/2006/relationships/tags" Target="../tags/tag494.xml"/><Relationship Id="rId25" Type="http://schemas.openxmlformats.org/officeDocument/2006/relationships/tags" Target="../tags/tag493.xml"/><Relationship Id="rId24" Type="http://schemas.openxmlformats.org/officeDocument/2006/relationships/tags" Target="../tags/tag492.xml"/><Relationship Id="rId23" Type="http://schemas.openxmlformats.org/officeDocument/2006/relationships/tags" Target="../tags/tag491.xml"/><Relationship Id="rId22" Type="http://schemas.openxmlformats.org/officeDocument/2006/relationships/tags" Target="../tags/tag490.xml"/><Relationship Id="rId21" Type="http://schemas.openxmlformats.org/officeDocument/2006/relationships/tags" Target="../tags/tag489.xml"/><Relationship Id="rId20" Type="http://schemas.openxmlformats.org/officeDocument/2006/relationships/tags" Target="../tags/tag488.xml"/><Relationship Id="rId2" Type="http://schemas.openxmlformats.org/officeDocument/2006/relationships/tags" Target="../tags/tag470.xml"/><Relationship Id="rId19" Type="http://schemas.openxmlformats.org/officeDocument/2006/relationships/tags" Target="../tags/tag487.xml"/><Relationship Id="rId18" Type="http://schemas.openxmlformats.org/officeDocument/2006/relationships/tags" Target="../tags/tag486.xml"/><Relationship Id="rId17" Type="http://schemas.openxmlformats.org/officeDocument/2006/relationships/tags" Target="../tags/tag485.xml"/><Relationship Id="rId16" Type="http://schemas.openxmlformats.org/officeDocument/2006/relationships/tags" Target="../tags/tag484.xml"/><Relationship Id="rId15" Type="http://schemas.openxmlformats.org/officeDocument/2006/relationships/tags" Target="../tags/tag483.xml"/><Relationship Id="rId14" Type="http://schemas.openxmlformats.org/officeDocument/2006/relationships/tags" Target="../tags/tag482.xml"/><Relationship Id="rId13" Type="http://schemas.openxmlformats.org/officeDocument/2006/relationships/tags" Target="../tags/tag481.xml"/><Relationship Id="rId12" Type="http://schemas.openxmlformats.org/officeDocument/2006/relationships/tags" Target="../tags/tag480.xml"/><Relationship Id="rId11" Type="http://schemas.openxmlformats.org/officeDocument/2006/relationships/tags" Target="../tags/tag479.xml"/><Relationship Id="rId10" Type="http://schemas.openxmlformats.org/officeDocument/2006/relationships/tags" Target="../tags/tag478.xml"/><Relationship Id="rId1" Type="http://schemas.openxmlformats.org/officeDocument/2006/relationships/tags" Target="../tags/tag469.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20.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项目推近资源 2"/>
          <p:cNvPicPr>
            <a:picLocks noChangeAspect="1"/>
          </p:cNvPicPr>
          <p:nvPr/>
        </p:nvPicPr>
        <p:blipFill>
          <a:blip r:embed="rId1"/>
          <a:srcRect r="1290" b="3342"/>
          <a:stretch>
            <a:fillRect/>
          </a:stretch>
        </p:blipFill>
        <p:spPr>
          <a:xfrm>
            <a:off x="6009005" y="4017645"/>
            <a:ext cx="6182995" cy="2840355"/>
          </a:xfrm>
          <a:prstGeom prst="rect">
            <a:avLst/>
          </a:prstGeom>
        </p:spPr>
      </p:pic>
      <p:pic>
        <p:nvPicPr>
          <p:cNvPr id="4" name="图片 3" descr="项目推近资源 1"/>
          <p:cNvPicPr>
            <a:picLocks noChangeAspect="1"/>
          </p:cNvPicPr>
          <p:nvPr/>
        </p:nvPicPr>
        <p:blipFill>
          <a:blip r:embed="rId2"/>
          <a:stretch>
            <a:fillRect/>
          </a:stretch>
        </p:blipFill>
        <p:spPr>
          <a:xfrm>
            <a:off x="0" y="0"/>
            <a:ext cx="3721735" cy="3735705"/>
          </a:xfrm>
          <a:prstGeom prst="rect">
            <a:avLst/>
          </a:prstGeom>
        </p:spPr>
      </p:pic>
      <p:grpSp>
        <p:nvGrpSpPr>
          <p:cNvPr id="18" name="组合 17"/>
          <p:cNvGrpSpPr/>
          <p:nvPr/>
        </p:nvGrpSpPr>
        <p:grpSpPr>
          <a:xfrm>
            <a:off x="1801495" y="2184400"/>
            <a:ext cx="9331325" cy="2190750"/>
            <a:chOff x="3933" y="2820"/>
            <a:chExt cx="14695" cy="3450"/>
          </a:xfrm>
        </p:grpSpPr>
        <p:sp>
          <p:nvSpPr>
            <p:cNvPr id="6" name="文本框 5"/>
            <p:cNvSpPr txBox="1"/>
            <p:nvPr/>
          </p:nvSpPr>
          <p:spPr>
            <a:xfrm>
              <a:off x="3933" y="2820"/>
              <a:ext cx="14695" cy="1452"/>
            </a:xfrm>
            <a:prstGeom prst="rect">
              <a:avLst/>
            </a:prstGeom>
            <a:noFill/>
          </p:spPr>
          <p:txBody>
            <a:bodyPr wrap="square" rtlCol="0">
              <a:spAutoFit/>
            </a:bodyPr>
            <a:p>
              <a:pPr algn="ctr"/>
              <a:r>
                <a:rPr lang="zh-CN" altLang="en-US" sz="5400" b="1" cap="all">
                  <a:solidFill>
                    <a:srgbClr val="4489C8"/>
                  </a:solidFill>
                  <a:uFillTx/>
                  <a:latin typeface="微软雅黑" panose="020B0503020204020204" charset="-122"/>
                  <a:ea typeface="微软雅黑" panose="020B0503020204020204" charset="-122"/>
                </a:rPr>
                <a:t>浙企采商城建设</a:t>
              </a:r>
              <a:r>
                <a:rPr lang="zh-CN" altLang="en-US" sz="5400" b="1" cap="all">
                  <a:solidFill>
                    <a:srgbClr val="4489C8"/>
                  </a:solidFill>
                  <a:uFillTx/>
                  <a:latin typeface="微软雅黑" panose="020B0503020204020204" charset="-122"/>
                  <a:ea typeface="微软雅黑" panose="020B0503020204020204" charset="-122"/>
                </a:rPr>
                <a:t>思路工作汇报</a:t>
              </a:r>
              <a:endParaRPr lang="zh-CN" altLang="en-US" sz="5400" b="1" cap="all">
                <a:solidFill>
                  <a:srgbClr val="4489C8"/>
                </a:solidFill>
                <a:uFillTx/>
                <a:latin typeface="微软雅黑" panose="020B0503020204020204" charset="-122"/>
                <a:ea typeface="微软雅黑" panose="020B0503020204020204" charset="-122"/>
              </a:endParaRPr>
            </a:p>
          </p:txBody>
        </p:sp>
        <p:sp>
          <p:nvSpPr>
            <p:cNvPr id="8" name="文本框 7"/>
            <p:cNvSpPr txBox="1"/>
            <p:nvPr/>
          </p:nvSpPr>
          <p:spPr>
            <a:xfrm>
              <a:off x="8306" y="5079"/>
              <a:ext cx="4779" cy="628"/>
            </a:xfrm>
            <a:prstGeom prst="rect">
              <a:avLst/>
            </a:prstGeom>
            <a:noFill/>
          </p:spPr>
          <p:txBody>
            <a:bodyPr wrap="square" rtlCol="0">
              <a:spAutoFit/>
            </a:bodyPr>
            <a:p>
              <a:pPr algn="dist"/>
              <a:r>
                <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rPr>
                <a:t>商城</a:t>
              </a:r>
              <a:r>
                <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rPr>
                <a:t>推进思路</a:t>
              </a:r>
              <a:r>
                <a:rPr lang="en-US" altLang="zh-CN" sz="2000" b="1" cap="all">
                  <a:solidFill>
                    <a:srgbClr val="01203C"/>
                  </a:solidFill>
                  <a:uFillTx/>
                  <a:latin typeface="微软雅黑" panose="020B0503020204020204" charset="-122"/>
                  <a:ea typeface="微软雅黑" panose="020B0503020204020204" charset="-122"/>
                  <a:cs typeface="微软雅黑" panose="020B0503020204020204" charset="-122"/>
                </a:rPr>
                <a:t> </a:t>
              </a:r>
              <a:endPar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endParaRPr>
            </a:p>
          </p:txBody>
        </p:sp>
        <p:cxnSp>
          <p:nvCxnSpPr>
            <p:cNvPr id="10" name="直接连接符 9"/>
            <p:cNvCxnSpPr/>
            <p:nvPr/>
          </p:nvCxnSpPr>
          <p:spPr>
            <a:xfrm flipV="1">
              <a:off x="9196" y="6241"/>
              <a:ext cx="3000" cy="29"/>
            </a:xfrm>
            <a:prstGeom prst="line">
              <a:avLst/>
            </a:prstGeom>
            <a:ln>
              <a:solidFill>
                <a:srgbClr val="4489C8"/>
              </a:solidFill>
            </a:ln>
          </p:spPr>
          <p:style>
            <a:lnRef idx="1">
              <a:schemeClr val="accent1"/>
            </a:lnRef>
            <a:fillRef idx="0">
              <a:schemeClr val="accent1"/>
            </a:fillRef>
            <a:effectRef idx="0">
              <a:schemeClr val="accent1"/>
            </a:effectRef>
            <a:fontRef idx="minor">
              <a:schemeClr val="tx1"/>
            </a:fontRef>
          </p:style>
        </p:cxnSp>
      </p:gr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项目推近资源 3"/>
          <p:cNvPicPr>
            <a:picLocks noChangeAspect="1"/>
          </p:cNvPicPr>
          <p:nvPr>
            <p:custDataLst>
              <p:tags r:id="rId1"/>
            </p:custDataLst>
          </p:nvPr>
        </p:nvPicPr>
        <p:blipFill>
          <a:blip r:embed="rId2"/>
          <a:stretch>
            <a:fillRect/>
          </a:stretch>
        </p:blipFill>
        <p:spPr>
          <a:xfrm>
            <a:off x="0" y="0"/>
            <a:ext cx="4798695" cy="1416685"/>
          </a:xfrm>
          <a:prstGeom prst="rect">
            <a:avLst/>
          </a:prstGeom>
        </p:spPr>
      </p:pic>
      <p:pic>
        <p:nvPicPr>
          <p:cNvPr id="5" name="图片 4" descr="项目推近资源 1"/>
          <p:cNvPicPr>
            <a:picLocks noChangeAspect="1"/>
          </p:cNvPicPr>
          <p:nvPr>
            <p:custDataLst>
              <p:tags r:id="rId3"/>
            </p:custDataLst>
          </p:nvPr>
        </p:nvPicPr>
        <p:blipFill>
          <a:blip r:embed="rId4"/>
          <a:stretch>
            <a:fillRect/>
          </a:stretch>
        </p:blipFill>
        <p:spPr>
          <a:xfrm flipH="1" flipV="1">
            <a:off x="9125585" y="3779520"/>
            <a:ext cx="3066415" cy="3078480"/>
          </a:xfrm>
          <a:prstGeom prst="rect">
            <a:avLst/>
          </a:prstGeom>
        </p:spPr>
      </p:pic>
      <p:sp>
        <p:nvSpPr>
          <p:cNvPr id="22" name="文本框 21"/>
          <p:cNvSpPr txBox="1"/>
          <p:nvPr/>
        </p:nvSpPr>
        <p:spPr>
          <a:xfrm>
            <a:off x="1451610" y="2848610"/>
            <a:ext cx="1893570" cy="1014730"/>
          </a:xfrm>
          <a:prstGeom prst="rect">
            <a:avLst/>
          </a:prstGeom>
          <a:noFill/>
        </p:spPr>
        <p:txBody>
          <a:bodyPr wrap="square" rtlCol="0">
            <a:spAutoFit/>
          </a:bodyPr>
          <a:p>
            <a:pPr algn="dist"/>
            <a:r>
              <a:rPr lang="zh-CN" altLang="en-US" sz="6000" b="1" cap="all">
                <a:solidFill>
                  <a:srgbClr val="4489C8"/>
                </a:solidFill>
                <a:uFillTx/>
                <a:latin typeface="微软雅黑" panose="020B0503020204020204" charset="-122"/>
                <a:ea typeface="微软雅黑" panose="020B0503020204020204" charset="-122"/>
              </a:rPr>
              <a:t>目录</a:t>
            </a:r>
            <a:endParaRPr lang="zh-CN" altLang="en-US" sz="6000" b="1" cap="all">
              <a:solidFill>
                <a:srgbClr val="4489C8"/>
              </a:solidFill>
              <a:uFillTx/>
              <a:latin typeface="微软雅黑" panose="020B0503020204020204" charset="-122"/>
              <a:ea typeface="微软雅黑" panose="020B0503020204020204" charset="-122"/>
            </a:endParaRPr>
          </a:p>
        </p:txBody>
      </p:sp>
      <p:sp>
        <p:nvSpPr>
          <p:cNvPr id="6" name="文本框 5"/>
          <p:cNvSpPr txBox="1"/>
          <p:nvPr/>
        </p:nvSpPr>
        <p:spPr>
          <a:xfrm>
            <a:off x="1004570" y="3955415"/>
            <a:ext cx="2693035" cy="583565"/>
          </a:xfrm>
          <a:prstGeom prst="rect">
            <a:avLst/>
          </a:prstGeom>
          <a:noFill/>
        </p:spPr>
        <p:txBody>
          <a:bodyPr wrap="square" rtlCol="0">
            <a:spAutoFit/>
          </a:bodyPr>
          <a:p>
            <a:pPr algn="dist"/>
            <a:r>
              <a:rPr lang="en-US" altLang="zh-CN" sz="3200" b="1" cap="all">
                <a:solidFill>
                  <a:srgbClr val="01203C"/>
                </a:solidFill>
                <a:uFillTx/>
                <a:latin typeface="微软雅黑" panose="020B0503020204020204" charset="-122"/>
                <a:ea typeface="微软雅黑" panose="020B0503020204020204" charset="-122"/>
              </a:rPr>
              <a:t>contents</a:t>
            </a:r>
            <a:endParaRPr lang="en-US" altLang="zh-CN" sz="3200" b="1" cap="all">
              <a:solidFill>
                <a:srgbClr val="01203C"/>
              </a:solidFill>
              <a:uFillTx/>
              <a:latin typeface="微软雅黑" panose="020B0503020204020204" charset="-122"/>
              <a:ea typeface="微软雅黑" panose="020B0503020204020204" charset="-122"/>
            </a:endParaRPr>
          </a:p>
        </p:txBody>
      </p:sp>
      <p:sp>
        <p:nvSpPr>
          <p:cNvPr id="7" name="矩形 6"/>
          <p:cNvSpPr/>
          <p:nvPr/>
        </p:nvSpPr>
        <p:spPr>
          <a:xfrm>
            <a:off x="1882140" y="4793615"/>
            <a:ext cx="1033145" cy="128270"/>
          </a:xfrm>
          <a:prstGeom prst="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rgbClr val="01203C"/>
              </a:solidFill>
              <a:latin typeface="微软雅黑" panose="020B0503020204020204" charset="-122"/>
              <a:ea typeface="微软雅黑" panose="020B0503020204020204" charset="-122"/>
            </a:endParaRPr>
          </a:p>
        </p:txBody>
      </p:sp>
      <p:grpSp>
        <p:nvGrpSpPr>
          <p:cNvPr id="24" name="组合 23"/>
          <p:cNvGrpSpPr/>
          <p:nvPr>
            <p:custDataLst>
              <p:tags r:id="rId5"/>
            </p:custDataLst>
          </p:nvPr>
        </p:nvGrpSpPr>
        <p:grpSpPr>
          <a:xfrm>
            <a:off x="5741035" y="1115695"/>
            <a:ext cx="5013325" cy="836930"/>
            <a:chOff x="9003" y="2234"/>
            <a:chExt cx="7895" cy="1318"/>
          </a:xfrm>
        </p:grpSpPr>
        <p:sp>
          <p:nvSpPr>
            <p:cNvPr id="21" name="文本框 20"/>
            <p:cNvSpPr txBox="1"/>
            <p:nvPr>
              <p:custDataLst>
                <p:tags r:id="rId6"/>
              </p:custDataLst>
            </p:nvPr>
          </p:nvSpPr>
          <p:spPr>
            <a:xfrm>
              <a:off x="11069" y="2391"/>
              <a:ext cx="5829" cy="911"/>
            </a:xfrm>
            <a:prstGeom prst="rect">
              <a:avLst/>
            </a:prstGeom>
            <a:noFill/>
          </p:spPr>
          <p:txBody>
            <a:bodyPr wrap="square" rtlCol="0">
              <a:spAutoFit/>
            </a:bodyPr>
            <a:p>
              <a:pPr algn="l" fontAlgn="auto">
                <a:lnSpc>
                  <a:spcPts val="3800"/>
                </a:lnSpc>
              </a:pPr>
              <a:r>
                <a:rPr lang="zh-CN" altLang="en-US" sz="3200" b="1" cap="all">
                  <a:solidFill>
                    <a:srgbClr val="4489C8"/>
                  </a:solidFill>
                  <a:uFillTx/>
                  <a:latin typeface="微软雅黑" panose="020B0503020204020204" charset="-122"/>
                  <a:ea typeface="微软雅黑" panose="020B0503020204020204" charset="-122"/>
                  <a:cs typeface="思源黑体 CN Medium" panose="020B0600000000000000" charset="-122"/>
                </a:rPr>
                <a:t>项目建设模式</a:t>
              </a:r>
              <a:endParaRPr lang="zh-CN" altLang="en-US" sz="3200" b="1" cap="all">
                <a:solidFill>
                  <a:srgbClr val="4489C8"/>
                </a:solidFill>
                <a:uFillTx/>
                <a:latin typeface="微软雅黑" panose="020B0503020204020204" charset="-122"/>
                <a:ea typeface="微软雅黑" panose="020B0503020204020204" charset="-122"/>
                <a:cs typeface="思源黑体 CN Medium" panose="020B0600000000000000" charset="-122"/>
              </a:endParaRPr>
            </a:p>
          </p:txBody>
        </p:sp>
        <p:sp>
          <p:nvSpPr>
            <p:cNvPr id="9" name="椭圆 8"/>
            <p:cNvSpPr/>
            <p:nvPr>
              <p:custDataLst>
                <p:tags r:id="rId7"/>
              </p:custDataLst>
            </p:nvPr>
          </p:nvSpPr>
          <p:spPr>
            <a:xfrm>
              <a:off x="9192" y="2234"/>
              <a:ext cx="1318" cy="1318"/>
            </a:xfrm>
            <a:prstGeom prst="ellipse">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a:latin typeface="微软雅黑" panose="020B0503020204020204" charset="-122"/>
                <a:ea typeface="微软雅黑" panose="020B0503020204020204" charset="-122"/>
              </a:endParaRPr>
            </a:p>
          </p:txBody>
        </p:sp>
        <p:sp>
          <p:nvSpPr>
            <p:cNvPr id="23" name="文本框 22"/>
            <p:cNvSpPr txBox="1"/>
            <p:nvPr>
              <p:custDataLst>
                <p:tags r:id="rId8"/>
              </p:custDataLst>
            </p:nvPr>
          </p:nvSpPr>
          <p:spPr>
            <a:xfrm>
              <a:off x="9003" y="2465"/>
              <a:ext cx="1740" cy="911"/>
            </a:xfrm>
            <a:prstGeom prst="rect">
              <a:avLst/>
            </a:prstGeom>
            <a:noFill/>
          </p:spPr>
          <p:txBody>
            <a:bodyPr wrap="square" rtlCol="0">
              <a:spAutoFit/>
            </a:bodyPr>
            <a:p>
              <a:pPr algn="ctr" fontAlgn="auto">
                <a:lnSpc>
                  <a:spcPts val="3800"/>
                </a:lnSpc>
              </a:pPr>
              <a:r>
                <a:rPr lang="en-US" sz="3200" b="1" cap="all">
                  <a:solidFill>
                    <a:schemeClr val="bg1"/>
                  </a:solidFill>
                  <a:uFillTx/>
                  <a:latin typeface="微软雅黑" panose="020B0503020204020204" charset="-122"/>
                  <a:ea typeface="微软雅黑" panose="020B0503020204020204" charset="-122"/>
                </a:rPr>
                <a:t>01</a:t>
              </a:r>
              <a:endParaRPr lang="en-US" sz="3200" b="1" cap="all">
                <a:solidFill>
                  <a:schemeClr val="bg1"/>
                </a:solidFill>
                <a:uFillTx/>
                <a:latin typeface="微软雅黑" panose="020B0503020204020204" charset="-122"/>
                <a:ea typeface="微软雅黑" panose="020B0503020204020204" charset="-122"/>
              </a:endParaRPr>
            </a:p>
          </p:txBody>
        </p:sp>
      </p:grpSp>
      <p:grpSp>
        <p:nvGrpSpPr>
          <p:cNvPr id="25" name="组合 24"/>
          <p:cNvGrpSpPr/>
          <p:nvPr>
            <p:custDataLst>
              <p:tags r:id="rId9"/>
            </p:custDataLst>
          </p:nvPr>
        </p:nvGrpSpPr>
        <p:grpSpPr>
          <a:xfrm>
            <a:off x="5727065" y="2384425"/>
            <a:ext cx="5026660" cy="836930"/>
            <a:chOff x="8981" y="2234"/>
            <a:chExt cx="7916" cy="1318"/>
          </a:xfrm>
        </p:grpSpPr>
        <p:sp>
          <p:nvSpPr>
            <p:cNvPr id="26" name="文本框 25"/>
            <p:cNvSpPr txBox="1"/>
            <p:nvPr>
              <p:custDataLst>
                <p:tags r:id="rId10"/>
              </p:custDataLst>
            </p:nvPr>
          </p:nvSpPr>
          <p:spPr>
            <a:xfrm>
              <a:off x="11069" y="2412"/>
              <a:ext cx="5828" cy="911"/>
            </a:xfrm>
            <a:prstGeom prst="rect">
              <a:avLst/>
            </a:prstGeom>
            <a:noFill/>
          </p:spPr>
          <p:txBody>
            <a:bodyPr wrap="square" rtlCol="0">
              <a:spAutoFit/>
            </a:bodyPr>
            <a:p>
              <a:pPr algn="l" fontAlgn="auto">
                <a:lnSpc>
                  <a:spcPts val="3800"/>
                </a:lnSpc>
              </a:pPr>
              <a:r>
                <a:rPr lang="zh-CN" altLang="en-US" sz="3200" b="1" cap="all">
                  <a:solidFill>
                    <a:srgbClr val="4489C8"/>
                  </a:solidFill>
                  <a:uFillTx/>
                  <a:latin typeface="微软雅黑" panose="020B0503020204020204" charset="-122"/>
                  <a:ea typeface="微软雅黑" panose="020B0503020204020204" charset="-122"/>
                  <a:cs typeface="微软雅黑" panose="020B0503020204020204" charset="-122"/>
                </a:rPr>
                <a:t>一阶段浙企</a:t>
              </a:r>
              <a:r>
                <a:rPr lang="zh-CN" altLang="en-US" sz="3200" b="1" cap="all">
                  <a:solidFill>
                    <a:srgbClr val="4489C8"/>
                  </a:solidFill>
                  <a:uFillTx/>
                  <a:latin typeface="微软雅黑" panose="020B0503020204020204" charset="-122"/>
                  <a:ea typeface="微软雅黑" panose="020B0503020204020204" charset="-122"/>
                  <a:cs typeface="微软雅黑" panose="020B0503020204020204" charset="-122"/>
                </a:rPr>
                <a:t>采商城</a:t>
              </a:r>
              <a:endParaRPr lang="zh-CN" altLang="en-US" sz="3200" b="1" cap="all">
                <a:solidFill>
                  <a:srgbClr val="4489C8"/>
                </a:solidFill>
                <a:uFillTx/>
                <a:latin typeface="微软雅黑" panose="020B0503020204020204" charset="-122"/>
                <a:ea typeface="微软雅黑" panose="020B0503020204020204" charset="-122"/>
                <a:cs typeface="微软雅黑" panose="020B0503020204020204" charset="-122"/>
              </a:endParaRPr>
            </a:p>
          </p:txBody>
        </p:sp>
        <p:sp>
          <p:nvSpPr>
            <p:cNvPr id="27" name="椭圆 26"/>
            <p:cNvSpPr/>
            <p:nvPr>
              <p:custDataLst>
                <p:tags r:id="rId11"/>
              </p:custDataLst>
            </p:nvPr>
          </p:nvSpPr>
          <p:spPr>
            <a:xfrm>
              <a:off x="9192" y="2234"/>
              <a:ext cx="1318" cy="1318"/>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a:latin typeface="微软雅黑" panose="020B0503020204020204" charset="-122"/>
                <a:ea typeface="微软雅黑" panose="020B0503020204020204" charset="-122"/>
              </a:endParaRPr>
            </a:p>
          </p:txBody>
        </p:sp>
        <p:sp>
          <p:nvSpPr>
            <p:cNvPr id="28" name="文本框 27"/>
            <p:cNvSpPr txBox="1"/>
            <p:nvPr>
              <p:custDataLst>
                <p:tags r:id="rId12"/>
              </p:custDataLst>
            </p:nvPr>
          </p:nvSpPr>
          <p:spPr>
            <a:xfrm>
              <a:off x="8981" y="2465"/>
              <a:ext cx="1740" cy="911"/>
            </a:xfrm>
            <a:prstGeom prst="rect">
              <a:avLst/>
            </a:prstGeom>
            <a:noFill/>
          </p:spPr>
          <p:txBody>
            <a:bodyPr wrap="square" rtlCol="0">
              <a:spAutoFit/>
            </a:bodyPr>
            <a:p>
              <a:pPr algn="ctr" fontAlgn="auto">
                <a:lnSpc>
                  <a:spcPts val="3800"/>
                </a:lnSpc>
              </a:pPr>
              <a:r>
                <a:rPr lang="en-US" sz="3200" b="1" cap="all">
                  <a:solidFill>
                    <a:schemeClr val="bg1"/>
                  </a:solidFill>
                  <a:uFillTx/>
                  <a:latin typeface="微软雅黑" panose="020B0503020204020204" charset="-122"/>
                  <a:ea typeface="微软雅黑" panose="020B0503020204020204" charset="-122"/>
                </a:rPr>
                <a:t>02</a:t>
              </a:r>
              <a:endParaRPr lang="en-US" sz="3200" b="1" cap="all">
                <a:solidFill>
                  <a:schemeClr val="bg1"/>
                </a:solidFill>
                <a:uFillTx/>
                <a:latin typeface="微软雅黑" panose="020B0503020204020204" charset="-122"/>
                <a:ea typeface="微软雅黑" panose="020B0503020204020204" charset="-122"/>
              </a:endParaRPr>
            </a:p>
          </p:txBody>
        </p:sp>
      </p:grpSp>
      <p:grpSp>
        <p:nvGrpSpPr>
          <p:cNvPr id="29" name="组合 28"/>
          <p:cNvGrpSpPr/>
          <p:nvPr>
            <p:custDataLst>
              <p:tags r:id="rId13"/>
            </p:custDataLst>
          </p:nvPr>
        </p:nvGrpSpPr>
        <p:grpSpPr>
          <a:xfrm>
            <a:off x="5727065" y="4921885"/>
            <a:ext cx="4702175" cy="836930"/>
            <a:chOff x="8981" y="2234"/>
            <a:chExt cx="7405" cy="1318"/>
          </a:xfrm>
        </p:grpSpPr>
        <p:sp>
          <p:nvSpPr>
            <p:cNvPr id="30" name="文本框 29"/>
            <p:cNvSpPr txBox="1"/>
            <p:nvPr>
              <p:custDataLst>
                <p:tags r:id="rId14"/>
              </p:custDataLst>
            </p:nvPr>
          </p:nvSpPr>
          <p:spPr>
            <a:xfrm>
              <a:off x="11069" y="2403"/>
              <a:ext cx="5317" cy="911"/>
            </a:xfrm>
            <a:prstGeom prst="rect">
              <a:avLst/>
            </a:prstGeom>
            <a:noFill/>
          </p:spPr>
          <p:txBody>
            <a:bodyPr wrap="square" rtlCol="0">
              <a:spAutoFit/>
            </a:bodyPr>
            <a:p>
              <a:pPr algn="l" fontAlgn="auto">
                <a:lnSpc>
                  <a:spcPts val="3800"/>
                </a:lnSpc>
              </a:pPr>
              <a:r>
                <a:rPr lang="zh-CN" altLang="en-US" sz="3200" b="1">
                  <a:solidFill>
                    <a:srgbClr val="4489C8"/>
                  </a:solidFill>
                  <a:uFillTx/>
                  <a:latin typeface="微软雅黑" panose="020B0503020204020204" charset="-122"/>
                  <a:ea typeface="微软雅黑" panose="020B0503020204020204" charset="-122"/>
                  <a:cs typeface="思源黑体 CN Medium" panose="020B0600000000000000" charset="-122"/>
                </a:rPr>
                <a:t>平台运营</a:t>
              </a:r>
              <a:r>
                <a:rPr lang="zh-CN" altLang="en-US" sz="3200" b="1">
                  <a:solidFill>
                    <a:srgbClr val="4489C8"/>
                  </a:solidFill>
                  <a:uFillTx/>
                  <a:latin typeface="微软雅黑" panose="020B0503020204020204" charset="-122"/>
                  <a:ea typeface="微软雅黑" panose="020B0503020204020204" charset="-122"/>
                  <a:cs typeface="思源黑体 CN Medium" panose="020B0600000000000000" charset="-122"/>
                </a:rPr>
                <a:t>工作</a:t>
              </a:r>
              <a:endParaRPr lang="zh-CN" altLang="en-US" sz="3200" b="1">
                <a:solidFill>
                  <a:srgbClr val="4489C8"/>
                </a:solidFill>
                <a:uFillTx/>
                <a:latin typeface="微软雅黑" panose="020B0503020204020204" charset="-122"/>
                <a:ea typeface="微软雅黑" panose="020B0503020204020204" charset="-122"/>
                <a:cs typeface="思源黑体 CN Medium" panose="020B0600000000000000" charset="-122"/>
              </a:endParaRPr>
            </a:p>
          </p:txBody>
        </p:sp>
        <p:sp>
          <p:nvSpPr>
            <p:cNvPr id="31" name="椭圆 30"/>
            <p:cNvSpPr/>
            <p:nvPr>
              <p:custDataLst>
                <p:tags r:id="rId15"/>
              </p:custDataLst>
            </p:nvPr>
          </p:nvSpPr>
          <p:spPr>
            <a:xfrm>
              <a:off x="9192" y="2234"/>
              <a:ext cx="1318" cy="1318"/>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a:latin typeface="微软雅黑" panose="020B0503020204020204" charset="-122"/>
                <a:ea typeface="微软雅黑" panose="020B0503020204020204" charset="-122"/>
              </a:endParaRPr>
            </a:p>
          </p:txBody>
        </p:sp>
        <p:sp>
          <p:nvSpPr>
            <p:cNvPr id="32" name="文本框 31"/>
            <p:cNvSpPr txBox="1"/>
            <p:nvPr>
              <p:custDataLst>
                <p:tags r:id="rId16"/>
              </p:custDataLst>
            </p:nvPr>
          </p:nvSpPr>
          <p:spPr>
            <a:xfrm>
              <a:off x="8981" y="2465"/>
              <a:ext cx="1740" cy="911"/>
            </a:xfrm>
            <a:prstGeom prst="rect">
              <a:avLst/>
            </a:prstGeom>
            <a:noFill/>
          </p:spPr>
          <p:txBody>
            <a:bodyPr wrap="square" rtlCol="0">
              <a:spAutoFit/>
            </a:bodyPr>
            <a:p>
              <a:pPr algn="ctr" fontAlgn="auto">
                <a:lnSpc>
                  <a:spcPts val="3800"/>
                </a:lnSpc>
              </a:pPr>
              <a:r>
                <a:rPr lang="en-US" sz="3200" b="1" cap="all">
                  <a:solidFill>
                    <a:schemeClr val="bg1"/>
                  </a:solidFill>
                  <a:uFillTx/>
                  <a:latin typeface="微软雅黑" panose="020B0503020204020204" charset="-122"/>
                  <a:ea typeface="微软雅黑" panose="020B0503020204020204" charset="-122"/>
                </a:rPr>
                <a:t>04</a:t>
              </a:r>
              <a:endParaRPr lang="en-US" sz="3200" b="1" cap="all">
                <a:solidFill>
                  <a:schemeClr val="bg1"/>
                </a:solidFill>
                <a:uFillTx/>
                <a:latin typeface="微软雅黑" panose="020B0503020204020204" charset="-122"/>
                <a:ea typeface="微软雅黑" panose="020B0503020204020204" charset="-122"/>
              </a:endParaRPr>
            </a:p>
          </p:txBody>
        </p:sp>
      </p:grpSp>
      <p:grpSp>
        <p:nvGrpSpPr>
          <p:cNvPr id="10" name="组合 9"/>
          <p:cNvGrpSpPr/>
          <p:nvPr>
            <p:custDataLst>
              <p:tags r:id="rId17"/>
            </p:custDataLst>
          </p:nvPr>
        </p:nvGrpSpPr>
        <p:grpSpPr>
          <a:xfrm>
            <a:off x="5741035" y="3653155"/>
            <a:ext cx="5012690" cy="836930"/>
            <a:chOff x="9003" y="2234"/>
            <a:chExt cx="7894" cy="1318"/>
          </a:xfrm>
        </p:grpSpPr>
        <p:sp>
          <p:nvSpPr>
            <p:cNvPr id="34" name="文本框 33"/>
            <p:cNvSpPr txBox="1"/>
            <p:nvPr>
              <p:custDataLst>
                <p:tags r:id="rId18"/>
              </p:custDataLst>
            </p:nvPr>
          </p:nvSpPr>
          <p:spPr>
            <a:xfrm>
              <a:off x="11069" y="2433"/>
              <a:ext cx="5828" cy="911"/>
            </a:xfrm>
            <a:prstGeom prst="rect">
              <a:avLst/>
            </a:prstGeom>
            <a:noFill/>
          </p:spPr>
          <p:txBody>
            <a:bodyPr wrap="square" rtlCol="0">
              <a:spAutoFit/>
            </a:bodyPr>
            <a:p>
              <a:pPr algn="l" fontAlgn="auto">
                <a:lnSpc>
                  <a:spcPts val="3800"/>
                </a:lnSpc>
              </a:pPr>
              <a:r>
                <a:rPr lang="zh-CN" altLang="en-US" sz="3200" b="1">
                  <a:solidFill>
                    <a:srgbClr val="4489C8"/>
                  </a:solidFill>
                  <a:uFillTx/>
                  <a:latin typeface="微软雅黑" panose="020B0503020204020204" charset="-122"/>
                  <a:ea typeface="微软雅黑" panose="020B0503020204020204" charset="-122"/>
                  <a:cs typeface="微软雅黑" panose="020B0503020204020204" charset="-122"/>
                </a:rPr>
                <a:t>二阶段</a:t>
              </a:r>
              <a:r>
                <a:rPr lang="zh-CN" altLang="en-US" sz="3200" b="1" cap="all">
                  <a:solidFill>
                    <a:srgbClr val="4489C8"/>
                  </a:solidFill>
                  <a:uFillTx/>
                  <a:latin typeface="微软雅黑" panose="020B0503020204020204" charset="-122"/>
                  <a:ea typeface="微软雅黑" panose="020B0503020204020204" charset="-122"/>
                  <a:cs typeface="微软雅黑" panose="020B0503020204020204" charset="-122"/>
                  <a:sym typeface="+mn-ea"/>
                </a:rPr>
                <a:t>浙企采</a:t>
              </a:r>
              <a:r>
                <a:rPr lang="zh-CN" altLang="en-US" sz="3200" b="1">
                  <a:solidFill>
                    <a:srgbClr val="4489C8"/>
                  </a:solidFill>
                  <a:uFillTx/>
                  <a:latin typeface="微软雅黑" panose="020B0503020204020204" charset="-122"/>
                  <a:ea typeface="微软雅黑" panose="020B0503020204020204" charset="-122"/>
                  <a:cs typeface="微软雅黑" panose="020B0503020204020204" charset="-122"/>
                </a:rPr>
                <a:t>商城</a:t>
              </a:r>
              <a:endParaRPr lang="zh-CN" altLang="en-US" sz="3200" b="1">
                <a:solidFill>
                  <a:srgbClr val="4489C8"/>
                </a:solidFill>
                <a:uFillTx/>
                <a:latin typeface="微软雅黑" panose="020B0503020204020204" charset="-122"/>
                <a:ea typeface="微软雅黑" panose="020B0503020204020204" charset="-122"/>
                <a:cs typeface="微软雅黑" panose="020B0503020204020204" charset="-122"/>
              </a:endParaRPr>
            </a:p>
          </p:txBody>
        </p:sp>
        <p:sp>
          <p:nvSpPr>
            <p:cNvPr id="35" name="椭圆 34"/>
            <p:cNvSpPr/>
            <p:nvPr>
              <p:custDataLst>
                <p:tags r:id="rId19"/>
              </p:custDataLst>
            </p:nvPr>
          </p:nvSpPr>
          <p:spPr>
            <a:xfrm>
              <a:off x="9192" y="2234"/>
              <a:ext cx="1318" cy="1318"/>
            </a:xfrm>
            <a:prstGeom prst="ellipse">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a:latin typeface="微软雅黑" panose="020B0503020204020204" charset="-122"/>
                <a:ea typeface="微软雅黑" panose="020B0503020204020204" charset="-122"/>
              </a:endParaRPr>
            </a:p>
          </p:txBody>
        </p:sp>
        <p:sp>
          <p:nvSpPr>
            <p:cNvPr id="36" name="文本框 35"/>
            <p:cNvSpPr txBox="1"/>
            <p:nvPr>
              <p:custDataLst>
                <p:tags r:id="rId20"/>
              </p:custDataLst>
            </p:nvPr>
          </p:nvSpPr>
          <p:spPr>
            <a:xfrm>
              <a:off x="9003" y="2465"/>
              <a:ext cx="1740" cy="911"/>
            </a:xfrm>
            <a:prstGeom prst="rect">
              <a:avLst/>
            </a:prstGeom>
            <a:noFill/>
          </p:spPr>
          <p:txBody>
            <a:bodyPr wrap="square" rtlCol="0">
              <a:spAutoFit/>
            </a:bodyPr>
            <a:p>
              <a:pPr algn="ctr" fontAlgn="auto">
                <a:lnSpc>
                  <a:spcPts val="3800"/>
                </a:lnSpc>
              </a:pPr>
              <a:r>
                <a:rPr lang="en-US" sz="3200" b="1" cap="all">
                  <a:solidFill>
                    <a:schemeClr val="bg1"/>
                  </a:solidFill>
                  <a:uFillTx/>
                  <a:latin typeface="微软雅黑" panose="020B0503020204020204" charset="-122"/>
                  <a:ea typeface="微软雅黑" panose="020B0503020204020204" charset="-122"/>
                </a:rPr>
                <a:t>03</a:t>
              </a:r>
              <a:endParaRPr lang="en-US" sz="3200" b="1" cap="all">
                <a:solidFill>
                  <a:schemeClr val="bg1"/>
                </a:solidFill>
                <a:uFillTx/>
                <a:latin typeface="微软雅黑" panose="020B0503020204020204" charset="-122"/>
                <a:ea typeface="微软雅黑" panose="020B0503020204020204" charset="-122"/>
              </a:endParaRPr>
            </a:p>
          </p:txBody>
        </p:sp>
      </p:grpSp>
    </p:spTree>
    <p:custDataLst>
      <p:tags r:id="rId2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3563188" y="3435483"/>
            <a:ext cx="5065776" cy="922020"/>
          </a:xfrm>
          <a:prstGeom prst="rect">
            <a:avLst/>
          </a:prstGeom>
          <a:noFill/>
        </p:spPr>
        <p:txBody>
          <a:bodyPr wrap="square" rtlCol="0">
            <a:spAutoFit/>
          </a:bodyPr>
          <a:p>
            <a:pPr algn="ctr" fontAlgn="auto">
              <a:lnSpc>
                <a:spcPct val="100000"/>
              </a:lnSpc>
            </a:pPr>
            <a:r>
              <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rPr>
              <a:t>项目建设</a:t>
            </a:r>
            <a:r>
              <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rPr>
              <a:t>模式</a:t>
            </a:r>
            <a:endPar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endParaRPr>
          </a:p>
        </p:txBody>
      </p:sp>
      <p:sp>
        <p:nvSpPr>
          <p:cNvPr id="23" name="文本框 22"/>
          <p:cNvSpPr txBox="1"/>
          <p:nvPr/>
        </p:nvSpPr>
        <p:spPr>
          <a:xfrm>
            <a:off x="5300548" y="2232091"/>
            <a:ext cx="1591056" cy="578485"/>
          </a:xfrm>
          <a:prstGeom prst="rect">
            <a:avLst/>
          </a:prstGeom>
          <a:noFill/>
        </p:spPr>
        <p:txBody>
          <a:bodyPr wrap="square" rtlCol="0">
            <a:spAutoFit/>
          </a:bodyPr>
          <a:p>
            <a:pPr algn="ctr" fontAlgn="auto">
              <a:lnSpc>
                <a:spcPts val="3800"/>
              </a:lnSpc>
            </a:pPr>
            <a:r>
              <a:rPr lang="en-US" sz="4800" b="1" cap="all">
                <a:solidFill>
                  <a:schemeClr val="bg1"/>
                </a:solidFill>
                <a:uFillTx/>
                <a:latin typeface="微软雅黑" panose="020B0503020204020204" charset="-122"/>
                <a:ea typeface="微软雅黑" panose="020B0503020204020204" charset="-122"/>
              </a:rPr>
              <a:t>01</a:t>
            </a:r>
            <a:endParaRPr lang="en-US" sz="4800" b="1" cap="all">
              <a:solidFill>
                <a:schemeClr val="bg1"/>
              </a:solidFill>
              <a:uFillTx/>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组合 8"/>
          <p:cNvGrpSpPr/>
          <p:nvPr>
            <p:custDataLst>
              <p:tags r:id="rId1"/>
            </p:custDataLst>
          </p:nvPr>
        </p:nvGrpSpPr>
        <p:grpSpPr>
          <a:xfrm>
            <a:off x="1003935" y="4313555"/>
            <a:ext cx="4345940" cy="2045970"/>
            <a:chOff x="983" y="6238"/>
            <a:chExt cx="6316" cy="4064"/>
          </a:xfrm>
        </p:grpSpPr>
        <p:sp>
          <p:nvSpPr>
            <p:cNvPr id="2" name="矩形 1"/>
            <p:cNvSpPr/>
            <p:nvPr>
              <p:custDataLst>
                <p:tags r:id="rId2"/>
              </p:custDataLst>
            </p:nvPr>
          </p:nvSpPr>
          <p:spPr>
            <a:xfrm>
              <a:off x="983" y="6238"/>
              <a:ext cx="6316" cy="4064"/>
            </a:xfrm>
            <a:prstGeom prst="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atin typeface="微软雅黑" panose="020B0503020204020204" charset="-122"/>
                <a:ea typeface="微软雅黑" panose="020B0503020204020204" charset="-122"/>
              </a:endParaRPr>
            </a:p>
          </p:txBody>
        </p:sp>
        <p:sp>
          <p:nvSpPr>
            <p:cNvPr id="3" name="文本框 2"/>
            <p:cNvSpPr txBox="1"/>
            <p:nvPr>
              <p:custDataLst>
                <p:tags r:id="rId3"/>
              </p:custDataLst>
            </p:nvPr>
          </p:nvSpPr>
          <p:spPr>
            <a:xfrm>
              <a:off x="1114" y="6499"/>
              <a:ext cx="6185" cy="3768"/>
            </a:xfrm>
            <a:prstGeom prst="rect">
              <a:avLst/>
            </a:prstGeom>
            <a:noFill/>
          </p:spPr>
          <p:txBody>
            <a:bodyPr wrap="square" rtlCol="0">
              <a:noAutofit/>
            </a:bodyPr>
            <a:p>
              <a:pPr algn="ctr" fontAlgn="auto">
                <a:lnSpc>
                  <a:spcPct val="300000"/>
                </a:lnSpc>
              </a:pPr>
              <a:r>
                <a:rPr lang="zh-CN" altLang="en-US" sz="1400" b="1" cap="all">
                  <a:solidFill>
                    <a:schemeClr val="bg1"/>
                  </a:solidFill>
                  <a:uFillTx/>
                  <a:latin typeface="微软雅黑" panose="020B0503020204020204" charset="-122"/>
                  <a:ea typeface="微软雅黑" panose="020B0503020204020204" charset="-122"/>
                  <a:cs typeface="微软雅黑" panose="020B0503020204020204" charset="-122"/>
                </a:rPr>
                <a:t>平台前期不提供交易</a:t>
              </a:r>
              <a:r>
                <a:rPr lang="zh-CN" altLang="en-US" sz="1400" b="1" cap="all">
                  <a:solidFill>
                    <a:schemeClr val="bg1"/>
                  </a:solidFill>
                  <a:uFillTx/>
                  <a:latin typeface="微软雅黑" panose="020B0503020204020204" charset="-122"/>
                  <a:ea typeface="微软雅黑" panose="020B0503020204020204" charset="-122"/>
                  <a:cs typeface="微软雅黑" panose="020B0503020204020204" charset="-122"/>
                </a:rPr>
                <a:t>业务，只提供交易入口</a:t>
              </a:r>
              <a:endParaRPr lang="zh-CN" altLang="en-US" sz="1400" b="1" cap="all">
                <a:solidFill>
                  <a:schemeClr val="bg1"/>
                </a:solidFill>
                <a:uFillTx/>
                <a:latin typeface="微软雅黑" panose="020B0503020204020204" charset="-122"/>
                <a:ea typeface="微软雅黑" panose="020B0503020204020204" charset="-122"/>
                <a:cs typeface="微软雅黑" panose="020B0503020204020204" charset="-122"/>
              </a:endParaRPr>
            </a:p>
            <a:p>
              <a:pPr algn="ctr" fontAlgn="auto">
                <a:lnSpc>
                  <a:spcPts val="2300"/>
                </a:lnSpc>
                <a:spcBef>
                  <a:spcPts val="0"/>
                </a:spcBef>
                <a:spcAft>
                  <a:spcPts val="0"/>
                </a:spcAft>
              </a:pPr>
              <a:r>
                <a:rPr lang="zh-CN" altLang="en-US" sz="1200" b="1" cap="all">
                  <a:solidFill>
                    <a:schemeClr val="bg1"/>
                  </a:solidFill>
                  <a:uFillTx/>
                  <a:latin typeface="微软雅黑" panose="020B0503020204020204" charset="-122"/>
                  <a:ea typeface="微软雅黑" panose="020B0503020204020204" charset="-122"/>
                  <a:cs typeface="微软雅黑" panose="020B0503020204020204" charset="-122"/>
                  <a:sym typeface="+mn-ea"/>
                </a:rPr>
                <a:t>参考江苏省政府采购平台前期路径，平台前期不提供交易业务，只汇聚信息发布渠道，先提升</a:t>
              </a:r>
              <a:r>
                <a:rPr lang="zh-CN" altLang="en-US" sz="1200" b="1" cap="all">
                  <a:solidFill>
                    <a:schemeClr val="bg1"/>
                  </a:solidFill>
                  <a:uFillTx/>
                  <a:latin typeface="微软雅黑" panose="020B0503020204020204" charset="-122"/>
                  <a:ea typeface="微软雅黑" panose="020B0503020204020204" charset="-122"/>
                  <a:cs typeface="微软雅黑" panose="020B0503020204020204" charset="-122"/>
                  <a:sym typeface="+mn-ea"/>
                </a:rPr>
                <a:t>流量，实际交易业务在对方的业务体系中</a:t>
              </a:r>
              <a:r>
                <a:rPr lang="zh-CN" altLang="en-US" sz="1200" b="1" cap="all">
                  <a:solidFill>
                    <a:schemeClr val="bg1"/>
                  </a:solidFill>
                  <a:uFillTx/>
                  <a:latin typeface="微软雅黑" panose="020B0503020204020204" charset="-122"/>
                  <a:ea typeface="微软雅黑" panose="020B0503020204020204" charset="-122"/>
                  <a:cs typeface="微软雅黑" panose="020B0503020204020204" charset="-122"/>
                  <a:sym typeface="+mn-ea"/>
                </a:rPr>
                <a:t>完成。</a:t>
              </a:r>
              <a:endParaRPr lang="zh-CN" altLang="en-US" sz="1200" b="1" cap="all">
                <a:solidFill>
                  <a:schemeClr val="bg1"/>
                </a:solidFill>
                <a:uFillTx/>
                <a:latin typeface="微软雅黑" panose="020B0503020204020204" charset="-122"/>
                <a:ea typeface="微软雅黑" panose="020B0503020204020204" charset="-122"/>
                <a:cs typeface="微软雅黑" panose="020B0503020204020204" charset="-122"/>
                <a:sym typeface="+mn-ea"/>
              </a:endParaRPr>
            </a:p>
          </p:txBody>
        </p:sp>
      </p:grpSp>
      <p:sp>
        <p:nvSpPr>
          <p:cNvPr id="21" name="文本框 20"/>
          <p:cNvSpPr txBox="1"/>
          <p:nvPr/>
        </p:nvSpPr>
        <p:spPr>
          <a:xfrm>
            <a:off x="336550" y="194945"/>
            <a:ext cx="2877185" cy="578485"/>
          </a:xfrm>
          <a:prstGeom prst="rect">
            <a:avLst/>
          </a:prstGeom>
          <a:noFill/>
        </p:spPr>
        <p:txBody>
          <a:bodyPr wrap="square" rtlCol="0">
            <a:spAutoFit/>
          </a:bodyPr>
          <a:p>
            <a:pPr algn="l" fontAlgn="auto">
              <a:lnSpc>
                <a:spcPts val="3800"/>
              </a:lnSpc>
            </a:pP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项目建设模式</a:t>
            </a:r>
            <a:endPar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
        <p:nvSpPr>
          <p:cNvPr id="15" name="矩形 14"/>
          <p:cNvSpPr/>
          <p:nvPr>
            <p:custDataLst>
              <p:tags r:id="rId4"/>
            </p:custDataLst>
          </p:nvPr>
        </p:nvSpPr>
        <p:spPr>
          <a:xfrm>
            <a:off x="480695" y="1414145"/>
            <a:ext cx="294005" cy="1625600"/>
          </a:xfrm>
          <a:prstGeom prst="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微软雅黑" panose="020B0503020204020204" charset="-122"/>
                <a:ea typeface="微软雅黑" panose="020B0503020204020204" charset="-122"/>
              </a:rPr>
              <a:t>不含交易业务</a:t>
            </a:r>
            <a:endParaRPr lang="zh-CN" altLang="en-US" sz="1400" b="1">
              <a:latin typeface="微软雅黑" panose="020B0503020204020204" charset="-122"/>
              <a:ea typeface="微软雅黑" panose="020B0503020204020204" charset="-122"/>
            </a:endParaRPr>
          </a:p>
        </p:txBody>
      </p:sp>
      <p:pic>
        <p:nvPicPr>
          <p:cNvPr id="17" name="图片 16"/>
          <p:cNvPicPr>
            <a:picLocks noChangeAspect="1"/>
          </p:cNvPicPr>
          <p:nvPr/>
        </p:nvPicPr>
        <p:blipFill>
          <a:blip r:embed="rId5"/>
          <a:stretch>
            <a:fillRect/>
          </a:stretch>
        </p:blipFill>
        <p:spPr>
          <a:xfrm>
            <a:off x="1003300" y="1414145"/>
            <a:ext cx="4346575" cy="2458720"/>
          </a:xfrm>
          <a:prstGeom prst="rect">
            <a:avLst/>
          </a:prstGeom>
          <a:ln>
            <a:solidFill>
              <a:schemeClr val="accent1"/>
            </a:solidFill>
          </a:ln>
        </p:spPr>
      </p:pic>
      <p:grpSp>
        <p:nvGrpSpPr>
          <p:cNvPr id="18" name="组合 17"/>
          <p:cNvGrpSpPr/>
          <p:nvPr>
            <p:custDataLst>
              <p:tags r:id="rId6"/>
            </p:custDataLst>
          </p:nvPr>
        </p:nvGrpSpPr>
        <p:grpSpPr>
          <a:xfrm>
            <a:off x="6874684" y="4329451"/>
            <a:ext cx="4550236" cy="2046956"/>
            <a:chOff x="-958" y="6238"/>
            <a:chExt cx="6476" cy="4066"/>
          </a:xfrm>
          <a:solidFill>
            <a:srgbClr val="7030A0"/>
          </a:solidFill>
        </p:grpSpPr>
        <p:sp>
          <p:nvSpPr>
            <p:cNvPr id="19" name="矩形 18"/>
            <p:cNvSpPr/>
            <p:nvPr>
              <p:custDataLst>
                <p:tags r:id="rId7"/>
              </p:custDataLst>
            </p:nvPr>
          </p:nvSpPr>
          <p:spPr>
            <a:xfrm>
              <a:off x="-958" y="6238"/>
              <a:ext cx="6476" cy="40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atin typeface="微软雅黑" panose="020B0503020204020204" charset="-122"/>
                <a:ea typeface="微软雅黑" panose="020B0503020204020204" charset="-122"/>
              </a:endParaRPr>
            </a:p>
          </p:txBody>
        </p:sp>
        <p:sp>
          <p:nvSpPr>
            <p:cNvPr id="20" name="文本框 19"/>
            <p:cNvSpPr txBox="1"/>
            <p:nvPr>
              <p:custDataLst>
                <p:tags r:id="rId8"/>
              </p:custDataLst>
            </p:nvPr>
          </p:nvSpPr>
          <p:spPr>
            <a:xfrm>
              <a:off x="-958" y="6473"/>
              <a:ext cx="6476" cy="3831"/>
            </a:xfrm>
            <a:prstGeom prst="rect">
              <a:avLst/>
            </a:prstGeom>
            <a:grpFill/>
          </p:spPr>
          <p:txBody>
            <a:bodyPr wrap="square" rtlCol="0">
              <a:noAutofit/>
            </a:bodyPr>
            <a:p>
              <a:pPr algn="ctr" fontAlgn="auto">
                <a:lnSpc>
                  <a:spcPct val="300000"/>
                </a:lnSpc>
              </a:pPr>
              <a:r>
                <a:rPr lang="zh-CN" altLang="en-US" sz="1400" b="1" cap="all">
                  <a:solidFill>
                    <a:schemeClr val="bg1"/>
                  </a:solidFill>
                  <a:uFillTx/>
                  <a:latin typeface="微软雅黑" panose="020B0503020204020204" charset="-122"/>
                  <a:ea typeface="微软雅黑" panose="020B0503020204020204" charset="-122"/>
                  <a:cs typeface="微软雅黑" panose="020B0503020204020204" charset="-122"/>
                </a:rPr>
                <a:t>平台含交易业务，</a:t>
              </a:r>
              <a:r>
                <a:rPr lang="zh-CN" altLang="en-US" sz="1400" b="1" cap="all">
                  <a:solidFill>
                    <a:schemeClr val="bg1"/>
                  </a:solidFill>
                  <a:uFillTx/>
                  <a:latin typeface="微软雅黑" panose="020B0503020204020204" charset="-122"/>
                  <a:ea typeface="微软雅黑" panose="020B0503020204020204" charset="-122"/>
                  <a:cs typeface="微软雅黑" panose="020B0503020204020204" charset="-122"/>
                </a:rPr>
                <a:t>建设完整版的电子商城</a:t>
              </a:r>
              <a:endParaRPr lang="zh-CN" altLang="en-US" sz="1400" b="1" cap="all">
                <a:solidFill>
                  <a:schemeClr val="bg1"/>
                </a:solidFill>
                <a:uFillTx/>
                <a:latin typeface="微软雅黑" panose="020B0503020204020204" charset="-122"/>
                <a:ea typeface="微软雅黑" panose="020B0503020204020204" charset="-122"/>
                <a:cs typeface="微软雅黑" panose="020B0503020204020204" charset="-122"/>
              </a:endParaRPr>
            </a:p>
            <a:p>
              <a:pPr algn="ctr" fontAlgn="auto">
                <a:lnSpc>
                  <a:spcPts val="2300"/>
                </a:lnSpc>
                <a:spcBef>
                  <a:spcPts val="0"/>
                </a:spcBef>
                <a:spcAft>
                  <a:spcPts val="0"/>
                </a:spcAft>
              </a:pPr>
              <a:r>
                <a:rPr lang="zh-CN" altLang="en-US" sz="1200" b="1" cap="all">
                  <a:solidFill>
                    <a:schemeClr val="bg1"/>
                  </a:solidFill>
                  <a:uFillTx/>
                  <a:latin typeface="微软雅黑" panose="020B0503020204020204" charset="-122"/>
                  <a:ea typeface="微软雅黑" panose="020B0503020204020204" charset="-122"/>
                  <a:cs typeface="微软雅黑" panose="020B0503020204020204" charset="-122"/>
                </a:rPr>
                <a:t>以赣云采为例，做聚合商城，打造集</a:t>
              </a:r>
              <a:r>
                <a:rPr lang="zh-CN" altLang="en-US" sz="1200" b="1" cap="all">
                  <a:solidFill>
                    <a:schemeClr val="bg1"/>
                  </a:solidFill>
                  <a:uFillTx/>
                  <a:latin typeface="微软雅黑" panose="020B0503020204020204" charset="-122"/>
                  <a:ea typeface="微软雅黑" panose="020B0503020204020204" charset="-122"/>
                  <a:cs typeface="微软雅黑" panose="020B0503020204020204" charset="-122"/>
                  <a:sym typeface="阿里巴巴普惠体 R" panose="00020600040101010101" pitchFamily="18" charset="-122"/>
                </a:rPr>
                <a:t>预算、交易、支付全流程协同和监管为一体的数字化采购电子</a:t>
              </a:r>
              <a:r>
                <a:rPr lang="zh-CN" altLang="en-US" sz="1200" b="1" cap="all">
                  <a:solidFill>
                    <a:schemeClr val="bg1"/>
                  </a:solidFill>
                  <a:uFillTx/>
                  <a:latin typeface="微软雅黑" panose="020B0503020204020204" charset="-122"/>
                  <a:ea typeface="微软雅黑" panose="020B0503020204020204" charset="-122"/>
                  <a:cs typeface="微软雅黑" panose="020B0503020204020204" charset="-122"/>
                  <a:sym typeface="阿里巴巴普惠体 R" panose="00020600040101010101" pitchFamily="18" charset="-122"/>
                </a:rPr>
                <a:t>商城</a:t>
              </a:r>
              <a:endParaRPr lang="zh-CN" altLang="en-US" sz="1200" b="1" cap="all">
                <a:solidFill>
                  <a:schemeClr val="bg1"/>
                </a:solidFill>
                <a:uFillTx/>
                <a:latin typeface="微软雅黑" panose="020B0503020204020204" charset="-122"/>
                <a:ea typeface="微软雅黑" panose="020B0503020204020204" charset="-122"/>
                <a:cs typeface="微软雅黑" panose="020B0503020204020204" charset="-122"/>
              </a:endParaRPr>
            </a:p>
          </p:txBody>
        </p:sp>
      </p:grpSp>
      <p:sp>
        <p:nvSpPr>
          <p:cNvPr id="23" name="矩形 22"/>
          <p:cNvSpPr/>
          <p:nvPr>
            <p:custDataLst>
              <p:tags r:id="rId9"/>
            </p:custDataLst>
          </p:nvPr>
        </p:nvSpPr>
        <p:spPr>
          <a:xfrm>
            <a:off x="6391910" y="1416685"/>
            <a:ext cx="294005" cy="1625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微软雅黑" panose="020B0503020204020204" charset="-122"/>
                <a:ea typeface="微软雅黑" panose="020B0503020204020204" charset="-122"/>
              </a:rPr>
              <a:t>含交易业务</a:t>
            </a:r>
            <a:endParaRPr lang="zh-CN" altLang="en-US" sz="1400" b="1">
              <a:latin typeface="微软雅黑" panose="020B0503020204020204" charset="-122"/>
              <a:ea typeface="微软雅黑" panose="020B0503020204020204" charset="-122"/>
            </a:endParaRPr>
          </a:p>
        </p:txBody>
      </p:sp>
      <p:pic>
        <p:nvPicPr>
          <p:cNvPr id="29" name="PA-图片 4"/>
          <p:cNvPicPr>
            <a:picLocks noChangeAspect="1"/>
          </p:cNvPicPr>
          <p:nvPr>
            <p:custDataLst>
              <p:tags r:id="rId10"/>
            </p:custDataLst>
          </p:nvPr>
        </p:nvPicPr>
        <p:blipFill>
          <a:blip r:embed="rId11" cstate="print">
            <a:extLst>
              <a:ext uri="{28A0092B-C50C-407E-A947-70E740481C1C}">
                <a14:useLocalDpi xmlns:a14="http://schemas.microsoft.com/office/drawing/2010/main" val="0"/>
              </a:ext>
            </a:extLst>
          </a:blip>
          <a:stretch>
            <a:fillRect/>
          </a:stretch>
        </p:blipFill>
        <p:spPr>
          <a:xfrm>
            <a:off x="6873875" y="1416685"/>
            <a:ext cx="4550410" cy="2456180"/>
          </a:xfrm>
          <a:prstGeom prst="rect">
            <a:avLst/>
          </a:prstGeom>
          <a:ln>
            <a:solidFill>
              <a:srgbClr val="7030A0"/>
            </a:solidFill>
          </a:ln>
          <a:effectLst/>
        </p:spPr>
      </p:pic>
    </p:spTree>
    <p:custDataLst>
      <p:tags r:id="rId1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201930" y="176530"/>
            <a:ext cx="4138295" cy="578485"/>
          </a:xfrm>
          <a:prstGeom prst="rect">
            <a:avLst/>
          </a:prstGeom>
          <a:noFill/>
        </p:spPr>
        <p:txBody>
          <a:bodyPr wrap="square" rtlCol="0">
            <a:spAutoFit/>
          </a:bodyPr>
          <a:p>
            <a:pPr algn="l" fontAlgn="auto">
              <a:lnSpc>
                <a:spcPts val="3800"/>
              </a:lnSpc>
            </a:pP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建设模式分析</a:t>
            </a:r>
            <a:endPar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
        <p:nvSpPr>
          <p:cNvPr id="8" name="椭圆 7"/>
          <p:cNvSpPr/>
          <p:nvPr/>
        </p:nvSpPr>
        <p:spPr>
          <a:xfrm>
            <a:off x="4432935" y="2087245"/>
            <a:ext cx="3326130" cy="3326130"/>
          </a:xfrm>
          <a:prstGeom prst="ellipse">
            <a:avLst/>
          </a:prstGeom>
          <a:noFill/>
          <a:ln>
            <a:solidFill>
              <a:srgbClr val="4489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2" name="椭圆 11"/>
          <p:cNvSpPr/>
          <p:nvPr/>
        </p:nvSpPr>
        <p:spPr>
          <a:xfrm>
            <a:off x="4996815" y="2651125"/>
            <a:ext cx="2198370" cy="2198370"/>
          </a:xfrm>
          <a:prstGeom prst="ellipse">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nvGrpSpPr>
          <p:cNvPr id="17" name="组合 16"/>
          <p:cNvGrpSpPr/>
          <p:nvPr/>
        </p:nvGrpSpPr>
        <p:grpSpPr>
          <a:xfrm>
            <a:off x="4500245" y="2438400"/>
            <a:ext cx="563880" cy="2688590"/>
            <a:chOff x="7087" y="3840"/>
            <a:chExt cx="888" cy="4234"/>
          </a:xfrm>
        </p:grpSpPr>
        <p:sp>
          <p:nvSpPr>
            <p:cNvPr id="15" name="椭圆 14"/>
            <p:cNvSpPr/>
            <p:nvPr/>
          </p:nvSpPr>
          <p:spPr>
            <a:xfrm>
              <a:off x="7087" y="3840"/>
              <a:ext cx="888" cy="888"/>
            </a:xfrm>
            <a:prstGeom prst="ellipse">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椭圆 15"/>
            <p:cNvSpPr/>
            <p:nvPr/>
          </p:nvSpPr>
          <p:spPr>
            <a:xfrm>
              <a:off x="7087" y="7186"/>
              <a:ext cx="888" cy="888"/>
            </a:xfrm>
            <a:prstGeom prst="ellipse">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grpSp>
        <p:nvGrpSpPr>
          <p:cNvPr id="18" name="组合 17"/>
          <p:cNvGrpSpPr/>
          <p:nvPr/>
        </p:nvGrpSpPr>
        <p:grpSpPr>
          <a:xfrm>
            <a:off x="7128510" y="2438400"/>
            <a:ext cx="563880" cy="2688590"/>
            <a:chOff x="7087" y="3840"/>
            <a:chExt cx="888" cy="4234"/>
          </a:xfrm>
        </p:grpSpPr>
        <p:sp>
          <p:nvSpPr>
            <p:cNvPr id="19" name="椭圆 18"/>
            <p:cNvSpPr/>
            <p:nvPr/>
          </p:nvSpPr>
          <p:spPr>
            <a:xfrm>
              <a:off x="7087" y="3840"/>
              <a:ext cx="888" cy="888"/>
            </a:xfrm>
            <a:prstGeom prst="ellipse">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20" name="椭圆 19"/>
            <p:cNvSpPr/>
            <p:nvPr/>
          </p:nvSpPr>
          <p:spPr>
            <a:xfrm>
              <a:off x="7087" y="7186"/>
              <a:ext cx="888" cy="888"/>
            </a:xfrm>
            <a:prstGeom prst="ellipse">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4" name="文本框 3"/>
          <p:cNvSpPr txBox="1"/>
          <p:nvPr/>
        </p:nvSpPr>
        <p:spPr>
          <a:xfrm>
            <a:off x="4500245" y="3211830"/>
            <a:ext cx="3192145" cy="1076325"/>
          </a:xfrm>
          <a:prstGeom prst="rect">
            <a:avLst/>
          </a:prstGeom>
          <a:noFill/>
        </p:spPr>
        <p:txBody>
          <a:bodyPr wrap="square" rtlCol="0" anchor="t">
            <a:spAutoFit/>
          </a:bodyPr>
          <a:p>
            <a:pPr algn="ctr"/>
            <a:r>
              <a:rPr lang="zh-CN" altLang="en-US" sz="3200" b="1">
                <a:solidFill>
                  <a:schemeClr val="bg1"/>
                </a:solidFill>
                <a:latin typeface="微软雅黑" panose="020B0503020204020204" charset="-122"/>
                <a:ea typeface="微软雅黑" panose="020B0503020204020204" charset="-122"/>
                <a:cs typeface="思源黑体 CN Medium" panose="020B0600000000000000" charset="-122"/>
                <a:sym typeface="+mn-ea"/>
              </a:rPr>
              <a:t>不含交易</a:t>
            </a:r>
            <a:endParaRPr lang="zh-CN" altLang="en-US" sz="3200" b="1">
              <a:solidFill>
                <a:schemeClr val="bg1"/>
              </a:solidFill>
              <a:latin typeface="微软雅黑" panose="020B0503020204020204" charset="-122"/>
              <a:ea typeface="微软雅黑" panose="020B0503020204020204" charset="-122"/>
              <a:cs typeface="思源黑体 CN Medium" panose="020B0600000000000000" charset="-122"/>
              <a:sym typeface="+mn-ea"/>
            </a:endParaRPr>
          </a:p>
          <a:p>
            <a:pPr algn="ctr"/>
            <a:r>
              <a:rPr lang="zh-CN" altLang="en-US" sz="3200" b="1">
                <a:solidFill>
                  <a:schemeClr val="bg1"/>
                </a:solidFill>
                <a:latin typeface="微软雅黑" panose="020B0503020204020204" charset="-122"/>
                <a:ea typeface="微软雅黑" panose="020B0503020204020204" charset="-122"/>
                <a:cs typeface="思源黑体 CN Medium" panose="020B0600000000000000" charset="-122"/>
                <a:sym typeface="+mn-ea"/>
              </a:rPr>
              <a:t>业务</a:t>
            </a:r>
            <a:endParaRPr lang="zh-CN" altLang="en-US" sz="3200" b="1">
              <a:solidFill>
                <a:schemeClr val="bg1"/>
              </a:solidFill>
              <a:latin typeface="微软雅黑" panose="020B0503020204020204" charset="-122"/>
              <a:ea typeface="微软雅黑" panose="020B0503020204020204" charset="-122"/>
              <a:cs typeface="思源黑体 CN Medium" panose="020B0600000000000000" charset="-122"/>
              <a:sym typeface="+mn-ea"/>
            </a:endParaRPr>
          </a:p>
        </p:txBody>
      </p:sp>
      <p:grpSp>
        <p:nvGrpSpPr>
          <p:cNvPr id="7" name="组合 6"/>
          <p:cNvGrpSpPr/>
          <p:nvPr/>
        </p:nvGrpSpPr>
        <p:grpSpPr>
          <a:xfrm>
            <a:off x="1339850" y="1899920"/>
            <a:ext cx="2888615" cy="2377440"/>
            <a:chOff x="2438" y="2661"/>
            <a:chExt cx="4549" cy="3744"/>
          </a:xfrm>
        </p:grpSpPr>
        <p:sp>
          <p:nvSpPr>
            <p:cNvPr id="9" name="文本框 8"/>
            <p:cNvSpPr txBox="1"/>
            <p:nvPr/>
          </p:nvSpPr>
          <p:spPr>
            <a:xfrm>
              <a:off x="2438" y="2661"/>
              <a:ext cx="3752" cy="798"/>
            </a:xfrm>
            <a:prstGeom prst="rect">
              <a:avLst/>
            </a:prstGeom>
            <a:noFill/>
          </p:spPr>
          <p:txBody>
            <a:bodyPr wrap="square" rtlCol="0">
              <a:spAutoFit/>
            </a:bodyPr>
            <a:p>
              <a:pPr algn="l">
                <a:lnSpc>
                  <a:spcPct val="150000"/>
                </a:lnSpc>
              </a:pPr>
              <a:r>
                <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rPr>
                <a:t>一、快速</a:t>
              </a:r>
              <a:r>
                <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sym typeface="+mn-ea"/>
                </a:rPr>
                <a:t>提升流量</a:t>
              </a:r>
              <a:endPar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endParaRPr>
            </a:p>
          </p:txBody>
        </p:sp>
        <p:sp>
          <p:nvSpPr>
            <p:cNvPr id="10" name="文本框 9"/>
            <p:cNvSpPr txBox="1"/>
            <p:nvPr/>
          </p:nvSpPr>
          <p:spPr>
            <a:xfrm>
              <a:off x="2438" y="3717"/>
              <a:ext cx="4549" cy="2688"/>
            </a:xfrm>
            <a:prstGeom prst="rect">
              <a:avLst/>
            </a:prstGeom>
            <a:noFill/>
          </p:spPr>
          <p:txBody>
            <a:bodyPr wrap="square" rtlCol="0">
              <a:spAutoFit/>
            </a:bodyPr>
            <a:p>
              <a:pPr algn="l">
                <a:lnSpc>
                  <a:spcPct val="150000"/>
                </a:lnSpc>
              </a:pPr>
              <a:r>
                <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rPr>
                <a:t>可以快速提升门户的知名度和用户流量，整合多个平台电商的链接，为用户提供更多的购物选择，吸引更多流量。</a:t>
              </a:r>
              <a:endPar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endParaRPr>
            </a:p>
            <a:p>
              <a:pPr algn="l">
                <a:lnSpc>
                  <a:spcPct val="150000"/>
                </a:lnSpc>
              </a:pPr>
              <a:endPar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endParaRPr>
            </a:p>
          </p:txBody>
        </p:sp>
        <p:sp>
          <p:nvSpPr>
            <p:cNvPr id="11" name="矩形 10"/>
            <p:cNvSpPr/>
            <p:nvPr/>
          </p:nvSpPr>
          <p:spPr>
            <a:xfrm>
              <a:off x="2626" y="3598"/>
              <a:ext cx="1232" cy="119"/>
            </a:xfrm>
            <a:prstGeom prst="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grpSp>
        <p:nvGrpSpPr>
          <p:cNvPr id="45" name="组合 44"/>
          <p:cNvGrpSpPr/>
          <p:nvPr/>
        </p:nvGrpSpPr>
        <p:grpSpPr>
          <a:xfrm>
            <a:off x="1339850" y="3950970"/>
            <a:ext cx="2764790" cy="2054225"/>
            <a:chOff x="2438" y="2661"/>
            <a:chExt cx="4354" cy="3235"/>
          </a:xfrm>
        </p:grpSpPr>
        <p:sp>
          <p:nvSpPr>
            <p:cNvPr id="13" name="文本框 12"/>
            <p:cNvSpPr txBox="1"/>
            <p:nvPr/>
          </p:nvSpPr>
          <p:spPr>
            <a:xfrm>
              <a:off x="2438" y="2661"/>
              <a:ext cx="3752" cy="798"/>
            </a:xfrm>
            <a:prstGeom prst="rect">
              <a:avLst/>
            </a:prstGeom>
            <a:noFill/>
          </p:spPr>
          <p:txBody>
            <a:bodyPr wrap="square" rtlCol="0">
              <a:spAutoFit/>
            </a:bodyPr>
            <a:p>
              <a:pPr algn="l">
                <a:lnSpc>
                  <a:spcPct val="150000"/>
                </a:lnSpc>
              </a:pPr>
              <a:r>
                <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rPr>
                <a:t>三、</a:t>
              </a:r>
              <a:r>
                <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sym typeface="+mn-ea"/>
                </a:rPr>
                <a:t>降低运营成本</a:t>
              </a:r>
              <a:endPar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endParaRPr>
            </a:p>
          </p:txBody>
        </p:sp>
        <p:sp>
          <p:nvSpPr>
            <p:cNvPr id="14" name="文本框 13"/>
            <p:cNvSpPr txBox="1"/>
            <p:nvPr/>
          </p:nvSpPr>
          <p:spPr>
            <a:xfrm>
              <a:off x="2438" y="3717"/>
              <a:ext cx="4354" cy="2179"/>
            </a:xfrm>
            <a:prstGeom prst="rect">
              <a:avLst/>
            </a:prstGeom>
            <a:noFill/>
          </p:spPr>
          <p:txBody>
            <a:bodyPr wrap="square" rtlCol="0">
              <a:spAutoFit/>
            </a:bodyPr>
            <a:p>
              <a:pPr algn="l">
                <a:lnSpc>
                  <a:spcPct val="150000"/>
                </a:lnSpc>
              </a:pPr>
              <a:r>
                <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rPr>
                <a:t>无需自行搭建和维护复杂的电子商城，减少技术开发和维护成本。</a:t>
              </a:r>
              <a:endPar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endParaRPr>
            </a:p>
            <a:p>
              <a:pPr algn="l">
                <a:lnSpc>
                  <a:spcPct val="150000"/>
                </a:lnSpc>
              </a:pPr>
              <a:r>
                <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rPr>
                <a:t>前期无需处理物流配送、售后服务等环节，降低运营成本。</a:t>
              </a:r>
              <a:endPar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endParaRPr>
            </a:p>
          </p:txBody>
        </p:sp>
        <p:sp>
          <p:nvSpPr>
            <p:cNvPr id="28" name="矩形 27"/>
            <p:cNvSpPr/>
            <p:nvPr/>
          </p:nvSpPr>
          <p:spPr>
            <a:xfrm>
              <a:off x="2626" y="3598"/>
              <a:ext cx="1232" cy="119"/>
            </a:xfrm>
            <a:prstGeom prst="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grpSp>
        <p:nvGrpSpPr>
          <p:cNvPr id="29" name="组合 28"/>
          <p:cNvGrpSpPr/>
          <p:nvPr/>
        </p:nvGrpSpPr>
        <p:grpSpPr>
          <a:xfrm>
            <a:off x="8119110" y="1899920"/>
            <a:ext cx="2764790" cy="1684655"/>
            <a:chOff x="2438" y="2734"/>
            <a:chExt cx="4354" cy="2653"/>
          </a:xfrm>
        </p:grpSpPr>
        <p:sp>
          <p:nvSpPr>
            <p:cNvPr id="50" name="文本框 49"/>
            <p:cNvSpPr txBox="1"/>
            <p:nvPr/>
          </p:nvSpPr>
          <p:spPr>
            <a:xfrm>
              <a:off x="2988" y="2734"/>
              <a:ext cx="3752" cy="798"/>
            </a:xfrm>
            <a:prstGeom prst="rect">
              <a:avLst/>
            </a:prstGeom>
            <a:noFill/>
          </p:spPr>
          <p:txBody>
            <a:bodyPr wrap="square" rtlCol="0">
              <a:spAutoFit/>
            </a:bodyPr>
            <a:p>
              <a:pPr algn="r">
                <a:lnSpc>
                  <a:spcPct val="150000"/>
                </a:lnSpc>
              </a:pPr>
              <a:r>
                <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rPr>
                <a:t>二、快速上线与迭代</a:t>
              </a:r>
              <a:endPar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endParaRPr>
            </a:p>
          </p:txBody>
        </p:sp>
        <p:sp>
          <p:nvSpPr>
            <p:cNvPr id="51" name="文本框 50"/>
            <p:cNvSpPr txBox="1"/>
            <p:nvPr/>
          </p:nvSpPr>
          <p:spPr>
            <a:xfrm>
              <a:off x="2438" y="3717"/>
              <a:ext cx="4354" cy="1670"/>
            </a:xfrm>
            <a:prstGeom prst="rect">
              <a:avLst/>
            </a:prstGeom>
            <a:noFill/>
          </p:spPr>
          <p:txBody>
            <a:bodyPr wrap="square" rtlCol="0">
              <a:spAutoFit/>
            </a:bodyPr>
            <a:p>
              <a:pPr algn="r">
                <a:lnSpc>
                  <a:spcPct val="150000"/>
                </a:lnSpc>
              </a:pPr>
              <a:r>
                <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rPr>
                <a:t>信息发布门户相对简单，可以快速上线，并根据市场反馈进行迭代优化。</a:t>
              </a:r>
              <a:endPar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endParaRPr>
            </a:p>
          </p:txBody>
        </p:sp>
        <p:sp>
          <p:nvSpPr>
            <p:cNvPr id="52" name="矩形 51"/>
            <p:cNvSpPr/>
            <p:nvPr/>
          </p:nvSpPr>
          <p:spPr>
            <a:xfrm>
              <a:off x="5331" y="3598"/>
              <a:ext cx="1232" cy="119"/>
            </a:xfrm>
            <a:prstGeom prst="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grpSp>
        <p:nvGrpSpPr>
          <p:cNvPr id="53" name="组合 52"/>
          <p:cNvGrpSpPr/>
          <p:nvPr/>
        </p:nvGrpSpPr>
        <p:grpSpPr>
          <a:xfrm>
            <a:off x="8119110" y="3950970"/>
            <a:ext cx="2764790" cy="2314575"/>
            <a:chOff x="2438" y="2760"/>
            <a:chExt cx="4354" cy="3645"/>
          </a:xfrm>
        </p:grpSpPr>
        <p:sp>
          <p:nvSpPr>
            <p:cNvPr id="54" name="文本框 53"/>
            <p:cNvSpPr txBox="1"/>
            <p:nvPr/>
          </p:nvSpPr>
          <p:spPr>
            <a:xfrm>
              <a:off x="2988" y="2760"/>
              <a:ext cx="3752" cy="798"/>
            </a:xfrm>
            <a:prstGeom prst="rect">
              <a:avLst/>
            </a:prstGeom>
            <a:noFill/>
          </p:spPr>
          <p:txBody>
            <a:bodyPr wrap="square" rtlCol="0">
              <a:spAutoFit/>
            </a:bodyPr>
            <a:p>
              <a:pPr algn="r">
                <a:lnSpc>
                  <a:spcPct val="150000"/>
                </a:lnSpc>
              </a:pPr>
              <a:r>
                <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rPr>
                <a:t>四、用户转化率受限</a:t>
              </a:r>
              <a:endParaRPr lang="zh-CN" altLang="en-US" b="1">
                <a:solidFill>
                  <a:schemeClr val="tx1">
                    <a:lumMod val="65000"/>
                    <a:lumOff val="35000"/>
                  </a:schemeClr>
                </a:solidFill>
                <a:latin typeface="微软雅黑" panose="020B0503020204020204" charset="-122"/>
                <a:ea typeface="微软雅黑" panose="020B0503020204020204" charset="-122"/>
                <a:cs typeface="思源黑体 CN Medium" panose="020B0600000000000000" charset="-122"/>
              </a:endParaRPr>
            </a:p>
          </p:txBody>
        </p:sp>
        <p:sp>
          <p:nvSpPr>
            <p:cNvPr id="32" name="文本框 31"/>
            <p:cNvSpPr txBox="1"/>
            <p:nvPr/>
          </p:nvSpPr>
          <p:spPr>
            <a:xfrm>
              <a:off x="2438" y="3717"/>
              <a:ext cx="4354" cy="2688"/>
            </a:xfrm>
            <a:prstGeom prst="rect">
              <a:avLst/>
            </a:prstGeom>
            <a:noFill/>
          </p:spPr>
          <p:txBody>
            <a:bodyPr wrap="square" rtlCol="0">
              <a:spAutoFit/>
            </a:bodyPr>
            <a:p>
              <a:pPr algn="r">
                <a:lnSpc>
                  <a:spcPct val="150000"/>
                </a:lnSpc>
              </a:pPr>
              <a:r>
                <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rPr>
                <a:t>直接跳转到第三方商城采购难以直接获取交易数据和用户行为数据，</a:t>
              </a:r>
              <a:r>
                <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rPr>
                <a:t>用户转化率受限（</a:t>
              </a:r>
              <a:r>
                <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rPr>
                <a:t>需要和企业和第三方平台签订协议），同时利润分成问题会收到</a:t>
              </a:r>
              <a:r>
                <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rPr>
                <a:t>影响。</a:t>
              </a:r>
              <a:endParaRPr lang="zh-CN" altLang="en-US" sz="1400">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mn-ea"/>
              </a:endParaRPr>
            </a:p>
          </p:txBody>
        </p:sp>
        <p:sp>
          <p:nvSpPr>
            <p:cNvPr id="35" name="矩形 34"/>
            <p:cNvSpPr/>
            <p:nvPr/>
          </p:nvSpPr>
          <p:spPr>
            <a:xfrm>
              <a:off x="5331" y="3578"/>
              <a:ext cx="1232" cy="119"/>
            </a:xfrm>
            <a:prstGeom prst="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57" name="文本框 56"/>
          <p:cNvSpPr txBox="1"/>
          <p:nvPr/>
        </p:nvSpPr>
        <p:spPr>
          <a:xfrm>
            <a:off x="4500245" y="2524125"/>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01</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
        <p:nvSpPr>
          <p:cNvPr id="58" name="文本框 57"/>
          <p:cNvSpPr txBox="1"/>
          <p:nvPr/>
        </p:nvSpPr>
        <p:spPr>
          <a:xfrm>
            <a:off x="7128510" y="2538095"/>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02</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
        <p:nvSpPr>
          <p:cNvPr id="59" name="文本框 58"/>
          <p:cNvSpPr txBox="1"/>
          <p:nvPr/>
        </p:nvSpPr>
        <p:spPr>
          <a:xfrm>
            <a:off x="4499610" y="4658360"/>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03</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
        <p:nvSpPr>
          <p:cNvPr id="60" name="文本框 59"/>
          <p:cNvSpPr txBox="1"/>
          <p:nvPr/>
        </p:nvSpPr>
        <p:spPr>
          <a:xfrm>
            <a:off x="7127875" y="4658360"/>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04</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MH_Desc_1"/>
          <p:cNvSpPr>
            <a:spLocks noChangeArrowheads="1"/>
          </p:cNvSpPr>
          <p:nvPr>
            <p:custDataLst>
              <p:tags r:id="rId1"/>
            </p:custDataLst>
          </p:nvPr>
        </p:nvSpPr>
        <p:spPr bwMode="auto">
          <a:xfrm>
            <a:off x="1075690" y="1652270"/>
            <a:ext cx="4434205" cy="1636395"/>
          </a:xfrm>
          <a:prstGeom prst="roundRect">
            <a:avLst>
              <a:gd name="adj" fmla="val 8912"/>
            </a:avLst>
          </a:prstGeom>
          <a:solidFill>
            <a:srgbClr val="4489C8"/>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72320" tIns="313011" rIns="272320" bIns="313011" spcCol="1270" anchor="ctr">
            <a:normAutofit/>
          </a:bodyPr>
          <a:lstStyle/>
          <a:p>
            <a:pPr algn="ctr" defTabSz="1600200">
              <a:lnSpc>
                <a:spcPct val="90000"/>
              </a:lnSpc>
              <a:spcAft>
                <a:spcPct val="35000"/>
              </a:spcAft>
            </a:pPr>
            <a:endParaRPr lang="en-US" altLang="zh-CN" sz="3600" dirty="0">
              <a:solidFill>
                <a:schemeClr val="lt1"/>
              </a:solidFill>
              <a:cs typeface="+mn-ea"/>
              <a:sym typeface="+mn-lt"/>
            </a:endParaRPr>
          </a:p>
        </p:txBody>
      </p:sp>
      <p:sp>
        <p:nvSpPr>
          <p:cNvPr id="26" name="MH_Desc_1"/>
          <p:cNvSpPr>
            <a:spLocks noChangeArrowheads="1"/>
          </p:cNvSpPr>
          <p:nvPr>
            <p:custDataLst>
              <p:tags r:id="rId2"/>
            </p:custDataLst>
          </p:nvPr>
        </p:nvSpPr>
        <p:spPr bwMode="auto">
          <a:xfrm>
            <a:off x="1075690" y="3950970"/>
            <a:ext cx="4434205" cy="1708150"/>
          </a:xfrm>
          <a:prstGeom prst="roundRect">
            <a:avLst>
              <a:gd name="adj" fmla="val 8912"/>
            </a:avLst>
          </a:prstGeom>
          <a:solidFill>
            <a:srgbClr val="7030A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72320" tIns="313011" rIns="272320" bIns="313011" spcCol="1270" anchor="ctr">
            <a:normAutofit/>
          </a:bodyPr>
          <a:lstStyle/>
          <a:p>
            <a:pPr algn="ctr" defTabSz="1600200">
              <a:lnSpc>
                <a:spcPct val="90000"/>
              </a:lnSpc>
              <a:spcAft>
                <a:spcPct val="35000"/>
              </a:spcAft>
            </a:pPr>
            <a:endParaRPr lang="en-US" altLang="zh-CN" sz="3600" dirty="0">
              <a:solidFill>
                <a:schemeClr val="lt1"/>
              </a:solidFill>
              <a:cs typeface="+mn-ea"/>
              <a:sym typeface="+mn-lt"/>
            </a:endParaRPr>
          </a:p>
        </p:txBody>
      </p:sp>
      <p:sp>
        <p:nvSpPr>
          <p:cNvPr id="30" name="MH_Desc_1"/>
          <p:cNvSpPr>
            <a:spLocks noChangeArrowheads="1"/>
          </p:cNvSpPr>
          <p:nvPr>
            <p:custDataLst>
              <p:tags r:id="rId3"/>
            </p:custDataLst>
          </p:nvPr>
        </p:nvSpPr>
        <p:spPr bwMode="auto">
          <a:xfrm>
            <a:off x="6600190" y="1652270"/>
            <a:ext cx="4434205" cy="1636395"/>
          </a:xfrm>
          <a:prstGeom prst="roundRect">
            <a:avLst>
              <a:gd name="adj" fmla="val 8912"/>
            </a:avLst>
          </a:prstGeom>
          <a:solidFill>
            <a:srgbClr val="7030A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72320" tIns="313011" rIns="272320" bIns="313011" spcCol="1270" anchor="ctr">
            <a:normAutofit/>
          </a:bodyPr>
          <a:lstStyle/>
          <a:p>
            <a:pPr algn="ctr" defTabSz="1600200">
              <a:lnSpc>
                <a:spcPct val="90000"/>
              </a:lnSpc>
              <a:spcAft>
                <a:spcPct val="35000"/>
              </a:spcAft>
            </a:pPr>
            <a:endParaRPr lang="en-US" altLang="zh-CN" sz="3600" dirty="0">
              <a:solidFill>
                <a:schemeClr val="lt1"/>
              </a:solidFill>
              <a:cs typeface="+mn-ea"/>
              <a:sym typeface="+mn-lt"/>
            </a:endParaRPr>
          </a:p>
        </p:txBody>
      </p:sp>
      <p:sp>
        <p:nvSpPr>
          <p:cNvPr id="36" name="MH_Desc_1"/>
          <p:cNvSpPr>
            <a:spLocks noChangeArrowheads="1"/>
          </p:cNvSpPr>
          <p:nvPr>
            <p:custDataLst>
              <p:tags r:id="rId4"/>
            </p:custDataLst>
          </p:nvPr>
        </p:nvSpPr>
        <p:spPr bwMode="auto">
          <a:xfrm>
            <a:off x="6600190" y="3950970"/>
            <a:ext cx="4434205" cy="1708150"/>
          </a:xfrm>
          <a:prstGeom prst="roundRect">
            <a:avLst>
              <a:gd name="adj" fmla="val 8912"/>
            </a:avLst>
          </a:prstGeom>
          <a:solidFill>
            <a:srgbClr val="4489C8"/>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72320" tIns="313011" rIns="272320" bIns="313011" spcCol="1270" anchor="ctr">
            <a:normAutofit/>
          </a:bodyPr>
          <a:lstStyle/>
          <a:p>
            <a:pPr algn="ctr" defTabSz="1600200">
              <a:lnSpc>
                <a:spcPct val="90000"/>
              </a:lnSpc>
              <a:spcAft>
                <a:spcPct val="35000"/>
              </a:spcAft>
            </a:pPr>
            <a:endParaRPr lang="en-US" altLang="zh-CN" sz="3600" dirty="0">
              <a:solidFill>
                <a:schemeClr val="lt1"/>
              </a:solidFill>
              <a:cs typeface="+mn-ea"/>
              <a:sym typeface="+mn-lt"/>
            </a:endParaRPr>
          </a:p>
        </p:txBody>
      </p:sp>
      <p:grpSp>
        <p:nvGrpSpPr>
          <p:cNvPr id="38" name="组合 37"/>
          <p:cNvGrpSpPr/>
          <p:nvPr/>
        </p:nvGrpSpPr>
        <p:grpSpPr>
          <a:xfrm>
            <a:off x="1386176" y="1728529"/>
            <a:ext cx="3895148" cy="1445693"/>
            <a:chOff x="4283652" y="1906329"/>
            <a:chExt cx="3895148" cy="1445693"/>
          </a:xfrm>
        </p:grpSpPr>
        <p:sp>
          <p:nvSpPr>
            <p:cNvPr id="39" name="PA-矩形 4"/>
            <p:cNvSpPr>
              <a:spLocks noChangeArrowheads="1"/>
            </p:cNvSpPr>
            <p:nvPr>
              <p:custDataLst>
                <p:tags r:id="rId5"/>
              </p:custDataLst>
            </p:nvPr>
          </p:nvSpPr>
          <p:spPr bwMode="auto">
            <a:xfrm>
              <a:off x="4283652" y="2383012"/>
              <a:ext cx="3895148"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150000"/>
                </a:lnSpc>
              </a:pPr>
              <a:r>
                <a:rPr lang="zh-CN" altLang="en-US" sz="1400">
                  <a:solidFill>
                    <a:schemeClr val="bg1"/>
                  </a:solidFill>
                  <a:latin typeface="微软雅黑" panose="020B0503020204020204" charset="-122"/>
                  <a:ea typeface="微软雅黑" panose="020B0503020204020204" charset="-122"/>
                  <a:sym typeface="+mn-ea"/>
                </a:rPr>
                <a:t>做全省国企的网上商城，解决采用友商平台只有平台使用权，无平台管理权、运营权，导致数据汇总统计难、管理难等各项问题</a:t>
              </a:r>
              <a:endParaRPr lang="zh-CN" altLang="en-US" sz="1400">
                <a:solidFill>
                  <a:schemeClr val="bg1"/>
                </a:solidFill>
                <a:latin typeface="微软雅黑" panose="020B0503020204020204" charset="-122"/>
                <a:ea typeface="微软雅黑" panose="020B0503020204020204" charset="-122"/>
                <a:sym typeface="+mn-ea"/>
              </a:endParaRPr>
            </a:p>
          </p:txBody>
        </p:sp>
        <p:sp>
          <p:nvSpPr>
            <p:cNvPr id="40" name="PA-矩形 4"/>
            <p:cNvSpPr>
              <a:spLocks noChangeArrowheads="1"/>
            </p:cNvSpPr>
            <p:nvPr>
              <p:custDataLst>
                <p:tags r:id="rId6"/>
              </p:custDataLst>
            </p:nvPr>
          </p:nvSpPr>
          <p:spPr bwMode="auto">
            <a:xfrm>
              <a:off x="4512887" y="1906329"/>
              <a:ext cx="352107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150000"/>
                </a:lnSpc>
              </a:pP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rPr>
                <a:t>一、</a:t>
              </a: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rPr>
                <a:t>建设全省国企的电子商城</a:t>
              </a:r>
              <a:endParaRPr lang="zh-CN" altLang="en-US" sz="2000" b="1" dirty="0">
                <a:solidFill>
                  <a:schemeClr val="bg1"/>
                </a:solidFill>
                <a:latin typeface="微软雅黑" panose="020B0503020204020204" charset="-122"/>
                <a:ea typeface="微软雅黑" panose="020B0503020204020204" charset="-122"/>
                <a:cs typeface="思源黑体 CN Medium" panose="020B0600000000000000" charset="-122"/>
                <a:sym typeface="+mn-ea"/>
              </a:endParaRPr>
            </a:p>
          </p:txBody>
        </p:sp>
      </p:grpSp>
      <p:grpSp>
        <p:nvGrpSpPr>
          <p:cNvPr id="41" name="组合 40"/>
          <p:cNvGrpSpPr/>
          <p:nvPr/>
        </p:nvGrpSpPr>
        <p:grpSpPr>
          <a:xfrm>
            <a:off x="1386176" y="3976429"/>
            <a:ext cx="3895148" cy="1445693"/>
            <a:chOff x="4283652" y="1906329"/>
            <a:chExt cx="3895148" cy="1445693"/>
          </a:xfrm>
        </p:grpSpPr>
        <p:sp>
          <p:nvSpPr>
            <p:cNvPr id="42" name="PA-矩形 4"/>
            <p:cNvSpPr>
              <a:spLocks noChangeArrowheads="1"/>
            </p:cNvSpPr>
            <p:nvPr>
              <p:custDataLst>
                <p:tags r:id="rId7"/>
              </p:custDataLst>
            </p:nvPr>
          </p:nvSpPr>
          <p:spPr bwMode="auto">
            <a:xfrm>
              <a:off x="4283652" y="2383012"/>
              <a:ext cx="3895148"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150000"/>
                </a:lnSpc>
                <a:buClrTx/>
                <a:buSzTx/>
                <a:buFontTx/>
              </a:pPr>
              <a:r>
                <a:rPr lang="zh-CN" altLang="en-US" sz="1400">
                  <a:solidFill>
                    <a:schemeClr val="bg1"/>
                  </a:solidFill>
                  <a:latin typeface="微软雅黑" panose="020B0503020204020204" charset="-122"/>
                  <a:ea typeface="微软雅黑" panose="020B0503020204020204" charset="-122"/>
                  <a:sym typeface="+mn-ea"/>
                </a:rPr>
                <a:t>商城推广运营需要多个部门协同配合，需成立专业的运营团队、在人员、服务器、时间、运营投入上需要耗费一定人力、物力、精力。</a:t>
              </a:r>
              <a:endParaRPr lang="zh-CN" altLang="en-US" sz="1400">
                <a:solidFill>
                  <a:schemeClr val="bg1"/>
                </a:solidFill>
                <a:latin typeface="微软雅黑" panose="020B0503020204020204" charset="-122"/>
                <a:ea typeface="微软雅黑" panose="020B0503020204020204" charset="-122"/>
                <a:sym typeface="思源黑体 CN Medium" panose="020B0600000000000000" charset="-122"/>
              </a:endParaRPr>
            </a:p>
          </p:txBody>
        </p:sp>
        <p:sp>
          <p:nvSpPr>
            <p:cNvPr id="43" name="PA-矩形 4"/>
            <p:cNvSpPr>
              <a:spLocks noChangeArrowheads="1"/>
            </p:cNvSpPr>
            <p:nvPr>
              <p:custDataLst>
                <p:tags r:id="rId8"/>
              </p:custDataLst>
            </p:nvPr>
          </p:nvSpPr>
          <p:spPr bwMode="auto">
            <a:xfrm>
              <a:off x="4782127" y="1906329"/>
              <a:ext cx="3251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150000"/>
                </a:lnSpc>
              </a:pP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rPr>
                <a:t>三、商城运营需要专业性</a:t>
              </a:r>
              <a:endPar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思源黑体 CN Medium" panose="020B0600000000000000" charset="-122"/>
              </a:endParaRPr>
            </a:p>
          </p:txBody>
        </p:sp>
      </p:grpSp>
      <p:grpSp>
        <p:nvGrpSpPr>
          <p:cNvPr id="44" name="组合 43"/>
          <p:cNvGrpSpPr/>
          <p:nvPr/>
        </p:nvGrpSpPr>
        <p:grpSpPr>
          <a:xfrm>
            <a:off x="6837651" y="1728529"/>
            <a:ext cx="4041140" cy="1754303"/>
            <a:chOff x="4210627" y="1906329"/>
            <a:chExt cx="4041140" cy="1754303"/>
          </a:xfrm>
        </p:grpSpPr>
        <p:sp>
          <p:nvSpPr>
            <p:cNvPr id="46" name="PA-矩形 4"/>
            <p:cNvSpPr>
              <a:spLocks noChangeArrowheads="1"/>
            </p:cNvSpPr>
            <p:nvPr>
              <p:custDataLst>
                <p:tags r:id="rId9"/>
              </p:custDataLst>
            </p:nvPr>
          </p:nvSpPr>
          <p:spPr bwMode="auto">
            <a:xfrm>
              <a:off x="4342072" y="2368407"/>
              <a:ext cx="3895148"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150000"/>
                </a:lnSpc>
                <a:buClrTx/>
                <a:buSzTx/>
                <a:buFontTx/>
              </a:pPr>
              <a:r>
                <a:rPr lang="zh-CN" altLang="en-US" sz="1400">
                  <a:solidFill>
                    <a:schemeClr val="bg1"/>
                  </a:solidFill>
                  <a:latin typeface="微软雅黑" panose="020B0503020204020204" charset="-122"/>
                  <a:ea typeface="微软雅黑" panose="020B0503020204020204" charset="-122"/>
                  <a:sym typeface="阿里巴巴普惠体 R" panose="00020600040101010101" pitchFamily="18" charset="-122"/>
                </a:rPr>
                <a:t>为企业用户打造的实现</a:t>
              </a:r>
              <a:r>
                <a:rPr lang="zh-CN" altLang="en-US" sz="1400" b="1">
                  <a:solidFill>
                    <a:schemeClr val="bg1"/>
                  </a:solidFill>
                  <a:latin typeface="微软雅黑" panose="020B0503020204020204" charset="-122"/>
                  <a:ea typeface="微软雅黑" panose="020B0503020204020204" charset="-122"/>
                  <a:sym typeface="阿里巴巴普惠体 R" panose="00020600040101010101" pitchFamily="18" charset="-122"/>
                </a:rPr>
                <a:t>预算、交易、支付全流程协同和监管</a:t>
              </a:r>
              <a:r>
                <a:rPr lang="zh-CN" altLang="en-US" sz="1400">
                  <a:solidFill>
                    <a:schemeClr val="bg1"/>
                  </a:solidFill>
                  <a:latin typeface="微软雅黑" panose="020B0503020204020204" charset="-122"/>
                  <a:ea typeface="微软雅黑" panose="020B0503020204020204" charset="-122"/>
                  <a:sym typeface="阿里巴巴普惠体 R" panose="00020600040101010101" pitchFamily="18" charset="-122"/>
                </a:rPr>
                <a:t>为一体的数字化采购</a:t>
              </a:r>
              <a:r>
                <a:rPr lang="zh-CN" altLang="en-US" sz="1400">
                  <a:solidFill>
                    <a:schemeClr val="bg1"/>
                  </a:solidFill>
                  <a:latin typeface="微软雅黑" panose="020B0503020204020204" charset="-122"/>
                  <a:ea typeface="微软雅黑" panose="020B0503020204020204" charset="-122"/>
                  <a:sym typeface="阿里巴巴普惠体 R" panose="00020600040101010101" pitchFamily="18" charset="-122"/>
                </a:rPr>
                <a:t>商城，促进企业采购</a:t>
              </a:r>
              <a:r>
                <a:rPr lang="zh-CN" altLang="en-US" sz="1400" b="1">
                  <a:solidFill>
                    <a:schemeClr val="bg1"/>
                  </a:solidFill>
                  <a:latin typeface="微软雅黑" panose="020B0503020204020204" charset="-122"/>
                  <a:ea typeface="微软雅黑" panose="020B0503020204020204" charset="-122"/>
                  <a:sym typeface="阿里巴巴普惠体 R" panose="00020600040101010101" pitchFamily="18" charset="-122"/>
                </a:rPr>
                <a:t>阳光、透明、高效</a:t>
              </a:r>
              <a:endParaRPr lang="zh-CN" altLang="en-US" sz="1400">
                <a:solidFill>
                  <a:schemeClr val="bg1"/>
                </a:solidFill>
                <a:latin typeface="微软雅黑" panose="020B0503020204020204" charset="-122"/>
                <a:ea typeface="微软雅黑" panose="020B0503020204020204" charset="-122"/>
                <a:sym typeface="阿里巴巴普惠体 R" panose="00020600040101010101" pitchFamily="18" charset="-122"/>
              </a:endParaRPr>
            </a:p>
            <a:p>
              <a:pPr algn="l">
                <a:lnSpc>
                  <a:spcPct val="150000"/>
                </a:lnSpc>
                <a:buClrTx/>
                <a:buSzTx/>
                <a:buFontTx/>
              </a:pPr>
              <a:endParaRPr lang="zh-CN" altLang="en-US" sz="1400">
                <a:solidFill>
                  <a:schemeClr val="bg1"/>
                </a:solidFill>
                <a:latin typeface="微软雅黑" panose="020B0503020204020204" charset="-122"/>
                <a:ea typeface="微软雅黑" panose="020B0503020204020204" charset="-122"/>
                <a:sym typeface="思源黑体 CN Medium" panose="020B0600000000000000" charset="-122"/>
              </a:endParaRPr>
            </a:p>
          </p:txBody>
        </p:sp>
        <p:sp>
          <p:nvSpPr>
            <p:cNvPr id="47" name="PA-矩形 4"/>
            <p:cNvSpPr>
              <a:spLocks noChangeArrowheads="1"/>
            </p:cNvSpPr>
            <p:nvPr>
              <p:custDataLst>
                <p:tags r:id="rId10"/>
              </p:custDataLst>
            </p:nvPr>
          </p:nvSpPr>
          <p:spPr bwMode="auto">
            <a:xfrm>
              <a:off x="4210627" y="1906329"/>
              <a:ext cx="404114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rPr>
                <a:t>二、实现交易支付监管</a:t>
              </a: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阿里巴巴普惠体 R" panose="00020600040101010101" pitchFamily="18" charset="-122"/>
                </a:rPr>
                <a:t>全流程管控</a:t>
              </a:r>
              <a:endPar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思源黑体 CN Medium" panose="020B0600000000000000" charset="-122"/>
              </a:endParaRPr>
            </a:p>
          </p:txBody>
        </p:sp>
      </p:grpSp>
      <p:grpSp>
        <p:nvGrpSpPr>
          <p:cNvPr id="48" name="组合 47"/>
          <p:cNvGrpSpPr/>
          <p:nvPr/>
        </p:nvGrpSpPr>
        <p:grpSpPr>
          <a:xfrm>
            <a:off x="6837016" y="3976429"/>
            <a:ext cx="4102735" cy="1682750"/>
            <a:chOff x="4209992" y="1906329"/>
            <a:chExt cx="4102735" cy="1682750"/>
          </a:xfrm>
        </p:grpSpPr>
        <p:sp>
          <p:nvSpPr>
            <p:cNvPr id="49" name="PA-矩形 4"/>
            <p:cNvSpPr>
              <a:spLocks noChangeArrowheads="1"/>
            </p:cNvSpPr>
            <p:nvPr>
              <p:custDataLst>
                <p:tags r:id="rId11"/>
              </p:custDataLst>
            </p:nvPr>
          </p:nvSpPr>
          <p:spPr bwMode="auto">
            <a:xfrm>
              <a:off x="4342072" y="2296854"/>
              <a:ext cx="397065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150000"/>
                </a:lnSpc>
                <a:buClrTx/>
                <a:buSzTx/>
                <a:buFontTx/>
              </a:pPr>
              <a:r>
                <a:rPr lang="zh-CN" altLang="en-US" sz="1400">
                  <a:solidFill>
                    <a:schemeClr val="bg1"/>
                  </a:solidFill>
                  <a:latin typeface="微软雅黑" panose="020B0503020204020204" charset="-122"/>
                  <a:ea typeface="微软雅黑" panose="020B0503020204020204" charset="-122"/>
                  <a:sym typeface="思源黑体 CN Medium" panose="020B0600000000000000" charset="-122"/>
                </a:rPr>
                <a:t>浙企</a:t>
              </a:r>
              <a:r>
                <a:rPr lang="zh-CN" altLang="en-US" sz="1400">
                  <a:solidFill>
                    <a:schemeClr val="bg1"/>
                  </a:solidFill>
                  <a:latin typeface="微软雅黑" panose="020B0503020204020204" charset="-122"/>
                  <a:ea typeface="微软雅黑" panose="020B0503020204020204" charset="-122"/>
                  <a:sym typeface="+mn-ea"/>
                </a:rPr>
                <a:t>采商城前期缺少政策支持难以快速实现推广，对接中电指数的价格监测只是相对低价，非绝对低价，无价格优势的同时缺少政策支持在平台竞争中会处于非常被动的局面。</a:t>
              </a:r>
              <a:endParaRPr lang="zh-CN" altLang="en-US" sz="1400">
                <a:solidFill>
                  <a:schemeClr val="bg1"/>
                </a:solidFill>
                <a:latin typeface="微软雅黑" panose="020B0503020204020204" charset="-122"/>
                <a:ea typeface="微软雅黑" panose="020B0503020204020204" charset="-122"/>
                <a:sym typeface="思源黑体 CN Medium" panose="020B0600000000000000" charset="-122"/>
              </a:endParaRPr>
            </a:p>
          </p:txBody>
        </p:sp>
        <p:sp>
          <p:nvSpPr>
            <p:cNvPr id="55" name="PA-矩形 4"/>
            <p:cNvSpPr>
              <a:spLocks noChangeArrowheads="1"/>
            </p:cNvSpPr>
            <p:nvPr>
              <p:custDataLst>
                <p:tags r:id="rId12"/>
              </p:custDataLst>
            </p:nvPr>
          </p:nvSpPr>
          <p:spPr bwMode="auto">
            <a:xfrm>
              <a:off x="4209992" y="1906329"/>
              <a:ext cx="404177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rPr>
                <a:t>四</a:t>
              </a: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rPr>
                <a:t>、价格“裸奔”局面被动</a:t>
              </a:r>
              <a:endPar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思源黑体 CN Medium" panose="020B0600000000000000" charset="-122"/>
              </a:endParaRPr>
            </a:p>
          </p:txBody>
        </p:sp>
      </p:grpSp>
      <p:sp>
        <p:nvSpPr>
          <p:cNvPr id="56" name="椭圆 55"/>
          <p:cNvSpPr/>
          <p:nvPr/>
        </p:nvSpPr>
        <p:spPr>
          <a:xfrm>
            <a:off x="5135880" y="2634615"/>
            <a:ext cx="1920875" cy="1920875"/>
          </a:xfrm>
          <a:prstGeom prst="ellipse">
            <a:avLst/>
          </a:prstGeom>
          <a:solidFill>
            <a:srgbClr val="4489C8"/>
          </a:solidFill>
          <a:ln w="730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8000" y="3056890"/>
            <a:ext cx="6096000" cy="1076325"/>
          </a:xfrm>
          <a:prstGeom prst="rect">
            <a:avLst/>
          </a:prstGeom>
          <a:noFill/>
        </p:spPr>
        <p:txBody>
          <a:bodyPr wrap="square" rtlCol="0" anchor="t">
            <a:spAutoFit/>
          </a:bodyPr>
          <a:p>
            <a:pPr algn="ctr"/>
            <a:r>
              <a:rPr lang="zh-CN" altLang="en-US" sz="3200" b="1">
                <a:solidFill>
                  <a:schemeClr val="bg1"/>
                </a:solidFill>
                <a:latin typeface="微软雅黑" panose="020B0503020204020204" charset="-122"/>
                <a:ea typeface="微软雅黑" panose="020B0503020204020204" charset="-122"/>
                <a:cs typeface="思源黑体 CN Medium" panose="020B0600000000000000" charset="-122"/>
                <a:sym typeface="+mn-ea"/>
              </a:rPr>
              <a:t>含交易</a:t>
            </a:r>
            <a:endParaRPr lang="zh-CN" altLang="en-US" sz="3200" b="1">
              <a:solidFill>
                <a:schemeClr val="bg1"/>
              </a:solidFill>
              <a:latin typeface="微软雅黑" panose="020B0503020204020204" charset="-122"/>
              <a:ea typeface="微软雅黑" panose="020B0503020204020204" charset="-122"/>
              <a:cs typeface="思源黑体 CN Medium" panose="020B0600000000000000" charset="-122"/>
              <a:sym typeface="+mn-ea"/>
            </a:endParaRPr>
          </a:p>
          <a:p>
            <a:pPr algn="ctr"/>
            <a:r>
              <a:rPr lang="zh-CN" altLang="en-US" sz="3200" b="1">
                <a:solidFill>
                  <a:schemeClr val="bg1"/>
                </a:solidFill>
                <a:latin typeface="微软雅黑" panose="020B0503020204020204" charset="-122"/>
                <a:ea typeface="微软雅黑" panose="020B0503020204020204" charset="-122"/>
                <a:cs typeface="思源黑体 CN Medium" panose="020B0600000000000000" charset="-122"/>
                <a:sym typeface="+mn-ea"/>
              </a:rPr>
              <a:t>业务</a:t>
            </a:r>
            <a:endParaRPr lang="zh-CN" altLang="en-US" sz="3200" b="1">
              <a:solidFill>
                <a:schemeClr val="bg1"/>
              </a:solidFill>
              <a:latin typeface="微软雅黑" panose="020B0503020204020204" charset="-122"/>
              <a:ea typeface="微软雅黑" panose="020B0503020204020204" charset="-122"/>
              <a:cs typeface="思源黑体 CN Medium" panose="020B0600000000000000" charset="-122"/>
              <a:sym typeface="+mn-ea"/>
            </a:endParaRPr>
          </a:p>
        </p:txBody>
      </p:sp>
      <p:sp>
        <p:nvSpPr>
          <p:cNvPr id="21" name="文本框 20"/>
          <p:cNvSpPr txBox="1"/>
          <p:nvPr/>
        </p:nvSpPr>
        <p:spPr>
          <a:xfrm>
            <a:off x="201930" y="176530"/>
            <a:ext cx="4138295" cy="578485"/>
          </a:xfrm>
          <a:prstGeom prst="rect">
            <a:avLst/>
          </a:prstGeom>
          <a:noFill/>
        </p:spPr>
        <p:txBody>
          <a:bodyPr wrap="square" rtlCol="0">
            <a:spAutoFit/>
          </a:bodyPr>
          <a:p>
            <a:pPr algn="l" fontAlgn="auto">
              <a:lnSpc>
                <a:spcPts val="3800"/>
              </a:lnSpc>
            </a:pP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建设模式分析</a:t>
            </a:r>
            <a:endPar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Tree>
    <p:custDataLst>
      <p:tags r:id="rId1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3562985" y="3435350"/>
            <a:ext cx="6062980" cy="922020"/>
          </a:xfrm>
          <a:prstGeom prst="rect">
            <a:avLst/>
          </a:prstGeom>
          <a:noFill/>
        </p:spPr>
        <p:txBody>
          <a:bodyPr wrap="square" rtlCol="0">
            <a:spAutoFit/>
          </a:bodyPr>
          <a:p>
            <a:pPr algn="ctr" fontAlgn="auto">
              <a:lnSpc>
                <a:spcPct val="100000"/>
              </a:lnSpc>
            </a:pPr>
            <a:r>
              <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rPr>
              <a:t>一阶段</a:t>
            </a:r>
            <a:r>
              <a:rPr lang="zh-CN" altLang="en-US" sz="5400" b="1" cap="all">
                <a:solidFill>
                  <a:srgbClr val="4489C8"/>
                </a:solidFill>
                <a:uFillTx/>
                <a:latin typeface="微软雅黑" panose="020B0503020204020204" charset="-122"/>
                <a:ea typeface="微软雅黑" panose="020B0503020204020204" charset="-122"/>
                <a:cs typeface="微软雅黑" panose="020B0503020204020204" charset="-122"/>
                <a:sym typeface="+mn-ea"/>
              </a:rPr>
              <a:t>浙企采</a:t>
            </a:r>
            <a:r>
              <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rPr>
              <a:t>商城</a:t>
            </a:r>
            <a:endPar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endParaRPr>
          </a:p>
        </p:txBody>
      </p:sp>
      <p:sp>
        <p:nvSpPr>
          <p:cNvPr id="23" name="文本框 22"/>
          <p:cNvSpPr txBox="1"/>
          <p:nvPr/>
        </p:nvSpPr>
        <p:spPr>
          <a:xfrm>
            <a:off x="5300548" y="2232091"/>
            <a:ext cx="1591056" cy="578485"/>
          </a:xfrm>
          <a:prstGeom prst="rect">
            <a:avLst/>
          </a:prstGeom>
          <a:noFill/>
        </p:spPr>
        <p:txBody>
          <a:bodyPr wrap="square" rtlCol="0">
            <a:spAutoFit/>
          </a:bodyPr>
          <a:p>
            <a:pPr algn="ctr" fontAlgn="auto">
              <a:lnSpc>
                <a:spcPts val="3800"/>
              </a:lnSpc>
            </a:pPr>
            <a:r>
              <a:rPr lang="en-US" sz="4800" b="1" cap="all">
                <a:solidFill>
                  <a:schemeClr val="bg1"/>
                </a:solidFill>
                <a:uFillTx/>
                <a:latin typeface="微软雅黑" panose="020B0503020204020204" charset="-122"/>
                <a:ea typeface="微软雅黑" panose="020B0503020204020204" charset="-122"/>
              </a:rPr>
              <a:t>02</a:t>
            </a:r>
            <a:endParaRPr lang="en-US" sz="4800" b="1" cap="all">
              <a:solidFill>
                <a:schemeClr val="bg1"/>
              </a:solidFill>
              <a:uFillTx/>
              <a:latin typeface="微软雅黑" panose="020B0503020204020204" charset="-122"/>
              <a:ea typeface="微软雅黑" panose="020B0503020204020204" charset="-122"/>
            </a:endParaRPr>
          </a:p>
        </p:txBody>
      </p:sp>
      <p:sp>
        <p:nvSpPr>
          <p:cNvPr id="8" name="文本框 7"/>
          <p:cNvSpPr txBox="1"/>
          <p:nvPr/>
        </p:nvSpPr>
        <p:spPr>
          <a:xfrm>
            <a:off x="7103110" y="5093970"/>
            <a:ext cx="3440430" cy="398780"/>
          </a:xfrm>
          <a:prstGeom prst="rect">
            <a:avLst/>
          </a:prstGeom>
          <a:noFill/>
        </p:spPr>
        <p:txBody>
          <a:bodyPr wrap="square" rtlCol="0">
            <a:spAutoFit/>
          </a:bodyPr>
          <a:p>
            <a:pPr marL="342900" indent="-342900" algn="dist">
              <a:buFont typeface="Arial" panose="020B0604020202020204" pitchFamily="34" charset="0"/>
              <a:buChar char="•"/>
            </a:pPr>
            <a:r>
              <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rPr>
              <a:t>项目推进思路（</a:t>
            </a:r>
            <a:r>
              <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rPr>
              <a:t>具体做法）</a:t>
            </a:r>
            <a:r>
              <a:rPr lang="en-US" altLang="zh-CN" sz="2000" b="1" cap="all">
                <a:solidFill>
                  <a:srgbClr val="01203C"/>
                </a:solidFill>
                <a:uFillTx/>
                <a:latin typeface="微软雅黑" panose="020B0503020204020204" charset="-122"/>
                <a:ea typeface="微软雅黑" panose="020B0503020204020204" charset="-122"/>
                <a:cs typeface="微软雅黑" panose="020B0503020204020204" charset="-122"/>
              </a:rPr>
              <a:t> </a:t>
            </a:r>
            <a:endPar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19455" y="1456055"/>
            <a:ext cx="3919220" cy="4154170"/>
          </a:xfrm>
          <a:prstGeom prst="rect">
            <a:avLst/>
          </a:prstGeom>
          <a:noFill/>
        </p:spPr>
        <p:txBody>
          <a:bodyPr wrap="square" rtlCol="0" anchor="t">
            <a:spAutoFit/>
          </a:bodyPr>
          <a:p>
            <a:pPr algn="ctr" eaLnBrk="1" hangingPunct="1">
              <a:lnSpc>
                <a:spcPct val="150000"/>
              </a:lnSpc>
            </a:pPr>
            <a:r>
              <a:rPr lang="zh-CN" altLang="en-US" sz="1600" b="1">
                <a:latin typeface="微软雅黑" panose="020B0503020204020204" charset="-122"/>
                <a:ea typeface="微软雅黑" panose="020B0503020204020204" charset="-122"/>
                <a:sym typeface="思源黑体 CN Medium" panose="020B0600000000000000" charset="-122"/>
              </a:rPr>
              <a:t>平台前期不做实际交易业务、以提升平台使用量为目标</a:t>
            </a:r>
            <a:r>
              <a:rPr lang="zh-CN" altLang="en-US" sz="1600">
                <a:latin typeface="微软雅黑" panose="020B0503020204020204" charset="-122"/>
                <a:ea typeface="微软雅黑" panose="020B0503020204020204" charset="-122"/>
                <a:sym typeface="思源黑体 CN Medium" panose="020B0600000000000000" charset="-122"/>
              </a:rPr>
              <a:t>，</a:t>
            </a:r>
            <a:r>
              <a:rPr lang="zh-CN" altLang="en-US" sz="1600" b="1">
                <a:latin typeface="微软雅黑" panose="020B0503020204020204" charset="-122"/>
                <a:ea typeface="微软雅黑" panose="020B0503020204020204" charset="-122"/>
                <a:sym typeface="思源黑体 CN Medium" panose="020B0600000000000000" charset="-122"/>
              </a:rPr>
              <a:t>快速搭建商城门户，出台交易</a:t>
            </a:r>
            <a:r>
              <a:rPr lang="zh-CN" altLang="en-US" sz="1600" b="1">
                <a:latin typeface="微软雅黑" panose="020B0503020204020204" charset="-122"/>
                <a:ea typeface="微软雅黑" panose="020B0503020204020204" charset="-122"/>
                <a:sym typeface="思源黑体 CN Medium" panose="020B0600000000000000" charset="-122"/>
              </a:rPr>
              <a:t>规则</a:t>
            </a:r>
            <a:endParaRPr lang="zh-CN" altLang="en-US" sz="1600" b="1">
              <a:latin typeface="微软雅黑" panose="020B0503020204020204" charset="-122"/>
              <a:ea typeface="微软雅黑" panose="020B0503020204020204" charset="-122"/>
              <a:sym typeface="思源黑体 CN Medium" panose="020B0600000000000000" charset="-122"/>
            </a:endParaRPr>
          </a:p>
          <a:p>
            <a:pPr algn="ctr" eaLnBrk="1" hangingPunct="1">
              <a:lnSpc>
                <a:spcPct val="150000"/>
              </a:lnSpc>
            </a:pPr>
            <a:endParaRPr lang="zh-CN" altLang="en-US" sz="1600" b="1">
              <a:latin typeface="微软雅黑" panose="020B0503020204020204" charset="-122"/>
              <a:ea typeface="微软雅黑" panose="020B0503020204020204" charset="-122"/>
              <a:sym typeface="思源黑体 CN Medium" panose="020B0600000000000000" charset="-122"/>
            </a:endParaRPr>
          </a:p>
          <a:p>
            <a:pPr algn="ctr" eaLnBrk="1" hangingPunct="1">
              <a:lnSpc>
                <a:spcPct val="150000"/>
              </a:lnSpc>
            </a:pPr>
            <a:r>
              <a:rPr lang="zh-CN" altLang="en-US" sz="1600" b="1">
                <a:latin typeface="微软雅黑" panose="020B0503020204020204" charset="-122"/>
                <a:ea typeface="微软雅黑" panose="020B0503020204020204" charset="-122"/>
                <a:sym typeface="思源黑体 CN Medium" panose="020B0600000000000000" charset="-122"/>
              </a:rPr>
              <a:t>一、与第三方平台签订协议：</a:t>
            </a:r>
            <a:r>
              <a:rPr lang="zh-CN" altLang="en-US" sz="1600">
                <a:latin typeface="微软雅黑" panose="020B0503020204020204" charset="-122"/>
                <a:ea typeface="微软雅黑" panose="020B0503020204020204" charset="-122"/>
                <a:sym typeface="思源黑体 CN Medium" panose="020B0600000000000000" charset="-122"/>
              </a:rPr>
              <a:t>通过与第三方平台签订用户协议，获取特定账户的采购数据信息，建立本地商品价格</a:t>
            </a:r>
            <a:r>
              <a:rPr lang="zh-CN" altLang="en-US" sz="1600">
                <a:latin typeface="微软雅黑" panose="020B0503020204020204" charset="-122"/>
                <a:ea typeface="微软雅黑" panose="020B0503020204020204" charset="-122"/>
                <a:sym typeface="思源黑体 CN Medium" panose="020B0600000000000000" charset="-122"/>
              </a:rPr>
              <a:t>信息库。</a:t>
            </a:r>
            <a:endParaRPr lang="zh-CN" altLang="en-US" sz="1600">
              <a:latin typeface="微软雅黑" panose="020B0503020204020204" charset="-122"/>
              <a:ea typeface="微软雅黑" panose="020B0503020204020204" charset="-122"/>
              <a:sym typeface="思源黑体 CN Medium" panose="020B0600000000000000" charset="-122"/>
            </a:endParaRPr>
          </a:p>
          <a:p>
            <a:pPr algn="ctr" eaLnBrk="1" hangingPunct="1">
              <a:lnSpc>
                <a:spcPct val="150000"/>
              </a:lnSpc>
            </a:pPr>
            <a:endParaRPr lang="zh-CN" altLang="en-US" sz="1600">
              <a:latin typeface="微软雅黑" panose="020B0503020204020204" charset="-122"/>
              <a:ea typeface="微软雅黑" panose="020B0503020204020204" charset="-122"/>
              <a:sym typeface="思源黑体 CN Medium" panose="020B0600000000000000" charset="-122"/>
            </a:endParaRPr>
          </a:p>
          <a:p>
            <a:pPr algn="ctr" eaLnBrk="1" hangingPunct="1">
              <a:lnSpc>
                <a:spcPct val="150000"/>
              </a:lnSpc>
            </a:pPr>
            <a:r>
              <a:rPr lang="zh-CN" altLang="en-US" sz="1600" b="1">
                <a:latin typeface="微软雅黑" panose="020B0503020204020204" charset="-122"/>
                <a:ea typeface="微软雅黑" panose="020B0503020204020204" charset="-122"/>
                <a:sym typeface="思源黑体 CN Medium" panose="020B0600000000000000" charset="-122"/>
              </a:rPr>
              <a:t>二、与供应商签订协议：</a:t>
            </a:r>
            <a:r>
              <a:rPr lang="zh-CN" altLang="en-US" sz="1600">
                <a:latin typeface="微软雅黑" panose="020B0503020204020204" charset="-122"/>
                <a:ea typeface="微软雅黑" panose="020B0503020204020204" charset="-122"/>
                <a:sym typeface="思源黑体 CN Medium" panose="020B0600000000000000" charset="-122"/>
              </a:rPr>
              <a:t>通过协议约定需通过同一账户体系登录浙企采商城与第三方平台完成</a:t>
            </a:r>
            <a:r>
              <a:rPr lang="zh-CN" altLang="en-US" sz="1600">
                <a:latin typeface="微软雅黑" panose="020B0503020204020204" charset="-122"/>
                <a:ea typeface="微软雅黑" panose="020B0503020204020204" charset="-122"/>
                <a:sym typeface="思源黑体 CN Medium" panose="020B0600000000000000" charset="-122"/>
              </a:rPr>
              <a:t>采购。</a:t>
            </a:r>
            <a:endParaRPr lang="zh-CN" altLang="en-US" sz="1600">
              <a:latin typeface="微软雅黑" panose="020B0503020204020204" charset="-122"/>
              <a:ea typeface="微软雅黑" panose="020B0503020204020204" charset="-122"/>
              <a:sym typeface="思源黑体 CN Medium" panose="020B0600000000000000" charset="-122"/>
            </a:endParaRPr>
          </a:p>
        </p:txBody>
      </p:sp>
      <p:pic>
        <p:nvPicPr>
          <p:cNvPr id="5" name="图片 4"/>
          <p:cNvPicPr>
            <a:picLocks noChangeAspect="1"/>
          </p:cNvPicPr>
          <p:nvPr/>
        </p:nvPicPr>
        <p:blipFill>
          <a:blip r:embed="rId1"/>
          <a:stretch>
            <a:fillRect/>
          </a:stretch>
        </p:blipFill>
        <p:spPr>
          <a:xfrm>
            <a:off x="5939155" y="930275"/>
            <a:ext cx="5102225" cy="5328920"/>
          </a:xfrm>
          <a:prstGeom prst="rect">
            <a:avLst/>
          </a:prstGeom>
          <a:ln>
            <a:solidFill>
              <a:schemeClr val="accent1"/>
            </a:solidFill>
          </a:ln>
        </p:spPr>
      </p:pic>
      <p:sp>
        <p:nvSpPr>
          <p:cNvPr id="21" name="文本框 20"/>
          <p:cNvSpPr txBox="1"/>
          <p:nvPr/>
        </p:nvSpPr>
        <p:spPr>
          <a:xfrm>
            <a:off x="0" y="176530"/>
            <a:ext cx="3447415"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浙企</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采商城</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快速搭建</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214755" y="1812925"/>
            <a:ext cx="5043805" cy="3367405"/>
          </a:xfrm>
          <a:prstGeom prst="rect">
            <a:avLst/>
          </a:prstGeom>
          <a:ln>
            <a:solidFill>
              <a:schemeClr val="accent1"/>
            </a:solidFill>
          </a:ln>
          <a:effectLst>
            <a:outerShdw blurRad="50800" dist="38100" dir="2700000" algn="tl" rotWithShape="0">
              <a:prstClr val="black">
                <a:alpha val="40000"/>
              </a:prstClr>
            </a:outerShdw>
            <a:reflection blurRad="6350" stA="50000" endA="300" endPos="55000" dir="5400000" sy="-100000" algn="bl" rotWithShape="0"/>
          </a:effectLst>
        </p:spPr>
      </p:pic>
      <p:grpSp>
        <p:nvGrpSpPr>
          <p:cNvPr id="29" name="组合 28"/>
          <p:cNvGrpSpPr/>
          <p:nvPr>
            <p:custDataLst>
              <p:tags r:id="rId2"/>
            </p:custDataLst>
          </p:nvPr>
        </p:nvGrpSpPr>
        <p:grpSpPr>
          <a:xfrm>
            <a:off x="5400040" y="1812925"/>
            <a:ext cx="6426863" cy="1544320"/>
            <a:chOff x="8577" y="3561"/>
            <a:chExt cx="10121" cy="2432"/>
          </a:xfrm>
        </p:grpSpPr>
        <p:sp>
          <p:nvSpPr>
            <p:cNvPr id="7" name="圆角矩形 6"/>
            <p:cNvSpPr/>
            <p:nvPr>
              <p:custDataLst>
                <p:tags r:id="rId3"/>
              </p:custDataLst>
            </p:nvPr>
          </p:nvSpPr>
          <p:spPr>
            <a:xfrm>
              <a:off x="8577" y="3561"/>
              <a:ext cx="6366" cy="980"/>
            </a:xfrm>
            <a:prstGeom prst="round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9" name="组合 18"/>
            <p:cNvGrpSpPr/>
            <p:nvPr/>
          </p:nvGrpSpPr>
          <p:grpSpPr>
            <a:xfrm>
              <a:off x="10282" y="3561"/>
              <a:ext cx="8416" cy="2432"/>
              <a:chOff x="10773" y="3069"/>
              <a:chExt cx="8995" cy="2432"/>
            </a:xfrm>
          </p:grpSpPr>
          <p:sp>
            <p:nvSpPr>
              <p:cNvPr id="15" name="文本框 14"/>
              <p:cNvSpPr txBox="1"/>
              <p:nvPr>
                <p:custDataLst>
                  <p:tags r:id="rId4"/>
                </p:custDataLst>
              </p:nvPr>
            </p:nvSpPr>
            <p:spPr>
              <a:xfrm>
                <a:off x="10774" y="4049"/>
                <a:ext cx="8994" cy="1452"/>
              </a:xfrm>
              <a:prstGeom prst="rect">
                <a:avLst/>
              </a:prstGeom>
              <a:noFill/>
            </p:spPr>
            <p:txBody>
              <a:bodyPr wrap="square" rtlCol="0">
                <a:spAutoFit/>
              </a:bodyPr>
              <a:p>
                <a:pPr algn="l">
                  <a:lnSpc>
                    <a:spcPct val="150000"/>
                  </a:lnSpc>
                </a:pPr>
                <a:r>
                  <a:rPr lang="zh-CN" altLang="en-US" b="1">
                    <a:latin typeface="微软雅黑" panose="020B0503020204020204" charset="-122"/>
                    <a:ea typeface="微软雅黑" panose="020B0503020204020204" charset="-122"/>
                    <a:sym typeface="思源黑体 CN Medium" panose="020B0600000000000000" charset="-122"/>
                  </a:rPr>
                  <a:t>平台上量后，根据平台沉淀的大量交易数据信息，再协商沟通返点问题</a:t>
                </a:r>
                <a:endParaRPr lang="zh-CN" altLang="en-US" b="1">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思源黑体 CN Medium" panose="020B0600000000000000" charset="-122"/>
                </a:endParaRPr>
              </a:p>
            </p:txBody>
          </p:sp>
          <p:sp>
            <p:nvSpPr>
              <p:cNvPr id="9" name="文本框 8"/>
              <p:cNvSpPr txBox="1"/>
              <p:nvPr>
                <p:custDataLst>
                  <p:tags r:id="rId5"/>
                </p:custDataLst>
              </p:nvPr>
            </p:nvSpPr>
            <p:spPr>
              <a:xfrm>
                <a:off x="10773" y="3069"/>
                <a:ext cx="5828" cy="871"/>
              </a:xfrm>
              <a:prstGeom prst="rect">
                <a:avLst/>
              </a:prstGeom>
              <a:noFill/>
            </p:spPr>
            <p:txBody>
              <a:bodyPr wrap="square" rtlCol="0">
                <a:spAutoFit/>
              </a:bodyPr>
              <a:p>
                <a:pPr algn="l">
                  <a:lnSpc>
                    <a:spcPct val="150000"/>
                  </a:lnSpc>
                </a:pP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rPr>
                  <a:t>先门户引流</a:t>
                </a:r>
                <a:endPar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endParaRPr>
              </a:p>
            </p:txBody>
          </p:sp>
        </p:grpSp>
      </p:grpSp>
      <p:grpSp>
        <p:nvGrpSpPr>
          <p:cNvPr id="32" name="组合 31"/>
          <p:cNvGrpSpPr/>
          <p:nvPr>
            <p:custDataLst>
              <p:tags r:id="rId6"/>
            </p:custDataLst>
          </p:nvPr>
        </p:nvGrpSpPr>
        <p:grpSpPr>
          <a:xfrm>
            <a:off x="5400040" y="3636010"/>
            <a:ext cx="6179111" cy="1960245"/>
            <a:chOff x="8577" y="3561"/>
            <a:chExt cx="9731" cy="3087"/>
          </a:xfrm>
        </p:grpSpPr>
        <p:sp>
          <p:nvSpPr>
            <p:cNvPr id="35" name="圆角矩形 34"/>
            <p:cNvSpPr/>
            <p:nvPr>
              <p:custDataLst>
                <p:tags r:id="rId7"/>
              </p:custDataLst>
            </p:nvPr>
          </p:nvSpPr>
          <p:spPr>
            <a:xfrm>
              <a:off x="8577" y="3561"/>
              <a:ext cx="6366" cy="980"/>
            </a:xfrm>
            <a:prstGeom prst="round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45" name="组合 44"/>
            <p:cNvGrpSpPr/>
            <p:nvPr/>
          </p:nvGrpSpPr>
          <p:grpSpPr>
            <a:xfrm>
              <a:off x="10282" y="3561"/>
              <a:ext cx="8026" cy="3087"/>
              <a:chOff x="10773" y="3069"/>
              <a:chExt cx="8578" cy="3087"/>
            </a:xfrm>
          </p:grpSpPr>
          <p:sp>
            <p:nvSpPr>
              <p:cNvPr id="46" name="文本框 45"/>
              <p:cNvSpPr txBox="1"/>
              <p:nvPr>
                <p:custDataLst>
                  <p:tags r:id="rId8"/>
                </p:custDataLst>
              </p:nvPr>
            </p:nvSpPr>
            <p:spPr>
              <a:xfrm>
                <a:off x="10773" y="4049"/>
                <a:ext cx="8578" cy="2107"/>
              </a:xfrm>
              <a:prstGeom prst="rect">
                <a:avLst/>
              </a:prstGeom>
              <a:noFill/>
            </p:spPr>
            <p:txBody>
              <a:bodyPr wrap="square" rtlCol="0">
                <a:spAutoFit/>
              </a:bodyPr>
              <a:p>
                <a:pPr algn="l">
                  <a:lnSpc>
                    <a:spcPct val="150000"/>
                  </a:lnSpc>
                </a:pPr>
                <a:r>
                  <a:rPr lang="zh-CN" altLang="en-US" b="1">
                    <a:latin typeface="微软雅黑" panose="020B0503020204020204" charset="-122"/>
                    <a:ea typeface="微软雅黑" panose="020B0503020204020204" charset="-122"/>
                    <a:sym typeface="思源黑体 CN Medium" panose="020B0600000000000000" charset="-122"/>
                  </a:rPr>
                  <a:t>平台积累一定使用人数以及沉淀的数据信息，逐步自建交易体系商城，再无缝过渡到二阶段企业商城</a:t>
                </a:r>
                <a:endParaRPr lang="zh-CN" altLang="en-US" b="1">
                  <a:solidFill>
                    <a:schemeClr val="tx1">
                      <a:lumMod val="65000"/>
                      <a:lumOff val="35000"/>
                      <a:alpha val="77000"/>
                    </a:schemeClr>
                  </a:solidFill>
                  <a:latin typeface="微软雅黑" panose="020B0503020204020204" charset="-122"/>
                  <a:ea typeface="微软雅黑" panose="020B0503020204020204" charset="-122"/>
                  <a:cs typeface="思源黑体 CN Medium" panose="020B0600000000000000" charset="-122"/>
                  <a:sym typeface="思源黑体 CN Medium" panose="020B0600000000000000" charset="-122"/>
                </a:endParaRPr>
              </a:p>
            </p:txBody>
          </p:sp>
          <p:sp>
            <p:nvSpPr>
              <p:cNvPr id="47" name="文本框 46"/>
              <p:cNvSpPr txBox="1"/>
              <p:nvPr>
                <p:custDataLst>
                  <p:tags r:id="rId9"/>
                </p:custDataLst>
              </p:nvPr>
            </p:nvSpPr>
            <p:spPr>
              <a:xfrm>
                <a:off x="10773" y="3069"/>
                <a:ext cx="5828" cy="871"/>
              </a:xfrm>
              <a:prstGeom prst="rect">
                <a:avLst/>
              </a:prstGeom>
              <a:noFill/>
            </p:spPr>
            <p:txBody>
              <a:bodyPr wrap="square" rtlCol="0">
                <a:spAutoFit/>
              </a:bodyPr>
              <a:p>
                <a:pPr algn="l">
                  <a:lnSpc>
                    <a:spcPct val="150000"/>
                  </a:lnSpc>
                </a:pPr>
                <a:r>
                  <a:rPr lang="zh-CN" altLang="en-US" sz="2000" b="1">
                    <a:solidFill>
                      <a:schemeClr val="bg1"/>
                    </a:solidFill>
                    <a:latin typeface="微软雅黑" panose="020B0503020204020204" charset="-122"/>
                    <a:ea typeface="微软雅黑" panose="020B0503020204020204" charset="-122"/>
                    <a:cs typeface="思源黑体 CN Medium" panose="020B0600000000000000" charset="-122"/>
                    <a:sym typeface="+mn-ea"/>
                  </a:rPr>
                  <a:t>后自建商城</a:t>
                </a:r>
                <a:endParaRPr lang="zh-CN" altLang="en-US" sz="2000" b="1" cap="all">
                  <a:solidFill>
                    <a:srgbClr val="1FB7C5"/>
                  </a:solidFill>
                  <a:uFillTx/>
                  <a:latin typeface="微软雅黑" panose="020B0503020204020204" charset="-122"/>
                  <a:ea typeface="微软雅黑" panose="020B0503020204020204" charset="-122"/>
                  <a:cs typeface="思源黑体 CN Medium" panose="020B0600000000000000" charset="-122"/>
                </a:endParaRPr>
              </a:p>
            </p:txBody>
          </p:sp>
        </p:grpSp>
      </p:grpSp>
      <p:sp>
        <p:nvSpPr>
          <p:cNvPr id="42" name="右箭头 41"/>
          <p:cNvSpPr/>
          <p:nvPr>
            <p:custDataLst>
              <p:tags r:id="rId10"/>
            </p:custDataLst>
          </p:nvPr>
        </p:nvSpPr>
        <p:spPr>
          <a:xfrm rot="5400000">
            <a:off x="5480050" y="2853055"/>
            <a:ext cx="740410" cy="381000"/>
          </a:xfrm>
          <a:prstGeom prst="rightArrow">
            <a:avLst/>
          </a:prstGeom>
          <a:gradFill>
            <a:gsLst>
              <a:gs pos="29000">
                <a:srgbClr val="4489C8"/>
              </a:gs>
              <a:gs pos="100000">
                <a:srgbClr val="FAFAFA"/>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文本框 20"/>
          <p:cNvSpPr txBox="1"/>
          <p:nvPr/>
        </p:nvSpPr>
        <p:spPr>
          <a:xfrm>
            <a:off x="0" y="176530"/>
            <a:ext cx="3447415"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浙企采商城应用</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深化</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Tree>
    <p:custDataLst>
      <p:tags r:id="rId1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3563188" y="3435483"/>
            <a:ext cx="5065776" cy="922020"/>
          </a:xfrm>
          <a:prstGeom prst="rect">
            <a:avLst/>
          </a:prstGeom>
          <a:noFill/>
        </p:spPr>
        <p:txBody>
          <a:bodyPr wrap="square" rtlCol="0">
            <a:spAutoFit/>
          </a:bodyPr>
          <a:p>
            <a:pPr algn="ctr" fontAlgn="auto">
              <a:lnSpc>
                <a:spcPct val="100000"/>
              </a:lnSpc>
            </a:pPr>
            <a:r>
              <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rPr>
              <a:t>二阶段电子商城</a:t>
            </a:r>
            <a:endPar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endParaRPr>
          </a:p>
        </p:txBody>
      </p:sp>
      <p:sp>
        <p:nvSpPr>
          <p:cNvPr id="23" name="文本框 22"/>
          <p:cNvSpPr txBox="1"/>
          <p:nvPr/>
        </p:nvSpPr>
        <p:spPr>
          <a:xfrm>
            <a:off x="5300548" y="2232091"/>
            <a:ext cx="1591056" cy="578485"/>
          </a:xfrm>
          <a:prstGeom prst="rect">
            <a:avLst/>
          </a:prstGeom>
          <a:noFill/>
        </p:spPr>
        <p:txBody>
          <a:bodyPr wrap="square" rtlCol="0">
            <a:spAutoFit/>
          </a:bodyPr>
          <a:p>
            <a:pPr algn="ctr" fontAlgn="auto">
              <a:lnSpc>
                <a:spcPts val="3800"/>
              </a:lnSpc>
            </a:pPr>
            <a:r>
              <a:rPr lang="en-US" sz="4800" b="1" cap="all">
                <a:solidFill>
                  <a:schemeClr val="bg1"/>
                </a:solidFill>
                <a:uFillTx/>
                <a:latin typeface="微软雅黑" panose="020B0503020204020204" charset="-122"/>
                <a:ea typeface="微软雅黑" panose="020B0503020204020204" charset="-122"/>
              </a:rPr>
              <a:t>03</a:t>
            </a:r>
            <a:endParaRPr lang="en-US" sz="4800" b="1" cap="all">
              <a:solidFill>
                <a:schemeClr val="bg1"/>
              </a:solidFill>
              <a:uFillTx/>
              <a:latin typeface="微软雅黑" panose="020B0503020204020204" charset="-122"/>
              <a:ea typeface="微软雅黑" panose="020B0503020204020204" charset="-122"/>
            </a:endParaRPr>
          </a:p>
        </p:txBody>
      </p:sp>
      <p:sp>
        <p:nvSpPr>
          <p:cNvPr id="2" name="文本框 1"/>
          <p:cNvSpPr txBox="1"/>
          <p:nvPr/>
        </p:nvSpPr>
        <p:spPr>
          <a:xfrm>
            <a:off x="7218045" y="5093970"/>
            <a:ext cx="3440430" cy="398780"/>
          </a:xfrm>
          <a:prstGeom prst="rect">
            <a:avLst/>
          </a:prstGeom>
          <a:noFill/>
        </p:spPr>
        <p:txBody>
          <a:bodyPr wrap="square" rtlCol="0">
            <a:spAutoFit/>
          </a:bodyPr>
          <a:p>
            <a:pPr marL="342900" indent="-342900" algn="dist">
              <a:buFont typeface="Arial" panose="020B0604020202020204" pitchFamily="34" charset="0"/>
              <a:buChar char="•"/>
            </a:pPr>
            <a:r>
              <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rPr>
              <a:t>项目推进思路（</a:t>
            </a:r>
            <a:r>
              <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rPr>
              <a:t>具体做法）</a:t>
            </a:r>
            <a:r>
              <a:rPr lang="en-US" altLang="zh-CN" sz="2000" b="1" cap="all">
                <a:solidFill>
                  <a:srgbClr val="01203C"/>
                </a:solidFill>
                <a:uFillTx/>
                <a:latin typeface="微软雅黑" panose="020B0503020204020204" charset="-122"/>
                <a:ea typeface="微软雅黑" panose="020B0503020204020204" charset="-122"/>
                <a:cs typeface="微软雅黑" panose="020B0503020204020204" charset="-122"/>
              </a:rPr>
              <a:t> </a:t>
            </a:r>
            <a:endPar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圆角 2"/>
          <p:cNvSpPr/>
          <p:nvPr>
            <p:custDataLst>
              <p:tags r:id="rId1"/>
            </p:custDataLst>
          </p:nvPr>
        </p:nvSpPr>
        <p:spPr>
          <a:xfrm>
            <a:off x="473901" y="3919905"/>
            <a:ext cx="10516178" cy="874385"/>
          </a:xfrm>
          <a:prstGeom prst="roundRect">
            <a:avLst>
              <a:gd name="adj" fmla="val 7769"/>
            </a:avLst>
          </a:prstGeom>
          <a:solidFill>
            <a:srgbClr val="E7E6E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 name="矩形: 圆角 4"/>
          <p:cNvSpPr/>
          <p:nvPr>
            <p:custDataLst>
              <p:tags r:id="rId2"/>
            </p:custDataLst>
          </p:nvPr>
        </p:nvSpPr>
        <p:spPr>
          <a:xfrm>
            <a:off x="473901" y="1048745"/>
            <a:ext cx="10516178" cy="2767376"/>
          </a:xfrm>
          <a:prstGeom prst="roundRect">
            <a:avLst>
              <a:gd name="adj" fmla="val 3458"/>
            </a:avLst>
          </a:prstGeom>
          <a:solidFill>
            <a:srgbClr val="1B4C81">
              <a:alpha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7" name="矩形: 圆角 6"/>
          <p:cNvSpPr/>
          <p:nvPr>
            <p:custDataLst>
              <p:tags r:id="rId3"/>
            </p:custDataLst>
          </p:nvPr>
        </p:nvSpPr>
        <p:spPr>
          <a:xfrm>
            <a:off x="461323" y="4973979"/>
            <a:ext cx="10516178" cy="1261029"/>
          </a:xfrm>
          <a:prstGeom prst="roundRect">
            <a:avLst>
              <a:gd name="adj" fmla="val 7769"/>
            </a:avLst>
          </a:prstGeom>
          <a:solidFill>
            <a:srgbClr val="5B9BD5">
              <a:lumMod val="40000"/>
              <a:lumOff val="60000"/>
              <a:alpha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8" name="矩形: 圆角 7"/>
          <p:cNvSpPr/>
          <p:nvPr>
            <p:custDataLst>
              <p:tags r:id="rId4"/>
            </p:custDataLst>
          </p:nvPr>
        </p:nvSpPr>
        <p:spPr>
          <a:xfrm>
            <a:off x="538356" y="5056419"/>
            <a:ext cx="10439144" cy="535537"/>
          </a:xfrm>
          <a:prstGeom prst="roundRect">
            <a:avLst/>
          </a:prstGeom>
          <a:solidFill>
            <a:srgbClr val="44546A">
              <a:lumMod val="20000"/>
              <a:lumOff val="80000"/>
              <a:alpha val="6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11" name="two-databases_51333"/>
          <p:cNvSpPr/>
          <p:nvPr>
            <p:custDataLst>
              <p:tags r:id="rId5"/>
            </p:custDataLst>
          </p:nvPr>
        </p:nvSpPr>
        <p:spPr>
          <a:xfrm>
            <a:off x="953000" y="5103323"/>
            <a:ext cx="537739" cy="441729"/>
          </a:xfrm>
          <a:custGeom>
            <a:avLst/>
            <a:gdLst>
              <a:gd name="connsiteX0" fmla="*/ 229534 w 596711"/>
              <a:gd name="connsiteY0" fmla="*/ 417307 h 574373"/>
              <a:gd name="connsiteX1" fmla="*/ 413123 w 596711"/>
              <a:gd name="connsiteY1" fmla="*/ 478892 h 574373"/>
              <a:gd name="connsiteX2" fmla="*/ 595755 w 596711"/>
              <a:gd name="connsiteY2" fmla="*/ 417307 h 574373"/>
              <a:gd name="connsiteX3" fmla="*/ 596711 w 596711"/>
              <a:gd name="connsiteY3" fmla="*/ 422081 h 574373"/>
              <a:gd name="connsiteX4" fmla="*/ 596711 w 596711"/>
              <a:gd name="connsiteY4" fmla="*/ 507537 h 574373"/>
              <a:gd name="connsiteX5" fmla="*/ 413123 w 596711"/>
              <a:gd name="connsiteY5" fmla="*/ 574373 h 574373"/>
              <a:gd name="connsiteX6" fmla="*/ 229534 w 596711"/>
              <a:gd name="connsiteY6" fmla="*/ 507537 h 574373"/>
              <a:gd name="connsiteX7" fmla="*/ 229534 w 596711"/>
              <a:gd name="connsiteY7" fmla="*/ 422081 h 574373"/>
              <a:gd name="connsiteX8" fmla="*/ 229534 w 596711"/>
              <a:gd name="connsiteY8" fmla="*/ 287877 h 574373"/>
              <a:gd name="connsiteX9" fmla="*/ 413123 w 596711"/>
              <a:gd name="connsiteY9" fmla="*/ 349963 h 574373"/>
              <a:gd name="connsiteX10" fmla="*/ 595755 w 596711"/>
              <a:gd name="connsiteY10" fmla="*/ 287877 h 574373"/>
              <a:gd name="connsiteX11" fmla="*/ 596711 w 596711"/>
              <a:gd name="connsiteY11" fmla="*/ 293130 h 574373"/>
              <a:gd name="connsiteX12" fmla="*/ 596711 w 596711"/>
              <a:gd name="connsiteY12" fmla="*/ 378618 h 574373"/>
              <a:gd name="connsiteX13" fmla="*/ 413123 w 596711"/>
              <a:gd name="connsiteY13" fmla="*/ 445480 h 574373"/>
              <a:gd name="connsiteX14" fmla="*/ 229534 w 596711"/>
              <a:gd name="connsiteY14" fmla="*/ 378618 h 574373"/>
              <a:gd name="connsiteX15" fmla="*/ 229534 w 596711"/>
              <a:gd name="connsiteY15" fmla="*/ 293130 h 574373"/>
              <a:gd name="connsiteX16" fmla="*/ 0 w 596711"/>
              <a:gd name="connsiteY16" fmla="*/ 287877 h 574373"/>
              <a:gd name="connsiteX17" fmla="*/ 183584 w 596711"/>
              <a:gd name="connsiteY17" fmla="*/ 349492 h 574373"/>
              <a:gd name="connsiteX18" fmla="*/ 203663 w 596711"/>
              <a:gd name="connsiteY18" fmla="*/ 349015 h 574373"/>
              <a:gd name="connsiteX19" fmla="*/ 203663 w 596711"/>
              <a:gd name="connsiteY19" fmla="*/ 373852 h 574373"/>
              <a:gd name="connsiteX20" fmla="*/ 203663 w 596711"/>
              <a:gd name="connsiteY20" fmla="*/ 444542 h 574373"/>
              <a:gd name="connsiteX21" fmla="*/ 183584 w 596711"/>
              <a:gd name="connsiteY21" fmla="*/ 445020 h 574373"/>
              <a:gd name="connsiteX22" fmla="*/ 0 w 596711"/>
              <a:gd name="connsiteY22" fmla="*/ 378151 h 574373"/>
              <a:gd name="connsiteX23" fmla="*/ 0 w 596711"/>
              <a:gd name="connsiteY23" fmla="*/ 292653 h 574373"/>
              <a:gd name="connsiteX24" fmla="*/ 0 w 596711"/>
              <a:gd name="connsiteY24" fmla="*/ 158524 h 574373"/>
              <a:gd name="connsiteX25" fmla="*/ 183584 w 596711"/>
              <a:gd name="connsiteY25" fmla="*/ 220580 h 574373"/>
              <a:gd name="connsiteX26" fmla="*/ 203663 w 596711"/>
              <a:gd name="connsiteY26" fmla="*/ 220103 h 574373"/>
              <a:gd name="connsiteX27" fmla="*/ 203663 w 596711"/>
              <a:gd name="connsiteY27" fmla="*/ 315574 h 574373"/>
              <a:gd name="connsiteX28" fmla="*/ 183584 w 596711"/>
              <a:gd name="connsiteY28" fmla="*/ 316051 h 574373"/>
              <a:gd name="connsiteX29" fmla="*/ 0 w 596711"/>
              <a:gd name="connsiteY29" fmla="*/ 249221 h 574373"/>
              <a:gd name="connsiteX30" fmla="*/ 0 w 596711"/>
              <a:gd name="connsiteY30" fmla="*/ 163775 h 574373"/>
              <a:gd name="connsiteX31" fmla="*/ 413123 w 596711"/>
              <a:gd name="connsiteY31" fmla="*/ 129353 h 574373"/>
              <a:gd name="connsiteX32" fmla="*/ 596711 w 596711"/>
              <a:gd name="connsiteY32" fmla="*/ 196204 h 574373"/>
              <a:gd name="connsiteX33" fmla="*/ 596711 w 596711"/>
              <a:gd name="connsiteY33" fmla="*/ 251118 h 574373"/>
              <a:gd name="connsiteX34" fmla="*/ 413123 w 596711"/>
              <a:gd name="connsiteY34" fmla="*/ 317970 h 574373"/>
              <a:gd name="connsiteX35" fmla="*/ 229534 w 596711"/>
              <a:gd name="connsiteY35" fmla="*/ 251118 h 574373"/>
              <a:gd name="connsiteX36" fmla="*/ 229534 w 596711"/>
              <a:gd name="connsiteY36" fmla="*/ 196204 h 574373"/>
              <a:gd name="connsiteX37" fmla="*/ 413123 w 596711"/>
              <a:gd name="connsiteY37" fmla="*/ 129353 h 574373"/>
              <a:gd name="connsiteX38" fmla="*/ 183589 w 596711"/>
              <a:gd name="connsiteY38" fmla="*/ 0 h 574373"/>
              <a:gd name="connsiteX39" fmla="*/ 367177 w 596711"/>
              <a:gd name="connsiteY39" fmla="*/ 66851 h 574373"/>
              <a:gd name="connsiteX40" fmla="*/ 367177 w 596711"/>
              <a:gd name="connsiteY40" fmla="*/ 105530 h 574373"/>
              <a:gd name="connsiteX41" fmla="*/ 204147 w 596711"/>
              <a:gd name="connsiteY41" fmla="*/ 188139 h 574373"/>
              <a:gd name="connsiteX42" fmla="*/ 183589 w 596711"/>
              <a:gd name="connsiteY42" fmla="*/ 188617 h 574373"/>
              <a:gd name="connsiteX43" fmla="*/ 0 w 596711"/>
              <a:gd name="connsiteY43" fmla="*/ 121765 h 574373"/>
              <a:gd name="connsiteX44" fmla="*/ 0 w 596711"/>
              <a:gd name="connsiteY44" fmla="*/ 66851 h 574373"/>
              <a:gd name="connsiteX45" fmla="*/ 183589 w 596711"/>
              <a:gd name="connsiteY45" fmla="*/ 0 h 57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96711" h="574373">
                <a:moveTo>
                  <a:pt x="229534" y="417307"/>
                </a:moveTo>
                <a:cubicBezTo>
                  <a:pt x="236705" y="451680"/>
                  <a:pt x="316547" y="478892"/>
                  <a:pt x="413123" y="478892"/>
                </a:cubicBezTo>
                <a:cubicBezTo>
                  <a:pt x="509698" y="478892"/>
                  <a:pt x="589061" y="451680"/>
                  <a:pt x="595755" y="417307"/>
                </a:cubicBezTo>
                <a:cubicBezTo>
                  <a:pt x="596233" y="418739"/>
                  <a:pt x="596711" y="420172"/>
                  <a:pt x="596711" y="422081"/>
                </a:cubicBezTo>
                <a:lnTo>
                  <a:pt x="596711" y="507537"/>
                </a:lnTo>
                <a:cubicBezTo>
                  <a:pt x="596711" y="544774"/>
                  <a:pt x="514479" y="574373"/>
                  <a:pt x="413123" y="574373"/>
                </a:cubicBezTo>
                <a:cubicBezTo>
                  <a:pt x="311766" y="574373"/>
                  <a:pt x="229534" y="544774"/>
                  <a:pt x="229534" y="507537"/>
                </a:cubicBezTo>
                <a:lnTo>
                  <a:pt x="229534" y="422081"/>
                </a:lnTo>
                <a:close/>
                <a:moveTo>
                  <a:pt x="229534" y="287877"/>
                </a:moveTo>
                <a:cubicBezTo>
                  <a:pt x="236705" y="322741"/>
                  <a:pt x="316547" y="349963"/>
                  <a:pt x="413123" y="349963"/>
                </a:cubicBezTo>
                <a:cubicBezTo>
                  <a:pt x="509698" y="349963"/>
                  <a:pt x="589061" y="322741"/>
                  <a:pt x="595755" y="287877"/>
                </a:cubicBezTo>
                <a:cubicBezTo>
                  <a:pt x="596233" y="289787"/>
                  <a:pt x="596711" y="291220"/>
                  <a:pt x="596711" y="293130"/>
                </a:cubicBezTo>
                <a:lnTo>
                  <a:pt x="596711" y="378618"/>
                </a:lnTo>
                <a:cubicBezTo>
                  <a:pt x="596711" y="415392"/>
                  <a:pt x="514479" y="445480"/>
                  <a:pt x="413123" y="445480"/>
                </a:cubicBezTo>
                <a:cubicBezTo>
                  <a:pt x="311766" y="445480"/>
                  <a:pt x="229534" y="415392"/>
                  <a:pt x="229534" y="378618"/>
                </a:cubicBezTo>
                <a:lnTo>
                  <a:pt x="229534" y="293130"/>
                </a:lnTo>
                <a:close/>
                <a:moveTo>
                  <a:pt x="0" y="287877"/>
                </a:moveTo>
                <a:cubicBezTo>
                  <a:pt x="7171" y="322267"/>
                  <a:pt x="86533" y="349492"/>
                  <a:pt x="183584" y="349492"/>
                </a:cubicBezTo>
                <a:cubicBezTo>
                  <a:pt x="190277" y="349492"/>
                  <a:pt x="196970" y="349492"/>
                  <a:pt x="203663" y="349015"/>
                </a:cubicBezTo>
                <a:lnTo>
                  <a:pt x="203663" y="373852"/>
                </a:lnTo>
                <a:lnTo>
                  <a:pt x="203663" y="444542"/>
                </a:lnTo>
                <a:cubicBezTo>
                  <a:pt x="196970" y="445020"/>
                  <a:pt x="190277" y="445020"/>
                  <a:pt x="183584" y="445020"/>
                </a:cubicBezTo>
                <a:cubicBezTo>
                  <a:pt x="82230" y="445020"/>
                  <a:pt x="0" y="414929"/>
                  <a:pt x="0" y="378151"/>
                </a:cubicBezTo>
                <a:lnTo>
                  <a:pt x="0" y="292653"/>
                </a:lnTo>
                <a:close/>
                <a:moveTo>
                  <a:pt x="0" y="158524"/>
                </a:moveTo>
                <a:cubicBezTo>
                  <a:pt x="7171" y="193371"/>
                  <a:pt x="86533" y="220580"/>
                  <a:pt x="183584" y="220580"/>
                </a:cubicBezTo>
                <a:cubicBezTo>
                  <a:pt x="190277" y="220580"/>
                  <a:pt x="196970" y="220580"/>
                  <a:pt x="203663" y="220103"/>
                </a:cubicBezTo>
                <a:lnTo>
                  <a:pt x="203663" y="315574"/>
                </a:lnTo>
                <a:cubicBezTo>
                  <a:pt x="196970" y="316051"/>
                  <a:pt x="190277" y="316051"/>
                  <a:pt x="183584" y="316051"/>
                </a:cubicBezTo>
                <a:cubicBezTo>
                  <a:pt x="82230" y="316051"/>
                  <a:pt x="0" y="285978"/>
                  <a:pt x="0" y="249221"/>
                </a:cubicBezTo>
                <a:lnTo>
                  <a:pt x="0" y="163775"/>
                </a:lnTo>
                <a:close/>
                <a:moveTo>
                  <a:pt x="413123" y="129353"/>
                </a:moveTo>
                <a:cubicBezTo>
                  <a:pt x="514479" y="129353"/>
                  <a:pt x="596711" y="159436"/>
                  <a:pt x="596711" y="196204"/>
                </a:cubicBezTo>
                <a:lnTo>
                  <a:pt x="596711" y="251118"/>
                </a:lnTo>
                <a:cubicBezTo>
                  <a:pt x="596711" y="288364"/>
                  <a:pt x="514479" y="317970"/>
                  <a:pt x="413123" y="317970"/>
                </a:cubicBezTo>
                <a:cubicBezTo>
                  <a:pt x="311766" y="317970"/>
                  <a:pt x="229534" y="288364"/>
                  <a:pt x="229534" y="251118"/>
                </a:cubicBezTo>
                <a:lnTo>
                  <a:pt x="229534" y="196204"/>
                </a:lnTo>
                <a:cubicBezTo>
                  <a:pt x="229534" y="159436"/>
                  <a:pt x="311766" y="129353"/>
                  <a:pt x="413123" y="129353"/>
                </a:cubicBezTo>
                <a:close/>
                <a:moveTo>
                  <a:pt x="183589" y="0"/>
                </a:moveTo>
                <a:cubicBezTo>
                  <a:pt x="284945" y="0"/>
                  <a:pt x="367177" y="30083"/>
                  <a:pt x="367177" y="66851"/>
                </a:cubicBezTo>
                <a:lnTo>
                  <a:pt x="367177" y="105530"/>
                </a:lnTo>
                <a:cubicBezTo>
                  <a:pt x="282554" y="112693"/>
                  <a:pt x="207493" y="140388"/>
                  <a:pt x="204147" y="188139"/>
                </a:cubicBezTo>
                <a:cubicBezTo>
                  <a:pt x="197453" y="188617"/>
                  <a:pt x="190282" y="188617"/>
                  <a:pt x="183589" y="188617"/>
                </a:cubicBezTo>
                <a:cubicBezTo>
                  <a:pt x="82232" y="188617"/>
                  <a:pt x="0" y="158534"/>
                  <a:pt x="0" y="121765"/>
                </a:cubicBezTo>
                <a:lnTo>
                  <a:pt x="0" y="66851"/>
                </a:lnTo>
                <a:cubicBezTo>
                  <a:pt x="0" y="30083"/>
                  <a:pt x="82232" y="0"/>
                  <a:pt x="183589" y="0"/>
                </a:cubicBezTo>
                <a:close/>
              </a:path>
            </a:pathLst>
          </a:cu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2" name="文本框 11"/>
          <p:cNvSpPr txBox="1"/>
          <p:nvPr>
            <p:custDataLst>
              <p:tags r:id="rId6"/>
            </p:custDataLst>
          </p:nvPr>
        </p:nvSpPr>
        <p:spPr>
          <a:xfrm>
            <a:off x="1559692" y="5156849"/>
            <a:ext cx="800219" cy="338554"/>
          </a:xfrm>
          <a:prstGeom prst="rect">
            <a:avLst/>
          </a:prstGeom>
          <a:noFill/>
        </p:spPr>
        <p:txBody>
          <a:bodyPr wrap="none" rtlCol="0">
            <a:spAutoFit/>
          </a:bodyPr>
          <a:lstStyle/>
          <a:p>
            <a:r>
              <a:rPr lang="zh-CN" altLang="en-US" sz="1600" b="1" dirty="0">
                <a:solidFill>
                  <a:prstClr val="black"/>
                </a:solidFill>
                <a:latin typeface="微软雅黑" panose="020B0503020204020204" charset="-122"/>
                <a:ea typeface="微软雅黑" panose="020B0503020204020204" charset="-122"/>
              </a:rPr>
              <a:t>基础库</a:t>
            </a:r>
            <a:endParaRPr lang="zh-CN" altLang="en-US" sz="1600" b="1" dirty="0">
              <a:solidFill>
                <a:prstClr val="black"/>
              </a:solidFill>
              <a:latin typeface="微软雅黑" panose="020B0503020204020204" charset="-122"/>
              <a:ea typeface="微软雅黑" panose="020B0503020204020204" charset="-122"/>
            </a:endParaRPr>
          </a:p>
        </p:txBody>
      </p:sp>
      <p:grpSp>
        <p:nvGrpSpPr>
          <p:cNvPr id="13" name="组合 12"/>
          <p:cNvGrpSpPr/>
          <p:nvPr/>
        </p:nvGrpSpPr>
        <p:grpSpPr>
          <a:xfrm>
            <a:off x="2930998" y="5189660"/>
            <a:ext cx="853432" cy="276999"/>
            <a:chOff x="4657728" y="4944185"/>
            <a:chExt cx="803736" cy="305681"/>
          </a:xfrm>
        </p:grpSpPr>
        <p:sp>
          <p:nvSpPr>
            <p:cNvPr id="14" name="文本框 13"/>
            <p:cNvSpPr txBox="1"/>
            <p:nvPr>
              <p:custDataLst>
                <p:tags r:id="rId7"/>
              </p:custDataLst>
            </p:nvPr>
          </p:nvSpPr>
          <p:spPr>
            <a:xfrm>
              <a:off x="4852769" y="4944185"/>
              <a:ext cx="608695" cy="30568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rPr>
                <a:t>商品库</a:t>
              </a:r>
              <a:endParaRPr kumimoji="0" lang="zh-CN" altLang="en-US" sz="12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15" name="iconfont-1191-866872"/>
            <p:cNvSpPr/>
            <p:nvPr>
              <p:custDataLst>
                <p:tags r:id="rId8"/>
              </p:custDataLst>
            </p:nvPr>
          </p:nvSpPr>
          <p:spPr>
            <a:xfrm>
              <a:off x="4657728" y="4969970"/>
              <a:ext cx="229992" cy="245354"/>
            </a:xfrm>
            <a:custGeom>
              <a:avLst/>
              <a:gdLst>
                <a:gd name="T0" fmla="*/ 3853 w 7767"/>
                <a:gd name="T1" fmla="*/ 3157 h 8286"/>
                <a:gd name="T2" fmla="*/ 4624 w 7767"/>
                <a:gd name="T3" fmla="*/ 3157 h 8286"/>
                <a:gd name="T4" fmla="*/ 4624 w 7767"/>
                <a:gd name="T5" fmla="*/ 1973 h 8286"/>
                <a:gd name="T6" fmla="*/ 5779 w 7767"/>
                <a:gd name="T7" fmla="*/ 1973 h 8286"/>
                <a:gd name="T8" fmla="*/ 5779 w 7767"/>
                <a:gd name="T9" fmla="*/ 1184 h 8286"/>
                <a:gd name="T10" fmla="*/ 4624 w 7767"/>
                <a:gd name="T11" fmla="*/ 1184 h 8286"/>
                <a:gd name="T12" fmla="*/ 4624 w 7767"/>
                <a:gd name="T13" fmla="*/ 0 h 8286"/>
                <a:gd name="T14" fmla="*/ 3853 w 7767"/>
                <a:gd name="T15" fmla="*/ 0 h 8286"/>
                <a:gd name="T16" fmla="*/ 3853 w 7767"/>
                <a:gd name="T17" fmla="*/ 1184 h 8286"/>
                <a:gd name="T18" fmla="*/ 2697 w 7767"/>
                <a:gd name="T19" fmla="*/ 1184 h 8286"/>
                <a:gd name="T20" fmla="*/ 2697 w 7767"/>
                <a:gd name="T21" fmla="*/ 1973 h 8286"/>
                <a:gd name="T22" fmla="*/ 3853 w 7767"/>
                <a:gd name="T23" fmla="*/ 1973 h 8286"/>
                <a:gd name="T24" fmla="*/ 3853 w 7767"/>
                <a:gd name="T25" fmla="*/ 3157 h 8286"/>
                <a:gd name="T26" fmla="*/ 2312 w 7767"/>
                <a:gd name="T27" fmla="*/ 6708 h 8286"/>
                <a:gd name="T28" fmla="*/ 1545 w 7767"/>
                <a:gd name="T29" fmla="*/ 7497 h 8286"/>
                <a:gd name="T30" fmla="*/ 2312 w 7767"/>
                <a:gd name="T31" fmla="*/ 8286 h 8286"/>
                <a:gd name="T32" fmla="*/ 3082 w 7767"/>
                <a:gd name="T33" fmla="*/ 7497 h 8286"/>
                <a:gd name="T34" fmla="*/ 2312 w 7767"/>
                <a:gd name="T35" fmla="*/ 6708 h 8286"/>
                <a:gd name="T36" fmla="*/ 6165 w 7767"/>
                <a:gd name="T37" fmla="*/ 6708 h 8286"/>
                <a:gd name="T38" fmla="*/ 5398 w 7767"/>
                <a:gd name="T39" fmla="*/ 7497 h 8286"/>
                <a:gd name="T40" fmla="*/ 6165 w 7767"/>
                <a:gd name="T41" fmla="*/ 8286 h 8286"/>
                <a:gd name="T42" fmla="*/ 6936 w 7767"/>
                <a:gd name="T43" fmla="*/ 7497 h 8286"/>
                <a:gd name="T44" fmla="*/ 6165 w 7767"/>
                <a:gd name="T45" fmla="*/ 6708 h 8286"/>
                <a:gd name="T46" fmla="*/ 2377 w 7767"/>
                <a:gd name="T47" fmla="*/ 5425 h 8286"/>
                <a:gd name="T48" fmla="*/ 2389 w 7767"/>
                <a:gd name="T49" fmla="*/ 5378 h 8286"/>
                <a:gd name="T50" fmla="*/ 2736 w 7767"/>
                <a:gd name="T51" fmla="*/ 4735 h 8286"/>
                <a:gd name="T52" fmla="*/ 5606 w 7767"/>
                <a:gd name="T53" fmla="*/ 4735 h 8286"/>
                <a:gd name="T54" fmla="*/ 6281 w 7767"/>
                <a:gd name="T55" fmla="*/ 4328 h 8286"/>
                <a:gd name="T56" fmla="*/ 7767 w 7767"/>
                <a:gd name="T57" fmla="*/ 1563 h 8286"/>
                <a:gd name="T58" fmla="*/ 7097 w 7767"/>
                <a:gd name="T59" fmla="*/ 1184 h 8286"/>
                <a:gd name="T60" fmla="*/ 7093 w 7767"/>
                <a:gd name="T61" fmla="*/ 1184 h 8286"/>
                <a:gd name="T62" fmla="*/ 6669 w 7767"/>
                <a:gd name="T63" fmla="*/ 1973 h 8286"/>
                <a:gd name="T64" fmla="*/ 5606 w 7767"/>
                <a:gd name="T65" fmla="*/ 3946 h 8286"/>
                <a:gd name="T66" fmla="*/ 2902 w 7767"/>
                <a:gd name="T67" fmla="*/ 3946 h 8286"/>
                <a:gd name="T68" fmla="*/ 2851 w 7767"/>
                <a:gd name="T69" fmla="*/ 3839 h 8286"/>
                <a:gd name="T70" fmla="*/ 1988 w 7767"/>
                <a:gd name="T71" fmla="*/ 1973 h 8286"/>
                <a:gd name="T72" fmla="*/ 1622 w 7767"/>
                <a:gd name="T73" fmla="*/ 1184 h 8286"/>
                <a:gd name="T74" fmla="*/ 1260 w 7767"/>
                <a:gd name="T75" fmla="*/ 395 h 8286"/>
                <a:gd name="T76" fmla="*/ 0 w 7767"/>
                <a:gd name="T77" fmla="*/ 395 h 8286"/>
                <a:gd name="T78" fmla="*/ 0 w 7767"/>
                <a:gd name="T79" fmla="*/ 1184 h 8286"/>
                <a:gd name="T80" fmla="*/ 771 w 7767"/>
                <a:gd name="T81" fmla="*/ 1184 h 8286"/>
                <a:gd name="T82" fmla="*/ 2158 w 7767"/>
                <a:gd name="T83" fmla="*/ 4178 h 8286"/>
                <a:gd name="T84" fmla="*/ 1638 w 7767"/>
                <a:gd name="T85" fmla="*/ 5145 h 8286"/>
                <a:gd name="T86" fmla="*/ 1541 w 7767"/>
                <a:gd name="T87" fmla="*/ 5524 h 8286"/>
                <a:gd name="T88" fmla="*/ 2312 w 7767"/>
                <a:gd name="T89" fmla="*/ 6313 h 8286"/>
                <a:gd name="T90" fmla="*/ 6936 w 7767"/>
                <a:gd name="T91" fmla="*/ 6313 h 8286"/>
                <a:gd name="T92" fmla="*/ 6936 w 7767"/>
                <a:gd name="T93" fmla="*/ 5524 h 8286"/>
                <a:gd name="T94" fmla="*/ 2474 w 7767"/>
                <a:gd name="T95" fmla="*/ 5524 h 8286"/>
                <a:gd name="T96" fmla="*/ 2377 w 7767"/>
                <a:gd name="T97" fmla="*/ 5425 h 8286"/>
                <a:gd name="T98" fmla="*/ 2377 w 7767"/>
                <a:gd name="T99" fmla="*/ 5425 h 8286"/>
                <a:gd name="T100" fmla="*/ 2377 w 7767"/>
                <a:gd name="T101" fmla="*/ 5425 h 8286"/>
                <a:gd name="T102" fmla="*/ 2377 w 7767"/>
                <a:gd name="T103" fmla="*/ 5425 h 8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767" h="8286">
                  <a:moveTo>
                    <a:pt x="3853" y="3157"/>
                  </a:moveTo>
                  <a:lnTo>
                    <a:pt x="4624" y="3157"/>
                  </a:lnTo>
                  <a:lnTo>
                    <a:pt x="4624" y="1973"/>
                  </a:lnTo>
                  <a:lnTo>
                    <a:pt x="5779" y="1973"/>
                  </a:lnTo>
                  <a:lnTo>
                    <a:pt x="5779" y="1184"/>
                  </a:lnTo>
                  <a:lnTo>
                    <a:pt x="4624" y="1184"/>
                  </a:lnTo>
                  <a:lnTo>
                    <a:pt x="4624" y="0"/>
                  </a:lnTo>
                  <a:lnTo>
                    <a:pt x="3853" y="0"/>
                  </a:lnTo>
                  <a:lnTo>
                    <a:pt x="3853" y="1184"/>
                  </a:lnTo>
                  <a:lnTo>
                    <a:pt x="2697" y="1184"/>
                  </a:lnTo>
                  <a:lnTo>
                    <a:pt x="2697" y="1973"/>
                  </a:lnTo>
                  <a:lnTo>
                    <a:pt x="3853" y="1973"/>
                  </a:lnTo>
                  <a:lnTo>
                    <a:pt x="3853" y="3157"/>
                  </a:lnTo>
                  <a:close/>
                  <a:moveTo>
                    <a:pt x="2312" y="6708"/>
                  </a:moveTo>
                  <a:cubicBezTo>
                    <a:pt x="1888" y="6708"/>
                    <a:pt x="1545" y="7063"/>
                    <a:pt x="1545" y="7497"/>
                  </a:cubicBezTo>
                  <a:cubicBezTo>
                    <a:pt x="1545" y="7931"/>
                    <a:pt x="1888" y="8286"/>
                    <a:pt x="2312" y="8286"/>
                  </a:cubicBezTo>
                  <a:cubicBezTo>
                    <a:pt x="2736" y="8286"/>
                    <a:pt x="3082" y="7931"/>
                    <a:pt x="3082" y="7497"/>
                  </a:cubicBezTo>
                  <a:cubicBezTo>
                    <a:pt x="3082" y="7063"/>
                    <a:pt x="2736" y="6708"/>
                    <a:pt x="2312" y="6708"/>
                  </a:cubicBezTo>
                  <a:close/>
                  <a:moveTo>
                    <a:pt x="6165" y="6708"/>
                  </a:moveTo>
                  <a:cubicBezTo>
                    <a:pt x="5741" y="6708"/>
                    <a:pt x="5398" y="7063"/>
                    <a:pt x="5398" y="7497"/>
                  </a:cubicBezTo>
                  <a:cubicBezTo>
                    <a:pt x="5398" y="7931"/>
                    <a:pt x="5741" y="8286"/>
                    <a:pt x="6165" y="8286"/>
                  </a:cubicBezTo>
                  <a:cubicBezTo>
                    <a:pt x="6589" y="8286"/>
                    <a:pt x="6936" y="7931"/>
                    <a:pt x="6936" y="7497"/>
                  </a:cubicBezTo>
                  <a:cubicBezTo>
                    <a:pt x="6936" y="7063"/>
                    <a:pt x="6589" y="6708"/>
                    <a:pt x="6165" y="6708"/>
                  </a:cubicBezTo>
                  <a:close/>
                  <a:moveTo>
                    <a:pt x="2377" y="5425"/>
                  </a:moveTo>
                  <a:lnTo>
                    <a:pt x="2389" y="5378"/>
                  </a:lnTo>
                  <a:lnTo>
                    <a:pt x="2736" y="4735"/>
                  </a:lnTo>
                  <a:lnTo>
                    <a:pt x="5606" y="4735"/>
                  </a:lnTo>
                  <a:cubicBezTo>
                    <a:pt x="5895" y="4735"/>
                    <a:pt x="6150" y="4573"/>
                    <a:pt x="6281" y="4328"/>
                  </a:cubicBezTo>
                  <a:lnTo>
                    <a:pt x="7767" y="1563"/>
                  </a:lnTo>
                  <a:lnTo>
                    <a:pt x="7097" y="1184"/>
                  </a:lnTo>
                  <a:lnTo>
                    <a:pt x="7093" y="1184"/>
                  </a:lnTo>
                  <a:lnTo>
                    <a:pt x="6669" y="1973"/>
                  </a:lnTo>
                  <a:lnTo>
                    <a:pt x="5606" y="3946"/>
                  </a:lnTo>
                  <a:lnTo>
                    <a:pt x="2902" y="3946"/>
                  </a:lnTo>
                  <a:lnTo>
                    <a:pt x="2851" y="3839"/>
                  </a:lnTo>
                  <a:lnTo>
                    <a:pt x="1988" y="1973"/>
                  </a:lnTo>
                  <a:lnTo>
                    <a:pt x="1622" y="1184"/>
                  </a:lnTo>
                  <a:lnTo>
                    <a:pt x="1260" y="395"/>
                  </a:lnTo>
                  <a:lnTo>
                    <a:pt x="0" y="395"/>
                  </a:lnTo>
                  <a:lnTo>
                    <a:pt x="0" y="1184"/>
                  </a:lnTo>
                  <a:lnTo>
                    <a:pt x="771" y="1184"/>
                  </a:lnTo>
                  <a:lnTo>
                    <a:pt x="2158" y="4178"/>
                  </a:lnTo>
                  <a:lnTo>
                    <a:pt x="1638" y="5145"/>
                  </a:lnTo>
                  <a:cubicBezTo>
                    <a:pt x="1576" y="5256"/>
                    <a:pt x="1541" y="5386"/>
                    <a:pt x="1541" y="5524"/>
                  </a:cubicBezTo>
                  <a:cubicBezTo>
                    <a:pt x="1541" y="5958"/>
                    <a:pt x="1888" y="6313"/>
                    <a:pt x="2312" y="6313"/>
                  </a:cubicBezTo>
                  <a:lnTo>
                    <a:pt x="6936" y="6313"/>
                  </a:lnTo>
                  <a:lnTo>
                    <a:pt x="6936" y="5524"/>
                  </a:lnTo>
                  <a:lnTo>
                    <a:pt x="2474" y="5524"/>
                  </a:lnTo>
                  <a:cubicBezTo>
                    <a:pt x="2423" y="5524"/>
                    <a:pt x="2377" y="5480"/>
                    <a:pt x="2377" y="5425"/>
                  </a:cubicBezTo>
                  <a:lnTo>
                    <a:pt x="2377" y="5425"/>
                  </a:lnTo>
                  <a:lnTo>
                    <a:pt x="2377" y="5425"/>
                  </a:lnTo>
                  <a:close/>
                  <a:moveTo>
                    <a:pt x="2377" y="5425"/>
                  </a:moveTo>
                  <a:close/>
                </a:path>
              </a:pathLst>
            </a:custGeom>
            <a:solidFill>
              <a:srgbClr val="4472C4">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grpSp>
      <p:grpSp>
        <p:nvGrpSpPr>
          <p:cNvPr id="16" name="组合 15"/>
          <p:cNvGrpSpPr/>
          <p:nvPr/>
        </p:nvGrpSpPr>
        <p:grpSpPr>
          <a:xfrm>
            <a:off x="4768984" y="5189660"/>
            <a:ext cx="854044" cy="276999"/>
            <a:chOff x="6260422" y="4944185"/>
            <a:chExt cx="804312" cy="305681"/>
          </a:xfrm>
        </p:grpSpPr>
        <p:sp>
          <p:nvSpPr>
            <p:cNvPr id="17" name="文本框 16"/>
            <p:cNvSpPr txBox="1"/>
            <p:nvPr>
              <p:custDataLst>
                <p:tags r:id="rId9"/>
              </p:custDataLst>
            </p:nvPr>
          </p:nvSpPr>
          <p:spPr>
            <a:xfrm>
              <a:off x="6456040" y="4944185"/>
              <a:ext cx="608694" cy="30568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rPr>
                <a:t>诚信库</a:t>
              </a:r>
              <a:endParaRPr kumimoji="0" lang="zh-CN" altLang="en-US" sz="12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18" name="personal-id-card-of-a-man_47848"/>
            <p:cNvSpPr/>
            <p:nvPr>
              <p:custDataLst>
                <p:tags r:id="rId10"/>
              </p:custDataLst>
            </p:nvPr>
          </p:nvSpPr>
          <p:spPr>
            <a:xfrm>
              <a:off x="6260422" y="4998808"/>
              <a:ext cx="245354" cy="187678"/>
            </a:xfrm>
            <a:custGeom>
              <a:avLst/>
              <a:gdLst>
                <a:gd name="connsiteX0" fmla="*/ 361794 w 551492"/>
                <a:gd name="connsiteY0" fmla="*/ 308363 h 421851"/>
                <a:gd name="connsiteX1" fmla="*/ 530845 w 551492"/>
                <a:gd name="connsiteY1" fmla="*/ 308363 h 421851"/>
                <a:gd name="connsiteX2" fmla="*/ 551492 w 551492"/>
                <a:gd name="connsiteY2" fmla="*/ 329044 h 421851"/>
                <a:gd name="connsiteX3" fmla="*/ 551492 w 551492"/>
                <a:gd name="connsiteY3" fmla="*/ 362650 h 421851"/>
                <a:gd name="connsiteX4" fmla="*/ 530845 w 551492"/>
                <a:gd name="connsiteY4" fmla="*/ 383331 h 421851"/>
                <a:gd name="connsiteX5" fmla="*/ 378570 w 551492"/>
                <a:gd name="connsiteY5" fmla="*/ 383331 h 421851"/>
                <a:gd name="connsiteX6" fmla="*/ 378570 w 551492"/>
                <a:gd name="connsiteY6" fmla="*/ 369113 h 421851"/>
                <a:gd name="connsiteX7" fmla="*/ 361794 w 551492"/>
                <a:gd name="connsiteY7" fmla="*/ 308363 h 421851"/>
                <a:gd name="connsiteX8" fmla="*/ 313904 w 551492"/>
                <a:gd name="connsiteY8" fmla="*/ 172924 h 421851"/>
                <a:gd name="connsiteX9" fmla="*/ 530832 w 551492"/>
                <a:gd name="connsiteY9" fmla="*/ 172924 h 421851"/>
                <a:gd name="connsiteX10" fmla="*/ 551492 w 551492"/>
                <a:gd name="connsiteY10" fmla="*/ 193548 h 421851"/>
                <a:gd name="connsiteX11" fmla="*/ 551492 w 551492"/>
                <a:gd name="connsiteY11" fmla="*/ 225772 h 421851"/>
                <a:gd name="connsiteX12" fmla="*/ 530832 w 551492"/>
                <a:gd name="connsiteY12" fmla="*/ 247685 h 421851"/>
                <a:gd name="connsiteX13" fmla="*/ 271293 w 551492"/>
                <a:gd name="connsiteY13" fmla="*/ 247685 h 421851"/>
                <a:gd name="connsiteX14" fmla="*/ 271293 w 551492"/>
                <a:gd name="connsiteY14" fmla="*/ 227061 h 421851"/>
                <a:gd name="connsiteX15" fmla="*/ 272584 w 551492"/>
                <a:gd name="connsiteY15" fmla="*/ 224483 h 421851"/>
                <a:gd name="connsiteX16" fmla="*/ 313904 w 551492"/>
                <a:gd name="connsiteY16" fmla="*/ 172924 h 421851"/>
                <a:gd name="connsiteX17" fmla="*/ 281648 w 551492"/>
                <a:gd name="connsiteY17" fmla="*/ 36241 h 421851"/>
                <a:gd name="connsiteX18" fmla="*/ 530834 w 551492"/>
                <a:gd name="connsiteY18" fmla="*/ 36241 h 421851"/>
                <a:gd name="connsiteX19" fmla="*/ 551492 w 551492"/>
                <a:gd name="connsiteY19" fmla="*/ 58154 h 421851"/>
                <a:gd name="connsiteX20" fmla="*/ 551492 w 551492"/>
                <a:gd name="connsiteY20" fmla="*/ 90378 h 421851"/>
                <a:gd name="connsiteX21" fmla="*/ 530834 w 551492"/>
                <a:gd name="connsiteY21" fmla="*/ 111002 h 421851"/>
                <a:gd name="connsiteX22" fmla="*/ 308761 w 551492"/>
                <a:gd name="connsiteY22" fmla="*/ 111002 h 421851"/>
                <a:gd name="connsiteX23" fmla="*/ 295850 w 551492"/>
                <a:gd name="connsiteY23" fmla="*/ 96823 h 421851"/>
                <a:gd name="connsiteX24" fmla="*/ 281648 w 551492"/>
                <a:gd name="connsiteY24" fmla="*/ 36241 h 421851"/>
                <a:gd name="connsiteX25" fmla="*/ 176987 w 551492"/>
                <a:gd name="connsiteY25" fmla="*/ 0 h 421851"/>
                <a:gd name="connsiteX26" fmla="*/ 271294 w 551492"/>
                <a:gd name="connsiteY26" fmla="*/ 117396 h 421851"/>
                <a:gd name="connsiteX27" fmla="*/ 276461 w 551492"/>
                <a:gd name="connsiteY27" fmla="*/ 117396 h 421851"/>
                <a:gd name="connsiteX28" fmla="*/ 290672 w 551492"/>
                <a:gd name="connsiteY28" fmla="*/ 152228 h 421851"/>
                <a:gd name="connsiteX29" fmla="*/ 262251 w 551492"/>
                <a:gd name="connsiteY29" fmla="*/ 199960 h 421851"/>
                <a:gd name="connsiteX30" fmla="*/ 257083 w 551492"/>
                <a:gd name="connsiteY30" fmla="*/ 197380 h 421851"/>
                <a:gd name="connsiteX31" fmla="*/ 224786 w 551492"/>
                <a:gd name="connsiteY31" fmla="*/ 247692 h 421851"/>
                <a:gd name="connsiteX32" fmla="*/ 219619 w 551492"/>
                <a:gd name="connsiteY32" fmla="*/ 259303 h 421851"/>
                <a:gd name="connsiteX33" fmla="*/ 241581 w 551492"/>
                <a:gd name="connsiteY33" fmla="*/ 279944 h 421851"/>
                <a:gd name="connsiteX34" fmla="*/ 263543 w 551492"/>
                <a:gd name="connsiteY34" fmla="*/ 279944 h 421851"/>
                <a:gd name="connsiteX35" fmla="*/ 352682 w 551492"/>
                <a:gd name="connsiteY35" fmla="*/ 368958 h 421851"/>
                <a:gd name="connsiteX36" fmla="*/ 352682 w 551492"/>
                <a:gd name="connsiteY36" fmla="*/ 393470 h 421851"/>
                <a:gd name="connsiteX37" fmla="*/ 325553 w 551492"/>
                <a:gd name="connsiteY37" fmla="*/ 421851 h 421851"/>
                <a:gd name="connsiteX38" fmla="*/ 28421 w 551492"/>
                <a:gd name="connsiteY38" fmla="*/ 421851 h 421851"/>
                <a:gd name="connsiteX39" fmla="*/ 0 w 551492"/>
                <a:gd name="connsiteY39" fmla="*/ 393470 h 421851"/>
                <a:gd name="connsiteX40" fmla="*/ 0 w 551492"/>
                <a:gd name="connsiteY40" fmla="*/ 368958 h 421851"/>
                <a:gd name="connsiteX41" fmla="*/ 89139 w 551492"/>
                <a:gd name="connsiteY41" fmla="*/ 279944 h 421851"/>
                <a:gd name="connsiteX42" fmla="*/ 112393 w 551492"/>
                <a:gd name="connsiteY42" fmla="*/ 279944 h 421851"/>
                <a:gd name="connsiteX43" fmla="*/ 133063 w 551492"/>
                <a:gd name="connsiteY43" fmla="*/ 259303 h 421851"/>
                <a:gd name="connsiteX44" fmla="*/ 127896 w 551492"/>
                <a:gd name="connsiteY44" fmla="*/ 247692 h 421851"/>
                <a:gd name="connsiteX45" fmla="*/ 95599 w 551492"/>
                <a:gd name="connsiteY45" fmla="*/ 198670 h 421851"/>
                <a:gd name="connsiteX46" fmla="*/ 91723 w 551492"/>
                <a:gd name="connsiteY46" fmla="*/ 199960 h 421851"/>
                <a:gd name="connsiteX47" fmla="*/ 63302 w 551492"/>
                <a:gd name="connsiteY47" fmla="*/ 152228 h 421851"/>
                <a:gd name="connsiteX48" fmla="*/ 78804 w 551492"/>
                <a:gd name="connsiteY48" fmla="*/ 117396 h 421851"/>
                <a:gd name="connsiteX49" fmla="*/ 81388 w 551492"/>
                <a:gd name="connsiteY49" fmla="*/ 117396 h 421851"/>
                <a:gd name="connsiteX50" fmla="*/ 176987 w 551492"/>
                <a:gd name="connsiteY50" fmla="*/ 0 h 42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51492" h="421851">
                  <a:moveTo>
                    <a:pt x="361794" y="308363"/>
                  </a:moveTo>
                  <a:lnTo>
                    <a:pt x="530845" y="308363"/>
                  </a:lnTo>
                  <a:cubicBezTo>
                    <a:pt x="541168" y="308363"/>
                    <a:pt x="551492" y="317411"/>
                    <a:pt x="551492" y="329044"/>
                  </a:cubicBezTo>
                  <a:lnTo>
                    <a:pt x="551492" y="362650"/>
                  </a:lnTo>
                  <a:cubicBezTo>
                    <a:pt x="551492" y="374283"/>
                    <a:pt x="541168" y="383331"/>
                    <a:pt x="530845" y="383331"/>
                  </a:cubicBezTo>
                  <a:lnTo>
                    <a:pt x="378570" y="383331"/>
                  </a:lnTo>
                  <a:lnTo>
                    <a:pt x="378570" y="369113"/>
                  </a:lnTo>
                  <a:cubicBezTo>
                    <a:pt x="378570" y="347140"/>
                    <a:pt x="372118" y="326459"/>
                    <a:pt x="361794" y="308363"/>
                  </a:cubicBezTo>
                  <a:close/>
                  <a:moveTo>
                    <a:pt x="313904" y="172924"/>
                  </a:moveTo>
                  <a:lnTo>
                    <a:pt x="530832" y="172924"/>
                  </a:lnTo>
                  <a:cubicBezTo>
                    <a:pt x="541162" y="172924"/>
                    <a:pt x="551492" y="181947"/>
                    <a:pt x="551492" y="193548"/>
                  </a:cubicBezTo>
                  <a:lnTo>
                    <a:pt x="551492" y="225772"/>
                  </a:lnTo>
                  <a:cubicBezTo>
                    <a:pt x="551492" y="237373"/>
                    <a:pt x="541162" y="247685"/>
                    <a:pt x="530832" y="247685"/>
                  </a:cubicBezTo>
                  <a:lnTo>
                    <a:pt x="271293" y="247685"/>
                  </a:lnTo>
                  <a:lnTo>
                    <a:pt x="271293" y="227061"/>
                  </a:lnTo>
                  <a:cubicBezTo>
                    <a:pt x="271293" y="225772"/>
                    <a:pt x="272584" y="225772"/>
                    <a:pt x="272584" y="224483"/>
                  </a:cubicBezTo>
                  <a:cubicBezTo>
                    <a:pt x="293244" y="218038"/>
                    <a:pt x="307448" y="194837"/>
                    <a:pt x="313904" y="172924"/>
                  </a:cubicBezTo>
                  <a:close/>
                  <a:moveTo>
                    <a:pt x="281648" y="36241"/>
                  </a:moveTo>
                  <a:lnTo>
                    <a:pt x="530834" y="36241"/>
                  </a:lnTo>
                  <a:cubicBezTo>
                    <a:pt x="541163" y="36241"/>
                    <a:pt x="551492" y="46553"/>
                    <a:pt x="551492" y="58154"/>
                  </a:cubicBezTo>
                  <a:lnTo>
                    <a:pt x="551492" y="90378"/>
                  </a:lnTo>
                  <a:cubicBezTo>
                    <a:pt x="551492" y="101979"/>
                    <a:pt x="541163" y="111002"/>
                    <a:pt x="530834" y="111002"/>
                  </a:cubicBezTo>
                  <a:lnTo>
                    <a:pt x="308761" y="111002"/>
                  </a:lnTo>
                  <a:cubicBezTo>
                    <a:pt x="304888" y="104557"/>
                    <a:pt x="301015" y="99401"/>
                    <a:pt x="295850" y="96823"/>
                  </a:cubicBezTo>
                  <a:cubicBezTo>
                    <a:pt x="293268" y="72333"/>
                    <a:pt x="288104" y="52998"/>
                    <a:pt x="281648" y="36241"/>
                  </a:cubicBezTo>
                  <a:close/>
                  <a:moveTo>
                    <a:pt x="176987" y="0"/>
                  </a:moveTo>
                  <a:cubicBezTo>
                    <a:pt x="257083" y="0"/>
                    <a:pt x="270002" y="64503"/>
                    <a:pt x="271294" y="117396"/>
                  </a:cubicBezTo>
                  <a:cubicBezTo>
                    <a:pt x="272586" y="117396"/>
                    <a:pt x="273878" y="117396"/>
                    <a:pt x="276461" y="117396"/>
                  </a:cubicBezTo>
                  <a:cubicBezTo>
                    <a:pt x="289380" y="117396"/>
                    <a:pt x="290672" y="132877"/>
                    <a:pt x="290672" y="152228"/>
                  </a:cubicBezTo>
                  <a:cubicBezTo>
                    <a:pt x="290672" y="171579"/>
                    <a:pt x="275169" y="199960"/>
                    <a:pt x="262251" y="199960"/>
                  </a:cubicBezTo>
                  <a:cubicBezTo>
                    <a:pt x="260959" y="199960"/>
                    <a:pt x="258375" y="198670"/>
                    <a:pt x="257083" y="197380"/>
                  </a:cubicBezTo>
                  <a:cubicBezTo>
                    <a:pt x="249332" y="216731"/>
                    <a:pt x="237705" y="233502"/>
                    <a:pt x="224786" y="247692"/>
                  </a:cubicBezTo>
                  <a:cubicBezTo>
                    <a:pt x="220911" y="250272"/>
                    <a:pt x="219619" y="254143"/>
                    <a:pt x="219619" y="259303"/>
                  </a:cubicBezTo>
                  <a:cubicBezTo>
                    <a:pt x="219619" y="270913"/>
                    <a:pt x="228662" y="279944"/>
                    <a:pt x="241581" y="279944"/>
                  </a:cubicBezTo>
                  <a:lnTo>
                    <a:pt x="263543" y="279944"/>
                  </a:lnTo>
                  <a:cubicBezTo>
                    <a:pt x="312634" y="279944"/>
                    <a:pt x="352682" y="319936"/>
                    <a:pt x="352682" y="368958"/>
                  </a:cubicBezTo>
                  <a:lnTo>
                    <a:pt x="352682" y="393470"/>
                  </a:lnTo>
                  <a:cubicBezTo>
                    <a:pt x="352682" y="408950"/>
                    <a:pt x="341055" y="421851"/>
                    <a:pt x="325553" y="421851"/>
                  </a:cubicBezTo>
                  <a:lnTo>
                    <a:pt x="28421" y="421851"/>
                  </a:lnTo>
                  <a:cubicBezTo>
                    <a:pt x="12919" y="421851"/>
                    <a:pt x="0" y="408950"/>
                    <a:pt x="0" y="393470"/>
                  </a:cubicBezTo>
                  <a:lnTo>
                    <a:pt x="0" y="368958"/>
                  </a:lnTo>
                  <a:cubicBezTo>
                    <a:pt x="0" y="319936"/>
                    <a:pt x="40048" y="279944"/>
                    <a:pt x="89139" y="279944"/>
                  </a:cubicBezTo>
                  <a:lnTo>
                    <a:pt x="112393" y="279944"/>
                  </a:lnTo>
                  <a:cubicBezTo>
                    <a:pt x="124020" y="279944"/>
                    <a:pt x="133063" y="270913"/>
                    <a:pt x="133063" y="259303"/>
                  </a:cubicBezTo>
                  <a:cubicBezTo>
                    <a:pt x="133063" y="254143"/>
                    <a:pt x="131771" y="250272"/>
                    <a:pt x="127896" y="247692"/>
                  </a:cubicBezTo>
                  <a:cubicBezTo>
                    <a:pt x="114977" y="234792"/>
                    <a:pt x="104642" y="216731"/>
                    <a:pt x="95599" y="198670"/>
                  </a:cubicBezTo>
                  <a:cubicBezTo>
                    <a:pt x="94307" y="199960"/>
                    <a:pt x="93015" y="199960"/>
                    <a:pt x="91723" y="199960"/>
                  </a:cubicBezTo>
                  <a:cubicBezTo>
                    <a:pt x="78804" y="199960"/>
                    <a:pt x="63302" y="171579"/>
                    <a:pt x="63302" y="152228"/>
                  </a:cubicBezTo>
                  <a:cubicBezTo>
                    <a:pt x="63302" y="132877"/>
                    <a:pt x="65886" y="117396"/>
                    <a:pt x="78804" y="117396"/>
                  </a:cubicBezTo>
                  <a:cubicBezTo>
                    <a:pt x="80096" y="117396"/>
                    <a:pt x="80096" y="117396"/>
                    <a:pt x="81388" y="117396"/>
                  </a:cubicBezTo>
                  <a:cubicBezTo>
                    <a:pt x="82680" y="64503"/>
                    <a:pt x="93015" y="0"/>
                    <a:pt x="176987" y="0"/>
                  </a:cubicBezTo>
                  <a:close/>
                </a:path>
              </a:pathLst>
            </a:custGeom>
            <a:solidFill>
              <a:srgbClr val="4472C4">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grpSp>
      <p:grpSp>
        <p:nvGrpSpPr>
          <p:cNvPr id="19" name="组合 18"/>
          <p:cNvGrpSpPr/>
          <p:nvPr/>
        </p:nvGrpSpPr>
        <p:grpSpPr>
          <a:xfrm>
            <a:off x="8811109" y="5189660"/>
            <a:ext cx="1214632" cy="276999"/>
            <a:chOff x="9494939" y="4944185"/>
            <a:chExt cx="1143902" cy="305681"/>
          </a:xfrm>
        </p:grpSpPr>
        <p:sp>
          <p:nvSpPr>
            <p:cNvPr id="20" name="文本框 19"/>
            <p:cNvSpPr txBox="1"/>
            <p:nvPr>
              <p:custDataLst>
                <p:tags r:id="rId11"/>
              </p:custDataLst>
            </p:nvPr>
          </p:nvSpPr>
          <p:spPr>
            <a:xfrm>
              <a:off x="9740293" y="4944185"/>
              <a:ext cx="898548" cy="30568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rPr>
                <a:t>项目信息库</a:t>
              </a:r>
              <a:endParaRPr kumimoji="0" lang="zh-CN" altLang="en-US" sz="12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21" name="iconfont-11253-5325651"/>
            <p:cNvSpPr/>
            <p:nvPr>
              <p:custDataLst>
                <p:tags r:id="rId12"/>
              </p:custDataLst>
            </p:nvPr>
          </p:nvSpPr>
          <p:spPr>
            <a:xfrm>
              <a:off x="9494939" y="4981571"/>
              <a:ext cx="245354" cy="222152"/>
            </a:xfrm>
            <a:custGeom>
              <a:avLst/>
              <a:gdLst>
                <a:gd name="T0" fmla="*/ 6051 w 10000"/>
                <a:gd name="T1" fmla="*/ 0 h 9056"/>
                <a:gd name="T2" fmla="*/ 3341 w 10000"/>
                <a:gd name="T3" fmla="*/ 643 h 9056"/>
                <a:gd name="T4" fmla="*/ 3344 w 10000"/>
                <a:gd name="T5" fmla="*/ 3752 h 9056"/>
                <a:gd name="T6" fmla="*/ 3350 w 10000"/>
                <a:gd name="T7" fmla="*/ 8413 h 9056"/>
                <a:gd name="T8" fmla="*/ 6644 w 10000"/>
                <a:gd name="T9" fmla="*/ 8413 h 9056"/>
                <a:gd name="T10" fmla="*/ 6653 w 10000"/>
                <a:gd name="T11" fmla="*/ 8358 h 9056"/>
                <a:gd name="T12" fmla="*/ 6650 w 10000"/>
                <a:gd name="T13" fmla="*/ 2426 h 9056"/>
                <a:gd name="T14" fmla="*/ 6650 w 10000"/>
                <a:gd name="T15" fmla="*/ 717 h 9056"/>
                <a:gd name="T16" fmla="*/ 4176 w 10000"/>
                <a:gd name="T17" fmla="*/ 1099 h 9056"/>
                <a:gd name="T18" fmla="*/ 4176 w 10000"/>
                <a:gd name="T19" fmla="*/ 5277 h 9056"/>
                <a:gd name="T20" fmla="*/ 4549 w 10000"/>
                <a:gd name="T21" fmla="*/ 7972 h 9056"/>
                <a:gd name="T22" fmla="*/ 5444 w 10000"/>
                <a:gd name="T23" fmla="*/ 6417 h 9056"/>
                <a:gd name="T24" fmla="*/ 8554 w 10000"/>
                <a:gd name="T25" fmla="*/ 6832 h 9056"/>
                <a:gd name="T26" fmla="*/ 8136 w 10000"/>
                <a:gd name="T27" fmla="*/ 7557 h 9056"/>
                <a:gd name="T28" fmla="*/ 8554 w 10000"/>
                <a:gd name="T29" fmla="*/ 6832 h 9056"/>
                <a:gd name="T30" fmla="*/ 4579 w 10000"/>
                <a:gd name="T31" fmla="*/ 7194 h 9056"/>
                <a:gd name="T32" fmla="*/ 5205 w 10000"/>
                <a:gd name="T33" fmla="*/ 6832 h 9056"/>
                <a:gd name="T34" fmla="*/ 9998 w 10000"/>
                <a:gd name="T35" fmla="*/ 717 h 9056"/>
                <a:gd name="T36" fmla="*/ 9400 w 10000"/>
                <a:gd name="T37" fmla="*/ 0 h 9056"/>
                <a:gd name="T38" fmla="*/ 6690 w 10000"/>
                <a:gd name="T39" fmla="*/ 643 h 9056"/>
                <a:gd name="T40" fmla="*/ 6693 w 10000"/>
                <a:gd name="T41" fmla="*/ 3752 h 9056"/>
                <a:gd name="T42" fmla="*/ 6699 w 10000"/>
                <a:gd name="T43" fmla="*/ 8413 h 9056"/>
                <a:gd name="T44" fmla="*/ 9991 w 10000"/>
                <a:gd name="T45" fmla="*/ 8413 h 9056"/>
                <a:gd name="T46" fmla="*/ 10000 w 10000"/>
                <a:gd name="T47" fmla="*/ 8358 h 9056"/>
                <a:gd name="T48" fmla="*/ 9998 w 10000"/>
                <a:gd name="T49" fmla="*/ 2426 h 9056"/>
                <a:gd name="T50" fmla="*/ 9165 w 10000"/>
                <a:gd name="T51" fmla="*/ 1099 h 9056"/>
                <a:gd name="T52" fmla="*/ 7525 w 10000"/>
                <a:gd name="T53" fmla="*/ 1099 h 9056"/>
                <a:gd name="T54" fmla="*/ 7450 w 10000"/>
                <a:gd name="T55" fmla="*/ 7193 h 9056"/>
                <a:gd name="T56" fmla="*/ 9243 w 10000"/>
                <a:gd name="T57" fmla="*/ 7193 h 9056"/>
                <a:gd name="T58" fmla="*/ 1240 w 10000"/>
                <a:gd name="T59" fmla="*/ 7194 h 9056"/>
                <a:gd name="T60" fmla="*/ 1655 w 10000"/>
                <a:gd name="T61" fmla="*/ 6778 h 9056"/>
                <a:gd name="T62" fmla="*/ 2710 w 10000"/>
                <a:gd name="T63" fmla="*/ 0 h 9056"/>
                <a:gd name="T64" fmla="*/ 0 w 10000"/>
                <a:gd name="T65" fmla="*/ 643 h 9056"/>
                <a:gd name="T66" fmla="*/ 3 w 10000"/>
                <a:gd name="T67" fmla="*/ 3752 h 9056"/>
                <a:gd name="T68" fmla="*/ 9 w 10000"/>
                <a:gd name="T69" fmla="*/ 8413 h 9056"/>
                <a:gd name="T70" fmla="*/ 3301 w 10000"/>
                <a:gd name="T71" fmla="*/ 8413 h 9056"/>
                <a:gd name="T72" fmla="*/ 3310 w 10000"/>
                <a:gd name="T73" fmla="*/ 8358 h 9056"/>
                <a:gd name="T74" fmla="*/ 3308 w 10000"/>
                <a:gd name="T75" fmla="*/ 2426 h 9056"/>
                <a:gd name="T76" fmla="*/ 3308 w 10000"/>
                <a:gd name="T77" fmla="*/ 717 h 9056"/>
                <a:gd name="T78" fmla="*/ 835 w 10000"/>
                <a:gd name="T79" fmla="*/ 1099 h 9056"/>
                <a:gd name="T80" fmla="*/ 835 w 10000"/>
                <a:gd name="T81" fmla="*/ 5277 h 9056"/>
                <a:gd name="T82" fmla="*/ 759 w 10000"/>
                <a:gd name="T83" fmla="*/ 7194 h 9056"/>
                <a:gd name="T84" fmla="*/ 1655 w 10000"/>
                <a:gd name="T85" fmla="*/ 8092 h 9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00" h="9056">
                  <a:moveTo>
                    <a:pt x="6649" y="643"/>
                  </a:moveTo>
                  <a:lnTo>
                    <a:pt x="6643" y="643"/>
                  </a:lnTo>
                  <a:cubicBezTo>
                    <a:pt x="6601" y="281"/>
                    <a:pt x="6354" y="0"/>
                    <a:pt x="6051" y="0"/>
                  </a:cubicBezTo>
                  <a:lnTo>
                    <a:pt x="3941" y="0"/>
                  </a:lnTo>
                  <a:cubicBezTo>
                    <a:pt x="3640" y="0"/>
                    <a:pt x="3393" y="281"/>
                    <a:pt x="3350" y="643"/>
                  </a:cubicBezTo>
                  <a:lnTo>
                    <a:pt x="3341" y="643"/>
                  </a:lnTo>
                  <a:lnTo>
                    <a:pt x="3341" y="3082"/>
                  </a:lnTo>
                  <a:lnTo>
                    <a:pt x="3344" y="3082"/>
                  </a:lnTo>
                  <a:lnTo>
                    <a:pt x="3344" y="3752"/>
                  </a:lnTo>
                  <a:cubicBezTo>
                    <a:pt x="3344" y="3764"/>
                    <a:pt x="3341" y="3775"/>
                    <a:pt x="3341" y="3787"/>
                  </a:cubicBezTo>
                  <a:lnTo>
                    <a:pt x="3341" y="8413"/>
                  </a:lnTo>
                  <a:lnTo>
                    <a:pt x="3350" y="8413"/>
                  </a:lnTo>
                  <a:cubicBezTo>
                    <a:pt x="3391" y="8776"/>
                    <a:pt x="3639" y="9056"/>
                    <a:pt x="3941" y="9056"/>
                  </a:cubicBezTo>
                  <a:lnTo>
                    <a:pt x="6053" y="9056"/>
                  </a:lnTo>
                  <a:cubicBezTo>
                    <a:pt x="6354" y="9056"/>
                    <a:pt x="6601" y="8776"/>
                    <a:pt x="6644" y="8413"/>
                  </a:cubicBezTo>
                  <a:lnTo>
                    <a:pt x="6650" y="8413"/>
                  </a:lnTo>
                  <a:lnTo>
                    <a:pt x="6650" y="8358"/>
                  </a:lnTo>
                  <a:lnTo>
                    <a:pt x="6653" y="8358"/>
                  </a:lnTo>
                  <a:lnTo>
                    <a:pt x="6653" y="3038"/>
                  </a:lnTo>
                  <a:lnTo>
                    <a:pt x="6650" y="3038"/>
                  </a:lnTo>
                  <a:lnTo>
                    <a:pt x="6650" y="2426"/>
                  </a:lnTo>
                  <a:cubicBezTo>
                    <a:pt x="6650" y="2414"/>
                    <a:pt x="6653" y="2404"/>
                    <a:pt x="6653" y="2393"/>
                  </a:cubicBezTo>
                  <a:lnTo>
                    <a:pt x="6653" y="749"/>
                  </a:lnTo>
                  <a:cubicBezTo>
                    <a:pt x="6653" y="738"/>
                    <a:pt x="6650" y="728"/>
                    <a:pt x="6650" y="717"/>
                  </a:cubicBezTo>
                  <a:lnTo>
                    <a:pt x="6650" y="643"/>
                  </a:lnTo>
                  <a:lnTo>
                    <a:pt x="6649" y="643"/>
                  </a:lnTo>
                  <a:close/>
                  <a:moveTo>
                    <a:pt x="4176" y="1099"/>
                  </a:moveTo>
                  <a:lnTo>
                    <a:pt x="5816" y="1099"/>
                  </a:lnTo>
                  <a:lnTo>
                    <a:pt x="5816" y="5277"/>
                  </a:lnTo>
                  <a:lnTo>
                    <a:pt x="4176" y="5277"/>
                  </a:lnTo>
                  <a:lnTo>
                    <a:pt x="4176" y="1099"/>
                  </a:lnTo>
                  <a:close/>
                  <a:moveTo>
                    <a:pt x="5444" y="7972"/>
                  </a:moveTo>
                  <a:cubicBezTo>
                    <a:pt x="5168" y="8132"/>
                    <a:pt x="4825" y="8132"/>
                    <a:pt x="4549" y="7972"/>
                  </a:cubicBezTo>
                  <a:cubicBezTo>
                    <a:pt x="4271" y="7812"/>
                    <a:pt x="4100" y="7516"/>
                    <a:pt x="4100" y="7194"/>
                  </a:cubicBezTo>
                  <a:cubicBezTo>
                    <a:pt x="4100" y="6873"/>
                    <a:pt x="4270" y="6577"/>
                    <a:pt x="4549" y="6417"/>
                  </a:cubicBezTo>
                  <a:cubicBezTo>
                    <a:pt x="4826" y="6257"/>
                    <a:pt x="5168" y="6257"/>
                    <a:pt x="5444" y="6417"/>
                  </a:cubicBezTo>
                  <a:cubicBezTo>
                    <a:pt x="5721" y="6577"/>
                    <a:pt x="5893" y="6874"/>
                    <a:pt x="5893" y="7194"/>
                  </a:cubicBezTo>
                  <a:cubicBezTo>
                    <a:pt x="5893" y="7516"/>
                    <a:pt x="5722" y="7812"/>
                    <a:pt x="5444" y="7972"/>
                  </a:cubicBezTo>
                  <a:close/>
                  <a:moveTo>
                    <a:pt x="8554" y="6832"/>
                  </a:moveTo>
                  <a:cubicBezTo>
                    <a:pt x="8425" y="6757"/>
                    <a:pt x="8265" y="6757"/>
                    <a:pt x="8136" y="6832"/>
                  </a:cubicBezTo>
                  <a:cubicBezTo>
                    <a:pt x="8006" y="6907"/>
                    <a:pt x="7928" y="7044"/>
                    <a:pt x="7928" y="7194"/>
                  </a:cubicBezTo>
                  <a:cubicBezTo>
                    <a:pt x="7928" y="7344"/>
                    <a:pt x="8006" y="7482"/>
                    <a:pt x="8136" y="7557"/>
                  </a:cubicBezTo>
                  <a:cubicBezTo>
                    <a:pt x="8265" y="7632"/>
                    <a:pt x="8425" y="7632"/>
                    <a:pt x="8554" y="7557"/>
                  </a:cubicBezTo>
                  <a:cubicBezTo>
                    <a:pt x="8684" y="7482"/>
                    <a:pt x="8763" y="7344"/>
                    <a:pt x="8763" y="7194"/>
                  </a:cubicBezTo>
                  <a:cubicBezTo>
                    <a:pt x="8764" y="7044"/>
                    <a:pt x="8684" y="6906"/>
                    <a:pt x="8554" y="6832"/>
                  </a:cubicBezTo>
                  <a:close/>
                  <a:moveTo>
                    <a:pt x="5205" y="6832"/>
                  </a:moveTo>
                  <a:cubicBezTo>
                    <a:pt x="5076" y="6757"/>
                    <a:pt x="4916" y="6757"/>
                    <a:pt x="4788" y="6832"/>
                  </a:cubicBezTo>
                  <a:cubicBezTo>
                    <a:pt x="4659" y="6907"/>
                    <a:pt x="4579" y="7044"/>
                    <a:pt x="4579" y="7194"/>
                  </a:cubicBezTo>
                  <a:cubicBezTo>
                    <a:pt x="4579" y="7426"/>
                    <a:pt x="4766" y="7613"/>
                    <a:pt x="4996" y="7613"/>
                  </a:cubicBezTo>
                  <a:cubicBezTo>
                    <a:pt x="5228" y="7613"/>
                    <a:pt x="5414" y="7426"/>
                    <a:pt x="5414" y="7194"/>
                  </a:cubicBezTo>
                  <a:cubicBezTo>
                    <a:pt x="5415" y="7044"/>
                    <a:pt x="5335" y="6906"/>
                    <a:pt x="5205" y="6832"/>
                  </a:cubicBezTo>
                  <a:close/>
                  <a:moveTo>
                    <a:pt x="10000" y="2393"/>
                  </a:moveTo>
                  <a:lnTo>
                    <a:pt x="10000" y="749"/>
                  </a:lnTo>
                  <a:cubicBezTo>
                    <a:pt x="10000" y="738"/>
                    <a:pt x="9998" y="728"/>
                    <a:pt x="9998" y="717"/>
                  </a:cubicBezTo>
                  <a:lnTo>
                    <a:pt x="9998" y="643"/>
                  </a:lnTo>
                  <a:lnTo>
                    <a:pt x="9991" y="643"/>
                  </a:lnTo>
                  <a:cubicBezTo>
                    <a:pt x="9949" y="281"/>
                    <a:pt x="9703" y="0"/>
                    <a:pt x="9400" y="0"/>
                  </a:cubicBezTo>
                  <a:lnTo>
                    <a:pt x="7289" y="0"/>
                  </a:lnTo>
                  <a:cubicBezTo>
                    <a:pt x="6988" y="0"/>
                    <a:pt x="6740" y="281"/>
                    <a:pt x="6699" y="643"/>
                  </a:cubicBezTo>
                  <a:lnTo>
                    <a:pt x="6690" y="643"/>
                  </a:lnTo>
                  <a:lnTo>
                    <a:pt x="6690" y="3082"/>
                  </a:lnTo>
                  <a:lnTo>
                    <a:pt x="6693" y="3082"/>
                  </a:lnTo>
                  <a:lnTo>
                    <a:pt x="6693" y="3752"/>
                  </a:lnTo>
                  <a:cubicBezTo>
                    <a:pt x="6693" y="3764"/>
                    <a:pt x="6690" y="3775"/>
                    <a:pt x="6690" y="3787"/>
                  </a:cubicBezTo>
                  <a:lnTo>
                    <a:pt x="6690" y="8413"/>
                  </a:lnTo>
                  <a:lnTo>
                    <a:pt x="6699" y="8413"/>
                  </a:lnTo>
                  <a:cubicBezTo>
                    <a:pt x="6740" y="8776"/>
                    <a:pt x="6988" y="9056"/>
                    <a:pt x="7289" y="9056"/>
                  </a:cubicBezTo>
                  <a:lnTo>
                    <a:pt x="9400" y="9056"/>
                  </a:lnTo>
                  <a:cubicBezTo>
                    <a:pt x="9701" y="9056"/>
                    <a:pt x="9949" y="8776"/>
                    <a:pt x="9991" y="8413"/>
                  </a:cubicBezTo>
                  <a:lnTo>
                    <a:pt x="9998" y="8413"/>
                  </a:lnTo>
                  <a:lnTo>
                    <a:pt x="9998" y="8358"/>
                  </a:lnTo>
                  <a:lnTo>
                    <a:pt x="10000" y="8358"/>
                  </a:lnTo>
                  <a:lnTo>
                    <a:pt x="10000" y="3038"/>
                  </a:lnTo>
                  <a:lnTo>
                    <a:pt x="9998" y="3038"/>
                  </a:lnTo>
                  <a:lnTo>
                    <a:pt x="9998" y="2426"/>
                  </a:lnTo>
                  <a:cubicBezTo>
                    <a:pt x="9998" y="2414"/>
                    <a:pt x="10000" y="2404"/>
                    <a:pt x="10000" y="2393"/>
                  </a:cubicBezTo>
                  <a:close/>
                  <a:moveTo>
                    <a:pt x="7525" y="1099"/>
                  </a:moveTo>
                  <a:lnTo>
                    <a:pt x="9165" y="1099"/>
                  </a:lnTo>
                  <a:lnTo>
                    <a:pt x="9165" y="5277"/>
                  </a:lnTo>
                  <a:lnTo>
                    <a:pt x="7525" y="5277"/>
                  </a:lnTo>
                  <a:lnTo>
                    <a:pt x="7525" y="1099"/>
                  </a:lnTo>
                  <a:close/>
                  <a:moveTo>
                    <a:pt x="8794" y="7972"/>
                  </a:moveTo>
                  <a:cubicBezTo>
                    <a:pt x="8516" y="8132"/>
                    <a:pt x="8175" y="8132"/>
                    <a:pt x="7898" y="7972"/>
                  </a:cubicBezTo>
                  <a:cubicBezTo>
                    <a:pt x="7620" y="7812"/>
                    <a:pt x="7450" y="7514"/>
                    <a:pt x="7450" y="7193"/>
                  </a:cubicBezTo>
                  <a:cubicBezTo>
                    <a:pt x="7450" y="6872"/>
                    <a:pt x="7620" y="6576"/>
                    <a:pt x="7898" y="6416"/>
                  </a:cubicBezTo>
                  <a:cubicBezTo>
                    <a:pt x="8175" y="6256"/>
                    <a:pt x="8516" y="6256"/>
                    <a:pt x="8794" y="6416"/>
                  </a:cubicBezTo>
                  <a:cubicBezTo>
                    <a:pt x="9071" y="6576"/>
                    <a:pt x="9243" y="6873"/>
                    <a:pt x="9243" y="7193"/>
                  </a:cubicBezTo>
                  <a:cubicBezTo>
                    <a:pt x="9241" y="7516"/>
                    <a:pt x="9070" y="7812"/>
                    <a:pt x="8794" y="7972"/>
                  </a:cubicBezTo>
                  <a:close/>
                  <a:moveTo>
                    <a:pt x="1655" y="6778"/>
                  </a:moveTo>
                  <a:cubicBezTo>
                    <a:pt x="1425" y="6778"/>
                    <a:pt x="1240" y="6964"/>
                    <a:pt x="1240" y="7194"/>
                  </a:cubicBezTo>
                  <a:cubicBezTo>
                    <a:pt x="1240" y="7424"/>
                    <a:pt x="1426" y="7610"/>
                    <a:pt x="1655" y="7610"/>
                  </a:cubicBezTo>
                  <a:cubicBezTo>
                    <a:pt x="1884" y="7610"/>
                    <a:pt x="2070" y="7424"/>
                    <a:pt x="2070" y="7194"/>
                  </a:cubicBezTo>
                  <a:cubicBezTo>
                    <a:pt x="2070" y="6964"/>
                    <a:pt x="1884" y="6778"/>
                    <a:pt x="1655" y="6778"/>
                  </a:cubicBezTo>
                  <a:close/>
                  <a:moveTo>
                    <a:pt x="3306" y="643"/>
                  </a:moveTo>
                  <a:lnTo>
                    <a:pt x="3300" y="643"/>
                  </a:lnTo>
                  <a:cubicBezTo>
                    <a:pt x="3259" y="281"/>
                    <a:pt x="3011" y="0"/>
                    <a:pt x="2710" y="0"/>
                  </a:cubicBezTo>
                  <a:lnTo>
                    <a:pt x="599" y="0"/>
                  </a:lnTo>
                  <a:cubicBezTo>
                    <a:pt x="296" y="0"/>
                    <a:pt x="50" y="281"/>
                    <a:pt x="8" y="643"/>
                  </a:cubicBezTo>
                  <a:lnTo>
                    <a:pt x="0" y="643"/>
                  </a:lnTo>
                  <a:lnTo>
                    <a:pt x="0" y="3082"/>
                  </a:lnTo>
                  <a:lnTo>
                    <a:pt x="3" y="3082"/>
                  </a:lnTo>
                  <a:lnTo>
                    <a:pt x="3" y="3752"/>
                  </a:lnTo>
                  <a:cubicBezTo>
                    <a:pt x="3" y="3764"/>
                    <a:pt x="0" y="3775"/>
                    <a:pt x="0" y="3787"/>
                  </a:cubicBezTo>
                  <a:lnTo>
                    <a:pt x="0" y="8413"/>
                  </a:lnTo>
                  <a:lnTo>
                    <a:pt x="9" y="8413"/>
                  </a:lnTo>
                  <a:cubicBezTo>
                    <a:pt x="51" y="8776"/>
                    <a:pt x="298" y="9056"/>
                    <a:pt x="600" y="9056"/>
                  </a:cubicBezTo>
                  <a:lnTo>
                    <a:pt x="2711" y="9056"/>
                  </a:lnTo>
                  <a:cubicBezTo>
                    <a:pt x="3014" y="9056"/>
                    <a:pt x="3260" y="8776"/>
                    <a:pt x="3301" y="8413"/>
                  </a:cubicBezTo>
                  <a:lnTo>
                    <a:pt x="3308" y="8413"/>
                  </a:lnTo>
                  <a:lnTo>
                    <a:pt x="3308" y="8358"/>
                  </a:lnTo>
                  <a:lnTo>
                    <a:pt x="3310" y="8358"/>
                  </a:lnTo>
                  <a:lnTo>
                    <a:pt x="3310" y="3038"/>
                  </a:lnTo>
                  <a:lnTo>
                    <a:pt x="3308" y="3038"/>
                  </a:lnTo>
                  <a:lnTo>
                    <a:pt x="3308" y="2426"/>
                  </a:lnTo>
                  <a:cubicBezTo>
                    <a:pt x="3308" y="2414"/>
                    <a:pt x="3310" y="2404"/>
                    <a:pt x="3310" y="2393"/>
                  </a:cubicBezTo>
                  <a:lnTo>
                    <a:pt x="3310" y="749"/>
                  </a:lnTo>
                  <a:cubicBezTo>
                    <a:pt x="3310" y="738"/>
                    <a:pt x="3308" y="728"/>
                    <a:pt x="3308" y="717"/>
                  </a:cubicBezTo>
                  <a:lnTo>
                    <a:pt x="3308" y="643"/>
                  </a:lnTo>
                  <a:lnTo>
                    <a:pt x="3306" y="643"/>
                  </a:lnTo>
                  <a:close/>
                  <a:moveTo>
                    <a:pt x="835" y="1099"/>
                  </a:moveTo>
                  <a:lnTo>
                    <a:pt x="2475" y="1099"/>
                  </a:lnTo>
                  <a:lnTo>
                    <a:pt x="2475" y="5277"/>
                  </a:lnTo>
                  <a:lnTo>
                    <a:pt x="835" y="5277"/>
                  </a:lnTo>
                  <a:lnTo>
                    <a:pt x="835" y="1099"/>
                  </a:lnTo>
                  <a:close/>
                  <a:moveTo>
                    <a:pt x="1655" y="8092"/>
                  </a:moveTo>
                  <a:cubicBezTo>
                    <a:pt x="1160" y="8092"/>
                    <a:pt x="759" y="7690"/>
                    <a:pt x="759" y="7194"/>
                  </a:cubicBezTo>
                  <a:cubicBezTo>
                    <a:pt x="759" y="6698"/>
                    <a:pt x="1160" y="6297"/>
                    <a:pt x="1655" y="6297"/>
                  </a:cubicBezTo>
                  <a:cubicBezTo>
                    <a:pt x="2150" y="6297"/>
                    <a:pt x="2550" y="6699"/>
                    <a:pt x="2550" y="7194"/>
                  </a:cubicBezTo>
                  <a:cubicBezTo>
                    <a:pt x="2551" y="7691"/>
                    <a:pt x="2150" y="8092"/>
                    <a:pt x="1655" y="8092"/>
                  </a:cubicBezTo>
                  <a:close/>
                </a:path>
              </a:pathLst>
            </a:custGeom>
            <a:solidFill>
              <a:srgbClr val="4472C4">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grpSp>
      <p:grpSp>
        <p:nvGrpSpPr>
          <p:cNvPr id="22" name="组合 21"/>
          <p:cNvGrpSpPr/>
          <p:nvPr/>
        </p:nvGrpSpPr>
        <p:grpSpPr>
          <a:xfrm>
            <a:off x="6607583" y="5189660"/>
            <a:ext cx="1199942" cy="276999"/>
            <a:chOff x="7878478" y="4944185"/>
            <a:chExt cx="1130068" cy="305681"/>
          </a:xfrm>
        </p:grpSpPr>
        <p:sp>
          <p:nvSpPr>
            <p:cNvPr id="23" name="文本框 22"/>
            <p:cNvSpPr txBox="1"/>
            <p:nvPr>
              <p:custDataLst>
                <p:tags r:id="rId13"/>
              </p:custDataLst>
            </p:nvPr>
          </p:nvSpPr>
          <p:spPr>
            <a:xfrm>
              <a:off x="8109998" y="4944185"/>
              <a:ext cx="898548" cy="30568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rPr>
                <a:t>交易信息库</a:t>
              </a:r>
              <a:endParaRPr kumimoji="0" lang="zh-CN" altLang="en-US" sz="12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24" name="shopping-groceries_80106"/>
            <p:cNvSpPr/>
            <p:nvPr>
              <p:custDataLst>
                <p:tags r:id="rId14"/>
              </p:custDataLst>
            </p:nvPr>
          </p:nvSpPr>
          <p:spPr>
            <a:xfrm>
              <a:off x="7878478" y="4969970"/>
              <a:ext cx="243760" cy="245354"/>
            </a:xfrm>
            <a:custGeom>
              <a:avLst/>
              <a:gdLst>
                <a:gd name="connsiteX0" fmla="*/ 218981 w 603972"/>
                <a:gd name="connsiteY0" fmla="*/ 454676 h 607921"/>
                <a:gd name="connsiteX1" fmla="*/ 218981 w 603972"/>
                <a:gd name="connsiteY1" fmla="*/ 532933 h 607921"/>
                <a:gd name="connsiteX2" fmla="*/ 234785 w 603972"/>
                <a:gd name="connsiteY2" fmla="*/ 532933 h 607921"/>
                <a:gd name="connsiteX3" fmla="*/ 234785 w 603972"/>
                <a:gd name="connsiteY3" fmla="*/ 511734 h 607921"/>
                <a:gd name="connsiteX4" fmla="*/ 248999 w 603972"/>
                <a:gd name="connsiteY4" fmla="*/ 497446 h 607921"/>
                <a:gd name="connsiteX5" fmla="*/ 295755 w 603972"/>
                <a:gd name="connsiteY5" fmla="*/ 497446 h 607921"/>
                <a:gd name="connsiteX6" fmla="*/ 310062 w 603972"/>
                <a:gd name="connsiteY6" fmla="*/ 511734 h 607921"/>
                <a:gd name="connsiteX7" fmla="*/ 310062 w 603972"/>
                <a:gd name="connsiteY7" fmla="*/ 532933 h 607921"/>
                <a:gd name="connsiteX8" fmla="*/ 355977 w 603972"/>
                <a:gd name="connsiteY8" fmla="*/ 532933 h 607921"/>
                <a:gd name="connsiteX9" fmla="*/ 355977 w 603972"/>
                <a:gd name="connsiteY9" fmla="*/ 497166 h 607921"/>
                <a:gd name="connsiteX10" fmla="*/ 370191 w 603972"/>
                <a:gd name="connsiteY10" fmla="*/ 482972 h 607921"/>
                <a:gd name="connsiteX11" fmla="*/ 441728 w 603972"/>
                <a:gd name="connsiteY11" fmla="*/ 482972 h 607921"/>
                <a:gd name="connsiteX12" fmla="*/ 455942 w 603972"/>
                <a:gd name="connsiteY12" fmla="*/ 497166 h 607921"/>
                <a:gd name="connsiteX13" fmla="*/ 455942 w 603972"/>
                <a:gd name="connsiteY13" fmla="*/ 509306 h 607921"/>
                <a:gd name="connsiteX14" fmla="*/ 486894 w 603972"/>
                <a:gd name="connsiteY14" fmla="*/ 509306 h 607921"/>
                <a:gd name="connsiteX15" fmla="*/ 501108 w 603972"/>
                <a:gd name="connsiteY15" fmla="*/ 523594 h 607921"/>
                <a:gd name="connsiteX16" fmla="*/ 501108 w 603972"/>
                <a:gd name="connsiteY16" fmla="*/ 532933 h 607921"/>
                <a:gd name="connsiteX17" fmla="*/ 561330 w 603972"/>
                <a:gd name="connsiteY17" fmla="*/ 532933 h 607921"/>
                <a:gd name="connsiteX18" fmla="*/ 561330 w 603972"/>
                <a:gd name="connsiteY18" fmla="*/ 454676 h 607921"/>
                <a:gd name="connsiteX19" fmla="*/ 103961 w 603972"/>
                <a:gd name="connsiteY19" fmla="*/ 339065 h 607921"/>
                <a:gd name="connsiteX20" fmla="*/ 90869 w 603972"/>
                <a:gd name="connsiteY20" fmla="*/ 375485 h 607921"/>
                <a:gd name="connsiteX21" fmla="*/ 80302 w 603972"/>
                <a:gd name="connsiteY21" fmla="*/ 387158 h 607921"/>
                <a:gd name="connsiteX22" fmla="*/ 80302 w 603972"/>
                <a:gd name="connsiteY22" fmla="*/ 430676 h 607921"/>
                <a:gd name="connsiteX23" fmla="*/ 104429 w 603972"/>
                <a:gd name="connsiteY23" fmla="*/ 430676 h 607921"/>
                <a:gd name="connsiteX24" fmla="*/ 123038 w 603972"/>
                <a:gd name="connsiteY24" fmla="*/ 210567 h 607921"/>
                <a:gd name="connsiteX25" fmla="*/ 198409 w 603972"/>
                <a:gd name="connsiteY25" fmla="*/ 210567 h 607921"/>
                <a:gd name="connsiteX26" fmla="*/ 221132 w 603972"/>
                <a:gd name="connsiteY26" fmla="*/ 219345 h 607921"/>
                <a:gd name="connsiteX27" fmla="*/ 263213 w 603972"/>
                <a:gd name="connsiteY27" fmla="*/ 280886 h 607921"/>
                <a:gd name="connsiteX28" fmla="*/ 299683 w 603972"/>
                <a:gd name="connsiteY28" fmla="*/ 276497 h 607921"/>
                <a:gd name="connsiteX29" fmla="*/ 323809 w 603972"/>
                <a:gd name="connsiteY29" fmla="*/ 295454 h 607921"/>
                <a:gd name="connsiteX30" fmla="*/ 304919 w 603972"/>
                <a:gd name="connsiteY30" fmla="*/ 319548 h 607921"/>
                <a:gd name="connsiteX31" fmla="*/ 255358 w 603972"/>
                <a:gd name="connsiteY31" fmla="*/ 325524 h 607921"/>
                <a:gd name="connsiteX32" fmla="*/ 252739 w 603972"/>
                <a:gd name="connsiteY32" fmla="*/ 325618 h 607921"/>
                <a:gd name="connsiteX33" fmla="*/ 234878 w 603972"/>
                <a:gd name="connsiteY33" fmla="*/ 316186 h 607921"/>
                <a:gd name="connsiteX34" fmla="*/ 219355 w 603972"/>
                <a:gd name="connsiteY34" fmla="*/ 293586 h 607921"/>
                <a:gd name="connsiteX35" fmla="*/ 219355 w 603972"/>
                <a:gd name="connsiteY35" fmla="*/ 334956 h 607921"/>
                <a:gd name="connsiteX36" fmla="*/ 218981 w 603972"/>
                <a:gd name="connsiteY36" fmla="*/ 433384 h 607921"/>
                <a:gd name="connsiteX37" fmla="*/ 274341 w 603972"/>
                <a:gd name="connsiteY37" fmla="*/ 433384 h 607921"/>
                <a:gd name="connsiteX38" fmla="*/ 274341 w 603972"/>
                <a:gd name="connsiteY38" fmla="*/ 414614 h 607921"/>
                <a:gd name="connsiteX39" fmla="*/ 288555 w 603972"/>
                <a:gd name="connsiteY39" fmla="*/ 400419 h 607921"/>
                <a:gd name="connsiteX40" fmla="*/ 331477 w 603972"/>
                <a:gd name="connsiteY40" fmla="*/ 400419 h 607921"/>
                <a:gd name="connsiteX41" fmla="*/ 345691 w 603972"/>
                <a:gd name="connsiteY41" fmla="*/ 414614 h 607921"/>
                <a:gd name="connsiteX42" fmla="*/ 345691 w 603972"/>
                <a:gd name="connsiteY42" fmla="*/ 433384 h 607921"/>
                <a:gd name="connsiteX43" fmla="*/ 392166 w 603972"/>
                <a:gd name="connsiteY43" fmla="*/ 433384 h 607921"/>
                <a:gd name="connsiteX44" fmla="*/ 392166 w 603972"/>
                <a:gd name="connsiteY44" fmla="*/ 414614 h 607921"/>
                <a:gd name="connsiteX45" fmla="*/ 406380 w 603972"/>
                <a:gd name="connsiteY45" fmla="*/ 400419 h 607921"/>
                <a:gd name="connsiteX46" fmla="*/ 423399 w 603972"/>
                <a:gd name="connsiteY46" fmla="*/ 400419 h 607921"/>
                <a:gd name="connsiteX47" fmla="*/ 423399 w 603972"/>
                <a:gd name="connsiteY47" fmla="*/ 383049 h 607921"/>
                <a:gd name="connsiteX48" fmla="*/ 437613 w 603972"/>
                <a:gd name="connsiteY48" fmla="*/ 368762 h 607921"/>
                <a:gd name="connsiteX49" fmla="*/ 486894 w 603972"/>
                <a:gd name="connsiteY49" fmla="*/ 368762 h 607921"/>
                <a:gd name="connsiteX50" fmla="*/ 501108 w 603972"/>
                <a:gd name="connsiteY50" fmla="*/ 383049 h 607921"/>
                <a:gd name="connsiteX51" fmla="*/ 501108 w 603972"/>
                <a:gd name="connsiteY51" fmla="*/ 400419 h 607921"/>
                <a:gd name="connsiteX52" fmla="*/ 523084 w 603972"/>
                <a:gd name="connsiteY52" fmla="*/ 400419 h 607921"/>
                <a:gd name="connsiteX53" fmla="*/ 537391 w 603972"/>
                <a:gd name="connsiteY53" fmla="*/ 414614 h 607921"/>
                <a:gd name="connsiteX54" fmla="*/ 537391 w 603972"/>
                <a:gd name="connsiteY54" fmla="*/ 433384 h 607921"/>
                <a:gd name="connsiteX55" fmla="*/ 561330 w 603972"/>
                <a:gd name="connsiteY55" fmla="*/ 433384 h 607921"/>
                <a:gd name="connsiteX56" fmla="*/ 561330 w 603972"/>
                <a:gd name="connsiteY56" fmla="*/ 334956 h 607921"/>
                <a:gd name="connsiteX57" fmla="*/ 323622 w 603972"/>
                <a:gd name="connsiteY57" fmla="*/ 334956 h 607921"/>
                <a:gd name="connsiteX58" fmla="*/ 344662 w 603972"/>
                <a:gd name="connsiteY58" fmla="*/ 292933 h 607921"/>
                <a:gd name="connsiteX59" fmla="*/ 344475 w 603972"/>
                <a:gd name="connsiteY59" fmla="*/ 292279 h 607921"/>
                <a:gd name="connsiteX60" fmla="*/ 384685 w 603972"/>
                <a:gd name="connsiteY60" fmla="*/ 292279 h 607921"/>
                <a:gd name="connsiteX61" fmla="*/ 384685 w 603972"/>
                <a:gd name="connsiteY61" fmla="*/ 253804 h 607921"/>
                <a:gd name="connsiteX62" fmla="*/ 400956 w 603972"/>
                <a:gd name="connsiteY62" fmla="*/ 253804 h 607921"/>
                <a:gd name="connsiteX63" fmla="*/ 400956 w 603972"/>
                <a:gd name="connsiteY63" fmla="*/ 285742 h 607921"/>
                <a:gd name="connsiteX64" fmla="*/ 403388 w 603972"/>
                <a:gd name="connsiteY64" fmla="*/ 292279 h 607921"/>
                <a:gd name="connsiteX65" fmla="*/ 475112 w 603972"/>
                <a:gd name="connsiteY65" fmla="*/ 292279 h 607921"/>
                <a:gd name="connsiteX66" fmla="*/ 477543 w 603972"/>
                <a:gd name="connsiteY66" fmla="*/ 285742 h 607921"/>
                <a:gd name="connsiteX67" fmla="*/ 477543 w 603972"/>
                <a:gd name="connsiteY67" fmla="*/ 253804 h 607921"/>
                <a:gd name="connsiteX68" fmla="*/ 494001 w 603972"/>
                <a:gd name="connsiteY68" fmla="*/ 253804 h 607921"/>
                <a:gd name="connsiteX69" fmla="*/ 494095 w 603972"/>
                <a:gd name="connsiteY69" fmla="*/ 292279 h 607921"/>
                <a:gd name="connsiteX70" fmla="*/ 582651 w 603972"/>
                <a:gd name="connsiteY70" fmla="*/ 292279 h 607921"/>
                <a:gd name="connsiteX71" fmla="*/ 603972 w 603972"/>
                <a:gd name="connsiteY71" fmla="*/ 313664 h 607921"/>
                <a:gd name="connsiteX72" fmla="*/ 603972 w 603972"/>
                <a:gd name="connsiteY72" fmla="*/ 549929 h 607921"/>
                <a:gd name="connsiteX73" fmla="*/ 578350 w 603972"/>
                <a:gd name="connsiteY73" fmla="*/ 575610 h 607921"/>
                <a:gd name="connsiteX74" fmla="*/ 218981 w 603972"/>
                <a:gd name="connsiteY74" fmla="*/ 575610 h 607921"/>
                <a:gd name="connsiteX75" fmla="*/ 218981 w 603972"/>
                <a:gd name="connsiteY75" fmla="*/ 581867 h 607921"/>
                <a:gd name="connsiteX76" fmla="*/ 192891 w 603972"/>
                <a:gd name="connsiteY76" fmla="*/ 607921 h 607921"/>
                <a:gd name="connsiteX77" fmla="*/ 166895 w 603972"/>
                <a:gd name="connsiteY77" fmla="*/ 581867 h 607921"/>
                <a:gd name="connsiteX78" fmla="*/ 166895 w 603972"/>
                <a:gd name="connsiteY78" fmla="*/ 435158 h 607921"/>
                <a:gd name="connsiteX79" fmla="*/ 156515 w 603972"/>
                <a:gd name="connsiteY79" fmla="*/ 435158 h 607921"/>
                <a:gd name="connsiteX80" fmla="*/ 156515 w 603972"/>
                <a:gd name="connsiteY80" fmla="*/ 581867 h 607921"/>
                <a:gd name="connsiteX81" fmla="*/ 130519 w 603972"/>
                <a:gd name="connsiteY81" fmla="*/ 607921 h 607921"/>
                <a:gd name="connsiteX82" fmla="*/ 104429 w 603972"/>
                <a:gd name="connsiteY82" fmla="*/ 581867 h 607921"/>
                <a:gd name="connsiteX83" fmla="*/ 104429 w 603972"/>
                <a:gd name="connsiteY83" fmla="*/ 525182 h 607921"/>
                <a:gd name="connsiteX84" fmla="*/ 44020 w 603972"/>
                <a:gd name="connsiteY84" fmla="*/ 525182 h 607921"/>
                <a:gd name="connsiteX85" fmla="*/ 31115 w 603972"/>
                <a:gd name="connsiteY85" fmla="*/ 516777 h 607921"/>
                <a:gd name="connsiteX86" fmla="*/ 1284 w 603972"/>
                <a:gd name="connsiteY86" fmla="*/ 450754 h 607921"/>
                <a:gd name="connsiteX87" fmla="*/ 2313 w 603972"/>
                <a:gd name="connsiteY87" fmla="*/ 437213 h 607921"/>
                <a:gd name="connsiteX88" fmla="*/ 14189 w 603972"/>
                <a:gd name="connsiteY88" fmla="*/ 430676 h 607921"/>
                <a:gd name="connsiteX89" fmla="*/ 58981 w 603972"/>
                <a:gd name="connsiteY89" fmla="*/ 430676 h 607921"/>
                <a:gd name="connsiteX90" fmla="*/ 58981 w 603972"/>
                <a:gd name="connsiteY90" fmla="*/ 385944 h 607921"/>
                <a:gd name="connsiteX91" fmla="*/ 50004 w 603972"/>
                <a:gd name="connsiteY91" fmla="*/ 360730 h 607921"/>
                <a:gd name="connsiteX92" fmla="*/ 99566 w 603972"/>
                <a:gd name="connsiteY92" fmla="*/ 224201 h 607921"/>
                <a:gd name="connsiteX93" fmla="*/ 123038 w 603972"/>
                <a:gd name="connsiteY93" fmla="*/ 210567 h 607921"/>
                <a:gd name="connsiteX94" fmla="*/ 469898 w 603972"/>
                <a:gd name="connsiteY94" fmla="*/ 115798 h 607921"/>
                <a:gd name="connsiteX95" fmla="*/ 476069 w 603972"/>
                <a:gd name="connsiteY95" fmla="*/ 115798 h 607921"/>
                <a:gd name="connsiteX96" fmla="*/ 498039 w 603972"/>
                <a:gd name="connsiteY96" fmla="*/ 128402 h 607921"/>
                <a:gd name="connsiteX97" fmla="*/ 547310 w 603972"/>
                <a:gd name="connsiteY97" fmla="*/ 257240 h 607921"/>
                <a:gd name="connsiteX98" fmla="*/ 535436 w 603972"/>
                <a:gd name="connsiteY98" fmla="*/ 283848 h 607921"/>
                <a:gd name="connsiteX99" fmla="*/ 528050 w 603972"/>
                <a:gd name="connsiteY99" fmla="*/ 285155 h 607921"/>
                <a:gd name="connsiteX100" fmla="*/ 508884 w 603972"/>
                <a:gd name="connsiteY100" fmla="*/ 271991 h 607921"/>
                <a:gd name="connsiteX101" fmla="*/ 494113 w 603972"/>
                <a:gd name="connsiteY101" fmla="*/ 233433 h 607921"/>
                <a:gd name="connsiteX102" fmla="*/ 494019 w 603972"/>
                <a:gd name="connsiteY102" fmla="*/ 239408 h 607921"/>
                <a:gd name="connsiteX103" fmla="*/ 469898 w 603972"/>
                <a:gd name="connsiteY103" fmla="*/ 239408 h 607921"/>
                <a:gd name="connsiteX104" fmla="*/ 422549 w 603972"/>
                <a:gd name="connsiteY104" fmla="*/ 115798 h 607921"/>
                <a:gd name="connsiteX105" fmla="*/ 456068 w 603972"/>
                <a:gd name="connsiteY105" fmla="*/ 115798 h 607921"/>
                <a:gd name="connsiteX106" fmla="*/ 456068 w 603972"/>
                <a:gd name="connsiteY106" fmla="*/ 150899 h 607921"/>
                <a:gd name="connsiteX107" fmla="*/ 449233 w 603972"/>
                <a:gd name="connsiteY107" fmla="*/ 157714 h 607921"/>
                <a:gd name="connsiteX108" fmla="*/ 429384 w 603972"/>
                <a:gd name="connsiteY108" fmla="*/ 157714 h 607921"/>
                <a:gd name="connsiteX109" fmla="*/ 422549 w 603972"/>
                <a:gd name="connsiteY109" fmla="*/ 150899 h 607921"/>
                <a:gd name="connsiteX110" fmla="*/ 402546 w 603972"/>
                <a:gd name="connsiteY110" fmla="*/ 115798 h 607921"/>
                <a:gd name="connsiteX111" fmla="*/ 408717 w 603972"/>
                <a:gd name="connsiteY111" fmla="*/ 115798 h 607921"/>
                <a:gd name="connsiteX112" fmla="*/ 408717 w 603972"/>
                <a:gd name="connsiteY112" fmla="*/ 117572 h 607921"/>
                <a:gd name="connsiteX113" fmla="*/ 408717 w 603972"/>
                <a:gd name="connsiteY113" fmla="*/ 169947 h 607921"/>
                <a:gd name="connsiteX114" fmla="*/ 408717 w 603972"/>
                <a:gd name="connsiteY114" fmla="*/ 239408 h 607921"/>
                <a:gd name="connsiteX115" fmla="*/ 384687 w 603972"/>
                <a:gd name="connsiteY115" fmla="*/ 239408 h 607921"/>
                <a:gd name="connsiteX116" fmla="*/ 384687 w 603972"/>
                <a:gd name="connsiteY116" fmla="*/ 232873 h 607921"/>
                <a:gd name="connsiteX117" fmla="*/ 369727 w 603972"/>
                <a:gd name="connsiteY117" fmla="*/ 271991 h 607921"/>
                <a:gd name="connsiteX118" fmla="*/ 350466 w 603972"/>
                <a:gd name="connsiteY118" fmla="*/ 285155 h 607921"/>
                <a:gd name="connsiteX119" fmla="*/ 343173 w 603972"/>
                <a:gd name="connsiteY119" fmla="*/ 283848 h 607921"/>
                <a:gd name="connsiteX120" fmla="*/ 342238 w 603972"/>
                <a:gd name="connsiteY120" fmla="*/ 283194 h 607921"/>
                <a:gd name="connsiteX121" fmla="*/ 330083 w 603972"/>
                <a:gd name="connsiteY121" fmla="*/ 265829 h 607921"/>
                <a:gd name="connsiteX122" fmla="*/ 331299 w 603972"/>
                <a:gd name="connsiteY122" fmla="*/ 257240 h 607921"/>
                <a:gd name="connsiteX123" fmla="*/ 380573 w 603972"/>
                <a:gd name="connsiteY123" fmla="*/ 128402 h 607921"/>
                <a:gd name="connsiteX124" fmla="*/ 402546 w 603972"/>
                <a:gd name="connsiteY124" fmla="*/ 115798 h 607921"/>
                <a:gd name="connsiteX125" fmla="*/ 161527 w 603972"/>
                <a:gd name="connsiteY125" fmla="*/ 88560 h 607921"/>
                <a:gd name="connsiteX126" fmla="*/ 206689 w 603972"/>
                <a:gd name="connsiteY126" fmla="*/ 140144 h 607921"/>
                <a:gd name="connsiteX127" fmla="*/ 161527 w 603972"/>
                <a:gd name="connsiteY127" fmla="*/ 191728 h 607921"/>
                <a:gd name="connsiteX128" fmla="*/ 116365 w 603972"/>
                <a:gd name="connsiteY128" fmla="*/ 140144 h 607921"/>
                <a:gd name="connsiteX129" fmla="*/ 161527 w 603972"/>
                <a:gd name="connsiteY129" fmla="*/ 88560 h 607921"/>
                <a:gd name="connsiteX130" fmla="*/ 439238 w 603972"/>
                <a:gd name="connsiteY130" fmla="*/ 0 h 607921"/>
                <a:gd name="connsiteX131" fmla="*/ 482107 w 603972"/>
                <a:gd name="connsiteY131" fmla="*/ 48973 h 607921"/>
                <a:gd name="connsiteX132" fmla="*/ 439238 w 603972"/>
                <a:gd name="connsiteY132" fmla="*/ 97946 h 607921"/>
                <a:gd name="connsiteX133" fmla="*/ 396369 w 603972"/>
                <a:gd name="connsiteY133" fmla="*/ 48973 h 607921"/>
                <a:gd name="connsiteX134" fmla="*/ 439238 w 603972"/>
                <a:gd name="connsiteY134" fmla="*/ 0 h 607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603972" h="607921">
                  <a:moveTo>
                    <a:pt x="218981" y="454676"/>
                  </a:moveTo>
                  <a:lnTo>
                    <a:pt x="218981" y="532933"/>
                  </a:lnTo>
                  <a:lnTo>
                    <a:pt x="234785" y="532933"/>
                  </a:lnTo>
                  <a:lnTo>
                    <a:pt x="234785" y="511734"/>
                  </a:lnTo>
                  <a:cubicBezTo>
                    <a:pt x="234785" y="503796"/>
                    <a:pt x="241144" y="497446"/>
                    <a:pt x="248999" y="497446"/>
                  </a:cubicBezTo>
                  <a:lnTo>
                    <a:pt x="295755" y="497446"/>
                  </a:lnTo>
                  <a:cubicBezTo>
                    <a:pt x="303610" y="497446"/>
                    <a:pt x="310062" y="503796"/>
                    <a:pt x="310062" y="511734"/>
                  </a:cubicBezTo>
                  <a:lnTo>
                    <a:pt x="310062" y="532933"/>
                  </a:lnTo>
                  <a:lnTo>
                    <a:pt x="355977" y="532933"/>
                  </a:lnTo>
                  <a:lnTo>
                    <a:pt x="355977" y="497166"/>
                  </a:lnTo>
                  <a:cubicBezTo>
                    <a:pt x="355977" y="489322"/>
                    <a:pt x="362336" y="482972"/>
                    <a:pt x="370191" y="482972"/>
                  </a:cubicBezTo>
                  <a:lnTo>
                    <a:pt x="441728" y="482972"/>
                  </a:lnTo>
                  <a:cubicBezTo>
                    <a:pt x="449583" y="482972"/>
                    <a:pt x="455942" y="489322"/>
                    <a:pt x="455942" y="497166"/>
                  </a:cubicBezTo>
                  <a:lnTo>
                    <a:pt x="455942" y="509306"/>
                  </a:lnTo>
                  <a:lnTo>
                    <a:pt x="486894" y="509306"/>
                  </a:lnTo>
                  <a:cubicBezTo>
                    <a:pt x="494749" y="509306"/>
                    <a:pt x="501108" y="515750"/>
                    <a:pt x="501108" y="523594"/>
                  </a:cubicBezTo>
                  <a:lnTo>
                    <a:pt x="501108" y="532933"/>
                  </a:lnTo>
                  <a:lnTo>
                    <a:pt x="561330" y="532933"/>
                  </a:lnTo>
                  <a:lnTo>
                    <a:pt x="561330" y="454676"/>
                  </a:lnTo>
                  <a:close/>
                  <a:moveTo>
                    <a:pt x="103961" y="339065"/>
                  </a:moveTo>
                  <a:lnTo>
                    <a:pt x="90869" y="375485"/>
                  </a:lnTo>
                  <a:cubicBezTo>
                    <a:pt x="88905" y="380808"/>
                    <a:pt x="84978" y="384730"/>
                    <a:pt x="80302" y="387158"/>
                  </a:cubicBezTo>
                  <a:lnTo>
                    <a:pt x="80302" y="430676"/>
                  </a:lnTo>
                  <a:lnTo>
                    <a:pt x="104429" y="430676"/>
                  </a:lnTo>
                  <a:close/>
                  <a:moveTo>
                    <a:pt x="123038" y="210567"/>
                  </a:moveTo>
                  <a:lnTo>
                    <a:pt x="198409" y="210567"/>
                  </a:lnTo>
                  <a:cubicBezTo>
                    <a:pt x="207853" y="210567"/>
                    <a:pt x="215989" y="211781"/>
                    <a:pt x="221132" y="219345"/>
                  </a:cubicBezTo>
                  <a:lnTo>
                    <a:pt x="263213" y="280886"/>
                  </a:lnTo>
                  <a:lnTo>
                    <a:pt x="299683" y="276497"/>
                  </a:lnTo>
                  <a:cubicBezTo>
                    <a:pt x="311933" y="275003"/>
                    <a:pt x="322406" y="283501"/>
                    <a:pt x="323809" y="295454"/>
                  </a:cubicBezTo>
                  <a:cubicBezTo>
                    <a:pt x="325305" y="307314"/>
                    <a:pt x="316795" y="318053"/>
                    <a:pt x="304919" y="319548"/>
                  </a:cubicBezTo>
                  <a:lnTo>
                    <a:pt x="255358" y="325524"/>
                  </a:lnTo>
                  <a:cubicBezTo>
                    <a:pt x="254423" y="325618"/>
                    <a:pt x="253581" y="325618"/>
                    <a:pt x="252739" y="325618"/>
                  </a:cubicBezTo>
                  <a:cubicBezTo>
                    <a:pt x="245632" y="325618"/>
                    <a:pt x="238899" y="322162"/>
                    <a:pt x="234878" y="316186"/>
                  </a:cubicBezTo>
                  <a:lnTo>
                    <a:pt x="219355" y="293586"/>
                  </a:lnTo>
                  <a:lnTo>
                    <a:pt x="219355" y="334956"/>
                  </a:lnTo>
                  <a:lnTo>
                    <a:pt x="218981" y="433384"/>
                  </a:lnTo>
                  <a:lnTo>
                    <a:pt x="274341" y="433384"/>
                  </a:lnTo>
                  <a:lnTo>
                    <a:pt x="274341" y="414614"/>
                  </a:lnTo>
                  <a:cubicBezTo>
                    <a:pt x="274341" y="406769"/>
                    <a:pt x="280699" y="400419"/>
                    <a:pt x="288555" y="400419"/>
                  </a:cubicBezTo>
                  <a:lnTo>
                    <a:pt x="331477" y="400419"/>
                  </a:lnTo>
                  <a:cubicBezTo>
                    <a:pt x="339332" y="400419"/>
                    <a:pt x="345691" y="406769"/>
                    <a:pt x="345691" y="414614"/>
                  </a:cubicBezTo>
                  <a:lnTo>
                    <a:pt x="345691" y="433384"/>
                  </a:lnTo>
                  <a:lnTo>
                    <a:pt x="392166" y="433384"/>
                  </a:lnTo>
                  <a:lnTo>
                    <a:pt x="392166" y="414614"/>
                  </a:lnTo>
                  <a:cubicBezTo>
                    <a:pt x="392166" y="406769"/>
                    <a:pt x="398525" y="400419"/>
                    <a:pt x="406380" y="400419"/>
                  </a:cubicBezTo>
                  <a:lnTo>
                    <a:pt x="423399" y="400419"/>
                  </a:lnTo>
                  <a:lnTo>
                    <a:pt x="423399" y="383049"/>
                  </a:lnTo>
                  <a:cubicBezTo>
                    <a:pt x="423399" y="375205"/>
                    <a:pt x="429758" y="368762"/>
                    <a:pt x="437613" y="368762"/>
                  </a:cubicBezTo>
                  <a:lnTo>
                    <a:pt x="486894" y="368762"/>
                  </a:lnTo>
                  <a:cubicBezTo>
                    <a:pt x="494749" y="368762"/>
                    <a:pt x="501108" y="375205"/>
                    <a:pt x="501108" y="383049"/>
                  </a:cubicBezTo>
                  <a:lnTo>
                    <a:pt x="501108" y="400419"/>
                  </a:lnTo>
                  <a:lnTo>
                    <a:pt x="523084" y="400419"/>
                  </a:lnTo>
                  <a:cubicBezTo>
                    <a:pt x="530939" y="400419"/>
                    <a:pt x="537391" y="406769"/>
                    <a:pt x="537391" y="414614"/>
                  </a:cubicBezTo>
                  <a:lnTo>
                    <a:pt x="537391" y="433384"/>
                  </a:lnTo>
                  <a:lnTo>
                    <a:pt x="561330" y="433384"/>
                  </a:lnTo>
                  <a:lnTo>
                    <a:pt x="561330" y="334956"/>
                  </a:lnTo>
                  <a:lnTo>
                    <a:pt x="323622" y="334956"/>
                  </a:lnTo>
                  <a:cubicBezTo>
                    <a:pt x="337929" y="326645"/>
                    <a:pt x="346719" y="310396"/>
                    <a:pt x="344662" y="292933"/>
                  </a:cubicBezTo>
                  <a:cubicBezTo>
                    <a:pt x="344662" y="292746"/>
                    <a:pt x="344568" y="292559"/>
                    <a:pt x="344475" y="292279"/>
                  </a:cubicBezTo>
                  <a:lnTo>
                    <a:pt x="384685" y="292279"/>
                  </a:lnTo>
                  <a:lnTo>
                    <a:pt x="384685" y="253804"/>
                  </a:lnTo>
                  <a:lnTo>
                    <a:pt x="400956" y="253804"/>
                  </a:lnTo>
                  <a:lnTo>
                    <a:pt x="400956" y="285742"/>
                  </a:lnTo>
                  <a:cubicBezTo>
                    <a:pt x="400956" y="288263"/>
                    <a:pt x="401985" y="290505"/>
                    <a:pt x="403388" y="292279"/>
                  </a:cubicBezTo>
                  <a:lnTo>
                    <a:pt x="475112" y="292279"/>
                  </a:lnTo>
                  <a:cubicBezTo>
                    <a:pt x="476608" y="290505"/>
                    <a:pt x="477543" y="288263"/>
                    <a:pt x="477543" y="285742"/>
                  </a:cubicBezTo>
                  <a:lnTo>
                    <a:pt x="477543" y="253804"/>
                  </a:lnTo>
                  <a:lnTo>
                    <a:pt x="494001" y="253804"/>
                  </a:lnTo>
                  <a:lnTo>
                    <a:pt x="494095" y="292279"/>
                  </a:lnTo>
                  <a:lnTo>
                    <a:pt x="582651" y="292279"/>
                  </a:lnTo>
                  <a:cubicBezTo>
                    <a:pt x="594434" y="292279"/>
                    <a:pt x="603972" y="301898"/>
                    <a:pt x="603972" y="313664"/>
                  </a:cubicBezTo>
                  <a:lnTo>
                    <a:pt x="603972" y="549929"/>
                  </a:lnTo>
                  <a:cubicBezTo>
                    <a:pt x="603972" y="564123"/>
                    <a:pt x="592470" y="575610"/>
                    <a:pt x="578350" y="575610"/>
                  </a:cubicBezTo>
                  <a:lnTo>
                    <a:pt x="218981" y="575610"/>
                  </a:lnTo>
                  <a:lnTo>
                    <a:pt x="218981" y="581867"/>
                  </a:lnTo>
                  <a:cubicBezTo>
                    <a:pt x="218981" y="596248"/>
                    <a:pt x="207292" y="607921"/>
                    <a:pt x="192891" y="607921"/>
                  </a:cubicBezTo>
                  <a:cubicBezTo>
                    <a:pt x="178584" y="607921"/>
                    <a:pt x="166895" y="596248"/>
                    <a:pt x="166895" y="581867"/>
                  </a:cubicBezTo>
                  <a:lnTo>
                    <a:pt x="166895" y="435158"/>
                  </a:lnTo>
                  <a:lnTo>
                    <a:pt x="156515" y="435158"/>
                  </a:lnTo>
                  <a:lnTo>
                    <a:pt x="156515" y="581867"/>
                  </a:lnTo>
                  <a:cubicBezTo>
                    <a:pt x="156515" y="596248"/>
                    <a:pt x="144826" y="607921"/>
                    <a:pt x="130519" y="607921"/>
                  </a:cubicBezTo>
                  <a:cubicBezTo>
                    <a:pt x="116118" y="607921"/>
                    <a:pt x="104429" y="596248"/>
                    <a:pt x="104429" y="581867"/>
                  </a:cubicBezTo>
                  <a:lnTo>
                    <a:pt x="104429" y="525182"/>
                  </a:lnTo>
                  <a:lnTo>
                    <a:pt x="44020" y="525182"/>
                  </a:lnTo>
                  <a:cubicBezTo>
                    <a:pt x="38409" y="525182"/>
                    <a:pt x="33359" y="521913"/>
                    <a:pt x="31115" y="516777"/>
                  </a:cubicBezTo>
                  <a:lnTo>
                    <a:pt x="1284" y="450754"/>
                  </a:lnTo>
                  <a:cubicBezTo>
                    <a:pt x="-773" y="446365"/>
                    <a:pt x="-305" y="441228"/>
                    <a:pt x="2313" y="437213"/>
                  </a:cubicBezTo>
                  <a:cubicBezTo>
                    <a:pt x="4931" y="433197"/>
                    <a:pt x="9420" y="430676"/>
                    <a:pt x="14189" y="430676"/>
                  </a:cubicBezTo>
                  <a:lnTo>
                    <a:pt x="58981" y="430676"/>
                  </a:lnTo>
                  <a:lnTo>
                    <a:pt x="58981" y="385944"/>
                  </a:lnTo>
                  <a:cubicBezTo>
                    <a:pt x="50659" y="380621"/>
                    <a:pt x="46544" y="370349"/>
                    <a:pt x="50004" y="360730"/>
                  </a:cubicBezTo>
                  <a:lnTo>
                    <a:pt x="99566" y="224201"/>
                  </a:lnTo>
                  <a:cubicBezTo>
                    <a:pt x="103026" y="214396"/>
                    <a:pt x="112003" y="210567"/>
                    <a:pt x="123038" y="210567"/>
                  </a:cubicBezTo>
                  <a:close/>
                  <a:moveTo>
                    <a:pt x="469898" y="115798"/>
                  </a:moveTo>
                  <a:lnTo>
                    <a:pt x="476069" y="115798"/>
                  </a:lnTo>
                  <a:cubicBezTo>
                    <a:pt x="485885" y="115798"/>
                    <a:pt x="494580" y="119346"/>
                    <a:pt x="498039" y="128402"/>
                  </a:cubicBezTo>
                  <a:lnTo>
                    <a:pt x="547310" y="257240"/>
                  </a:lnTo>
                  <a:cubicBezTo>
                    <a:pt x="551330" y="267883"/>
                    <a:pt x="546001" y="279740"/>
                    <a:pt x="535436" y="283848"/>
                  </a:cubicBezTo>
                  <a:cubicBezTo>
                    <a:pt x="533005" y="284782"/>
                    <a:pt x="530575" y="285155"/>
                    <a:pt x="528050" y="285155"/>
                  </a:cubicBezTo>
                  <a:cubicBezTo>
                    <a:pt x="519823" y="285155"/>
                    <a:pt x="511970" y="280114"/>
                    <a:pt x="508884" y="271991"/>
                  </a:cubicBezTo>
                  <a:lnTo>
                    <a:pt x="494113" y="233433"/>
                  </a:lnTo>
                  <a:lnTo>
                    <a:pt x="494019" y="239408"/>
                  </a:lnTo>
                  <a:lnTo>
                    <a:pt x="469898" y="239408"/>
                  </a:lnTo>
                  <a:close/>
                  <a:moveTo>
                    <a:pt x="422549" y="115798"/>
                  </a:moveTo>
                  <a:lnTo>
                    <a:pt x="456068" y="115798"/>
                  </a:lnTo>
                  <a:lnTo>
                    <a:pt x="456068" y="150899"/>
                  </a:lnTo>
                  <a:cubicBezTo>
                    <a:pt x="456068" y="154633"/>
                    <a:pt x="452978" y="157714"/>
                    <a:pt x="449233" y="157714"/>
                  </a:cubicBezTo>
                  <a:lnTo>
                    <a:pt x="429384" y="157714"/>
                  </a:lnTo>
                  <a:cubicBezTo>
                    <a:pt x="425639" y="157714"/>
                    <a:pt x="422549" y="154633"/>
                    <a:pt x="422549" y="150899"/>
                  </a:cubicBezTo>
                  <a:close/>
                  <a:moveTo>
                    <a:pt x="402546" y="115798"/>
                  </a:moveTo>
                  <a:lnTo>
                    <a:pt x="408717" y="115798"/>
                  </a:lnTo>
                  <a:lnTo>
                    <a:pt x="408717" y="117572"/>
                  </a:lnTo>
                  <a:lnTo>
                    <a:pt x="408717" y="169947"/>
                  </a:lnTo>
                  <a:lnTo>
                    <a:pt x="408717" y="239408"/>
                  </a:lnTo>
                  <a:lnTo>
                    <a:pt x="384687" y="239408"/>
                  </a:lnTo>
                  <a:lnTo>
                    <a:pt x="384687" y="232873"/>
                  </a:lnTo>
                  <a:lnTo>
                    <a:pt x="369727" y="271991"/>
                  </a:lnTo>
                  <a:cubicBezTo>
                    <a:pt x="366548" y="280114"/>
                    <a:pt x="358788" y="285155"/>
                    <a:pt x="350466" y="285155"/>
                  </a:cubicBezTo>
                  <a:cubicBezTo>
                    <a:pt x="348035" y="285155"/>
                    <a:pt x="345604" y="284782"/>
                    <a:pt x="343173" y="283848"/>
                  </a:cubicBezTo>
                  <a:cubicBezTo>
                    <a:pt x="342799" y="283661"/>
                    <a:pt x="342519" y="283381"/>
                    <a:pt x="342238" y="283194"/>
                  </a:cubicBezTo>
                  <a:cubicBezTo>
                    <a:pt x="339620" y="276379"/>
                    <a:pt x="335413" y="270497"/>
                    <a:pt x="330083" y="265829"/>
                  </a:cubicBezTo>
                  <a:cubicBezTo>
                    <a:pt x="329896" y="263028"/>
                    <a:pt x="330177" y="260134"/>
                    <a:pt x="331299" y="257240"/>
                  </a:cubicBezTo>
                  <a:lnTo>
                    <a:pt x="380573" y="128402"/>
                  </a:lnTo>
                  <a:cubicBezTo>
                    <a:pt x="384033" y="119346"/>
                    <a:pt x="391793" y="115798"/>
                    <a:pt x="402546" y="115798"/>
                  </a:cubicBezTo>
                  <a:close/>
                  <a:moveTo>
                    <a:pt x="161527" y="88560"/>
                  </a:moveTo>
                  <a:cubicBezTo>
                    <a:pt x="186469" y="88560"/>
                    <a:pt x="206689" y="111655"/>
                    <a:pt x="206689" y="140144"/>
                  </a:cubicBezTo>
                  <a:cubicBezTo>
                    <a:pt x="206689" y="168633"/>
                    <a:pt x="186469" y="191728"/>
                    <a:pt x="161527" y="191728"/>
                  </a:cubicBezTo>
                  <a:cubicBezTo>
                    <a:pt x="136585" y="191728"/>
                    <a:pt x="116365" y="168633"/>
                    <a:pt x="116365" y="140144"/>
                  </a:cubicBezTo>
                  <a:cubicBezTo>
                    <a:pt x="116365" y="111655"/>
                    <a:pt x="136585" y="88560"/>
                    <a:pt x="161527" y="88560"/>
                  </a:cubicBezTo>
                  <a:close/>
                  <a:moveTo>
                    <a:pt x="439238" y="0"/>
                  </a:moveTo>
                  <a:cubicBezTo>
                    <a:pt x="462914" y="0"/>
                    <a:pt x="482107" y="21926"/>
                    <a:pt x="482107" y="48973"/>
                  </a:cubicBezTo>
                  <a:cubicBezTo>
                    <a:pt x="482107" y="76020"/>
                    <a:pt x="462914" y="97946"/>
                    <a:pt x="439238" y="97946"/>
                  </a:cubicBezTo>
                  <a:cubicBezTo>
                    <a:pt x="415562" y="97946"/>
                    <a:pt x="396369" y="76020"/>
                    <a:pt x="396369" y="48973"/>
                  </a:cubicBezTo>
                  <a:cubicBezTo>
                    <a:pt x="396369" y="21926"/>
                    <a:pt x="415562" y="0"/>
                    <a:pt x="439238" y="0"/>
                  </a:cubicBezTo>
                  <a:close/>
                </a:path>
              </a:pathLst>
            </a:custGeom>
            <a:solidFill>
              <a:srgbClr val="4472C4">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grpSp>
      <p:sp>
        <p:nvSpPr>
          <p:cNvPr id="25" name="文本框 24"/>
          <p:cNvSpPr txBox="1"/>
          <p:nvPr>
            <p:custDataLst>
              <p:tags r:id="rId15"/>
            </p:custDataLst>
          </p:nvPr>
        </p:nvSpPr>
        <p:spPr>
          <a:xfrm>
            <a:off x="643402" y="4164072"/>
            <a:ext cx="1107997" cy="369332"/>
          </a:xfrm>
          <a:prstGeom prst="rect">
            <a:avLst/>
          </a:prstGeom>
          <a:noFill/>
        </p:spPr>
        <p:txBody>
          <a:bodyPr wrap="none" rtlCol="0">
            <a:spAutoFit/>
          </a:bodyPr>
          <a:lstStyle/>
          <a:p>
            <a:pPr algn="ctr"/>
            <a:r>
              <a:rPr lang="zh-CN" altLang="en-US" b="1" dirty="0">
                <a:solidFill>
                  <a:srgbClr val="000000">
                    <a:lumMod val="75000"/>
                    <a:lumOff val="25000"/>
                  </a:srgbClr>
                </a:solidFill>
                <a:latin typeface="微软雅黑" panose="020B0503020204020204" charset="-122"/>
                <a:ea typeface="微软雅黑" panose="020B0503020204020204" charset="-122"/>
                <a:sym typeface="+mn-ea"/>
              </a:rPr>
              <a:t>采购流程</a:t>
            </a:r>
            <a:endParaRPr lang="zh-CN" altLang="en-US" dirty="0">
              <a:solidFill>
                <a:prstClr val="black"/>
              </a:solidFill>
              <a:latin typeface="微软雅黑" panose="020B0503020204020204" charset="-122"/>
              <a:ea typeface="微软雅黑" panose="020B0503020204020204" charset="-122"/>
            </a:endParaRPr>
          </a:p>
        </p:txBody>
      </p:sp>
      <p:sp>
        <p:nvSpPr>
          <p:cNvPr id="26" name="矩形: 圆角 25"/>
          <p:cNvSpPr/>
          <p:nvPr>
            <p:custDataLst>
              <p:tags r:id="rId16"/>
            </p:custDataLst>
          </p:nvPr>
        </p:nvSpPr>
        <p:spPr>
          <a:xfrm>
            <a:off x="3846539" y="1267008"/>
            <a:ext cx="4779476" cy="838560"/>
          </a:xfrm>
          <a:prstGeom prst="roundRect">
            <a:avLst>
              <a:gd name="adj" fmla="val 6777"/>
            </a:avLst>
          </a:prstGeom>
          <a:solidFill>
            <a:srgbClr val="44546A">
              <a:lumMod val="20000"/>
              <a:lumOff val="80000"/>
            </a:srgbClr>
          </a:solidFill>
          <a:ln w="12700" cap="flat" cmpd="sng" algn="ctr">
            <a:solidFill>
              <a:srgbClr val="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供应商管理</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27" name="矩形: 圆角 26"/>
          <p:cNvSpPr/>
          <p:nvPr>
            <p:custDataLst>
              <p:tags r:id="rId17"/>
            </p:custDataLst>
          </p:nvPr>
        </p:nvSpPr>
        <p:spPr>
          <a:xfrm>
            <a:off x="1050281" y="1284941"/>
            <a:ext cx="2751195" cy="1255823"/>
          </a:xfrm>
          <a:prstGeom prst="roundRect">
            <a:avLst>
              <a:gd name="adj" fmla="val 6777"/>
            </a:avLst>
          </a:prstGeom>
          <a:solidFill>
            <a:srgbClr val="44546A">
              <a:lumMod val="20000"/>
              <a:lumOff val="80000"/>
            </a:srgbClr>
          </a:solidFill>
          <a:ln w="12700" cap="flat" cmpd="sng" algn="ctr">
            <a:solidFill>
              <a:srgbClr val="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商品库管理</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28" name="矩形: 圆角 27"/>
          <p:cNvSpPr/>
          <p:nvPr>
            <p:custDataLst>
              <p:tags r:id="rId18"/>
            </p:custDataLst>
          </p:nvPr>
        </p:nvSpPr>
        <p:spPr>
          <a:xfrm>
            <a:off x="1048322" y="1647122"/>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目录参数</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29" name="矩形: 圆角 28"/>
          <p:cNvSpPr/>
          <p:nvPr>
            <p:custDataLst>
              <p:tags r:id="rId19"/>
            </p:custDataLst>
          </p:nvPr>
        </p:nvSpPr>
        <p:spPr>
          <a:xfrm>
            <a:off x="2900789" y="1647122"/>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品牌管理</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0" name="矩形: 圆角 29"/>
          <p:cNvSpPr/>
          <p:nvPr>
            <p:custDataLst>
              <p:tags r:id="rId20"/>
            </p:custDataLst>
          </p:nvPr>
        </p:nvSpPr>
        <p:spPr>
          <a:xfrm>
            <a:off x="1974555" y="1647122"/>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商品审核</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1" name="矩形: 圆角 30"/>
          <p:cNvSpPr/>
          <p:nvPr>
            <p:custDataLst>
              <p:tags r:id="rId21"/>
            </p:custDataLst>
          </p:nvPr>
        </p:nvSpPr>
        <p:spPr>
          <a:xfrm>
            <a:off x="1974555" y="2043606"/>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价格监测</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2" name="矩形: 圆角 31"/>
          <p:cNvSpPr/>
          <p:nvPr>
            <p:custDataLst>
              <p:tags r:id="rId22"/>
            </p:custDataLst>
          </p:nvPr>
        </p:nvSpPr>
        <p:spPr>
          <a:xfrm>
            <a:off x="2900789" y="2043606"/>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模板设置</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3" name="矩形: 圆角 32"/>
          <p:cNvSpPr/>
          <p:nvPr>
            <p:custDataLst>
              <p:tags r:id="rId23"/>
            </p:custDataLst>
          </p:nvPr>
        </p:nvSpPr>
        <p:spPr>
          <a:xfrm>
            <a:off x="1048322" y="2043606"/>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厂商入驻</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4" name="矩形: 圆角 33"/>
          <p:cNvSpPr/>
          <p:nvPr>
            <p:custDataLst>
              <p:tags r:id="rId24"/>
            </p:custDataLst>
          </p:nvPr>
        </p:nvSpPr>
        <p:spPr>
          <a:xfrm>
            <a:off x="1033931" y="2625023"/>
            <a:ext cx="2767545" cy="909796"/>
          </a:xfrm>
          <a:prstGeom prst="roundRect">
            <a:avLst>
              <a:gd name="adj" fmla="val 6777"/>
            </a:avLst>
          </a:prstGeom>
          <a:solidFill>
            <a:srgbClr val="44546A">
              <a:lumMod val="20000"/>
              <a:lumOff val="80000"/>
            </a:srgbClr>
          </a:solidFill>
          <a:ln w="12700" cap="flat" cmpd="sng" algn="ctr">
            <a:solidFill>
              <a:srgbClr val="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预算管理</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5" name="矩形: 圆角 34"/>
          <p:cNvSpPr/>
          <p:nvPr>
            <p:custDataLst>
              <p:tags r:id="rId25"/>
            </p:custDataLst>
          </p:nvPr>
        </p:nvSpPr>
        <p:spPr>
          <a:xfrm>
            <a:off x="3909996" y="1607600"/>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商品上架</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6" name="矩形: 圆角 35"/>
          <p:cNvSpPr/>
          <p:nvPr>
            <p:custDataLst>
              <p:tags r:id="rId26"/>
            </p:custDataLst>
          </p:nvPr>
        </p:nvSpPr>
        <p:spPr>
          <a:xfrm>
            <a:off x="5785932" y="1611558"/>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发货管理</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7" name="矩形: 圆角 36"/>
          <p:cNvSpPr/>
          <p:nvPr>
            <p:custDataLst>
              <p:tags r:id="rId27"/>
            </p:custDataLst>
          </p:nvPr>
        </p:nvSpPr>
        <p:spPr>
          <a:xfrm>
            <a:off x="6723900" y="1611558"/>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发票结算</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8" name="矩形: 圆角 37"/>
          <p:cNvSpPr/>
          <p:nvPr>
            <p:custDataLst>
              <p:tags r:id="rId28"/>
            </p:custDataLst>
          </p:nvPr>
        </p:nvSpPr>
        <p:spPr>
          <a:xfrm>
            <a:off x="7661870" y="1607601"/>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售后服务</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39" name="矩形: 圆角 38"/>
          <p:cNvSpPr/>
          <p:nvPr>
            <p:custDataLst>
              <p:tags r:id="rId29"/>
            </p:custDataLst>
          </p:nvPr>
        </p:nvSpPr>
        <p:spPr>
          <a:xfrm>
            <a:off x="4847964" y="1603643"/>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订单管理</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0" name="矩形: 圆角 39"/>
          <p:cNvSpPr/>
          <p:nvPr>
            <p:custDataLst>
              <p:tags r:id="rId30"/>
            </p:custDataLst>
          </p:nvPr>
        </p:nvSpPr>
        <p:spPr>
          <a:xfrm>
            <a:off x="1048322" y="3060333"/>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预算导入</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1" name="矩形: 圆角 40"/>
          <p:cNvSpPr/>
          <p:nvPr>
            <p:custDataLst>
              <p:tags r:id="rId31"/>
            </p:custDataLst>
          </p:nvPr>
        </p:nvSpPr>
        <p:spPr>
          <a:xfrm>
            <a:off x="2900789" y="3060333"/>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预算核减</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2" name="矩形: 圆角 41"/>
          <p:cNvSpPr/>
          <p:nvPr>
            <p:custDataLst>
              <p:tags r:id="rId32"/>
            </p:custDataLst>
          </p:nvPr>
        </p:nvSpPr>
        <p:spPr>
          <a:xfrm>
            <a:off x="1974555" y="3060333"/>
            <a:ext cx="900688"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预算执行</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3" name="矩形: 圆角 42"/>
          <p:cNvSpPr/>
          <p:nvPr>
            <p:custDataLst>
              <p:tags r:id="rId33"/>
            </p:custDataLst>
          </p:nvPr>
        </p:nvSpPr>
        <p:spPr>
          <a:xfrm>
            <a:off x="3835496" y="2261680"/>
            <a:ext cx="4779476" cy="789554"/>
          </a:xfrm>
          <a:prstGeom prst="roundRect">
            <a:avLst>
              <a:gd name="adj" fmla="val 6777"/>
            </a:avLst>
          </a:prstGeom>
          <a:solidFill>
            <a:srgbClr val="44546A">
              <a:lumMod val="20000"/>
              <a:lumOff val="80000"/>
            </a:srgbClr>
          </a:solidFill>
          <a:ln w="12700" cap="flat" cmpd="sng" algn="ctr">
            <a:solidFill>
              <a:srgbClr val="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采购人服务</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4" name="矩形: 圆角 43"/>
          <p:cNvSpPr/>
          <p:nvPr>
            <p:custDataLst>
              <p:tags r:id="rId34"/>
            </p:custDataLst>
          </p:nvPr>
        </p:nvSpPr>
        <p:spPr>
          <a:xfrm>
            <a:off x="3898953" y="2664378"/>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查询下单</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5" name="矩形: 圆角 44"/>
          <p:cNvSpPr/>
          <p:nvPr>
            <p:custDataLst>
              <p:tags r:id="rId35"/>
            </p:custDataLst>
          </p:nvPr>
        </p:nvSpPr>
        <p:spPr>
          <a:xfrm>
            <a:off x="5774889" y="2668336"/>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验收支付</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6" name="矩形: 圆角 45"/>
          <p:cNvSpPr/>
          <p:nvPr>
            <p:custDataLst>
              <p:tags r:id="rId36"/>
            </p:custDataLst>
          </p:nvPr>
        </p:nvSpPr>
        <p:spPr>
          <a:xfrm>
            <a:off x="6712857" y="2668336"/>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电子发票</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7" name="矩形: 圆角 46"/>
          <p:cNvSpPr/>
          <p:nvPr>
            <p:custDataLst>
              <p:tags r:id="rId37"/>
            </p:custDataLst>
          </p:nvPr>
        </p:nvSpPr>
        <p:spPr>
          <a:xfrm>
            <a:off x="7650827" y="2664379"/>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售后服务</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8" name="矩形: 圆角 47"/>
          <p:cNvSpPr/>
          <p:nvPr>
            <p:custDataLst>
              <p:tags r:id="rId38"/>
            </p:custDataLst>
          </p:nvPr>
        </p:nvSpPr>
        <p:spPr>
          <a:xfrm>
            <a:off x="4836921" y="2660421"/>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物流追踪</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49" name="矩形: 圆角 48"/>
          <p:cNvSpPr/>
          <p:nvPr>
            <p:custDataLst>
              <p:tags r:id="rId39"/>
            </p:custDataLst>
          </p:nvPr>
        </p:nvSpPr>
        <p:spPr>
          <a:xfrm>
            <a:off x="3898953" y="3215474"/>
            <a:ext cx="951584" cy="260433"/>
          </a:xfrm>
          <a:prstGeom prst="roundRect">
            <a:avLst/>
          </a:prstGeom>
          <a:solidFill>
            <a:srgbClr val="3271CC">
              <a:lumMod val="20000"/>
              <a:lumOff val="8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直接采购</a:t>
            </a:r>
            <a:endParaRPr kumimoji="0" lang="zh-CN" altLang="en-US" sz="12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0" name="矩形: 圆角 49"/>
          <p:cNvSpPr/>
          <p:nvPr>
            <p:custDataLst>
              <p:tags r:id="rId40"/>
            </p:custDataLst>
          </p:nvPr>
        </p:nvSpPr>
        <p:spPr>
          <a:xfrm>
            <a:off x="5157445" y="3215474"/>
            <a:ext cx="951584" cy="260433"/>
          </a:xfrm>
          <a:prstGeom prst="roundRect">
            <a:avLst/>
          </a:prstGeom>
          <a:solidFill>
            <a:srgbClr val="3271CC">
              <a:lumMod val="20000"/>
              <a:lumOff val="8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竞价采购</a:t>
            </a:r>
            <a:endParaRPr kumimoji="0" lang="zh-CN" altLang="en-US" sz="12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1" name="矩形: 圆角 50"/>
          <p:cNvSpPr/>
          <p:nvPr>
            <p:custDataLst>
              <p:tags r:id="rId41"/>
            </p:custDataLst>
          </p:nvPr>
        </p:nvSpPr>
        <p:spPr>
          <a:xfrm>
            <a:off x="6415937" y="3215474"/>
            <a:ext cx="951584" cy="260433"/>
          </a:xfrm>
          <a:prstGeom prst="roundRect">
            <a:avLst/>
          </a:prstGeom>
          <a:solidFill>
            <a:srgbClr val="3271CC">
              <a:lumMod val="20000"/>
              <a:lumOff val="8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团购</a:t>
            </a:r>
            <a:endParaRPr kumimoji="0" lang="zh-CN" altLang="en-US" sz="12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2" name="矩形: 圆角 51"/>
          <p:cNvSpPr/>
          <p:nvPr>
            <p:custDataLst>
              <p:tags r:id="rId42"/>
            </p:custDataLst>
          </p:nvPr>
        </p:nvSpPr>
        <p:spPr>
          <a:xfrm>
            <a:off x="7674431" y="3215474"/>
            <a:ext cx="951584" cy="260433"/>
          </a:xfrm>
          <a:prstGeom prst="roundRect">
            <a:avLst/>
          </a:prstGeom>
          <a:solidFill>
            <a:srgbClr val="3271CC">
              <a:lumMod val="20000"/>
              <a:lumOff val="80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寻源比价</a:t>
            </a:r>
            <a:endParaRPr kumimoji="0" lang="zh-CN" altLang="en-US" sz="12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3" name="箭头: 下 52"/>
          <p:cNvSpPr/>
          <p:nvPr>
            <p:custDataLst>
              <p:tags r:id="rId43"/>
            </p:custDataLst>
          </p:nvPr>
        </p:nvSpPr>
        <p:spPr>
          <a:xfrm rot="10800000">
            <a:off x="4220535" y="3093080"/>
            <a:ext cx="308420" cy="115392"/>
          </a:xfrm>
          <a:prstGeom prst="downArrow">
            <a:avLst/>
          </a:prstGeom>
          <a:solidFill>
            <a:srgbClr val="E7E6E6">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4" name="箭头: 下 53"/>
          <p:cNvSpPr/>
          <p:nvPr>
            <p:custDataLst>
              <p:tags r:id="rId44"/>
            </p:custDataLst>
          </p:nvPr>
        </p:nvSpPr>
        <p:spPr>
          <a:xfrm rot="10800000">
            <a:off x="5462677" y="3093080"/>
            <a:ext cx="308420" cy="115392"/>
          </a:xfrm>
          <a:prstGeom prst="downArrow">
            <a:avLst/>
          </a:prstGeom>
          <a:solidFill>
            <a:srgbClr val="E7E6E6">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5" name="箭头: 下 54"/>
          <p:cNvSpPr/>
          <p:nvPr>
            <p:custDataLst>
              <p:tags r:id="rId45"/>
            </p:custDataLst>
          </p:nvPr>
        </p:nvSpPr>
        <p:spPr>
          <a:xfrm rot="10800000">
            <a:off x="6704819" y="3093080"/>
            <a:ext cx="308420" cy="115392"/>
          </a:xfrm>
          <a:prstGeom prst="downArrow">
            <a:avLst/>
          </a:prstGeom>
          <a:solidFill>
            <a:srgbClr val="E7E6E6">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6" name="箭头: 下 55"/>
          <p:cNvSpPr/>
          <p:nvPr>
            <p:custDataLst>
              <p:tags r:id="rId46"/>
            </p:custDataLst>
          </p:nvPr>
        </p:nvSpPr>
        <p:spPr>
          <a:xfrm rot="10800000">
            <a:off x="7946961" y="3093080"/>
            <a:ext cx="308420" cy="115392"/>
          </a:xfrm>
          <a:prstGeom prst="downArrow">
            <a:avLst/>
          </a:prstGeom>
          <a:solidFill>
            <a:srgbClr val="E7E6E6">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7" name="矩形: 圆角 56"/>
          <p:cNvSpPr/>
          <p:nvPr>
            <p:custDataLst>
              <p:tags r:id="rId47"/>
            </p:custDataLst>
          </p:nvPr>
        </p:nvSpPr>
        <p:spPr>
          <a:xfrm>
            <a:off x="8671078" y="1267007"/>
            <a:ext cx="1142480" cy="2268882"/>
          </a:xfrm>
          <a:prstGeom prst="roundRect">
            <a:avLst>
              <a:gd name="adj" fmla="val 6777"/>
            </a:avLst>
          </a:prstGeom>
          <a:solidFill>
            <a:srgbClr val="44546A">
              <a:lumMod val="20000"/>
              <a:lumOff val="80000"/>
            </a:srgbClr>
          </a:solidFill>
          <a:ln w="12700" cap="flat" cmpd="sng" algn="ctr">
            <a:solidFill>
              <a:srgbClr val="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合同管理</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8" name="矩形: 圆角 57"/>
          <p:cNvSpPr/>
          <p:nvPr>
            <p:custDataLst>
              <p:tags r:id="rId48"/>
            </p:custDataLst>
          </p:nvPr>
        </p:nvSpPr>
        <p:spPr>
          <a:xfrm>
            <a:off x="8778420" y="1603643"/>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合同模板</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59" name="矩形: 圆角 58"/>
          <p:cNvSpPr/>
          <p:nvPr>
            <p:custDataLst>
              <p:tags r:id="rId49"/>
            </p:custDataLst>
          </p:nvPr>
        </p:nvSpPr>
        <p:spPr>
          <a:xfrm>
            <a:off x="8778420" y="2075009"/>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在线签订</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60" name="矩形: 圆角 59"/>
          <p:cNvSpPr/>
          <p:nvPr>
            <p:custDataLst>
              <p:tags r:id="rId50"/>
            </p:custDataLst>
          </p:nvPr>
        </p:nvSpPr>
        <p:spPr>
          <a:xfrm>
            <a:off x="8778420" y="2546375"/>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签名签章</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61" name="矩形: 圆角 60"/>
          <p:cNvSpPr/>
          <p:nvPr>
            <p:custDataLst>
              <p:tags r:id="rId51"/>
            </p:custDataLst>
          </p:nvPr>
        </p:nvSpPr>
        <p:spPr>
          <a:xfrm>
            <a:off x="8781459" y="3017742"/>
            <a:ext cx="900689" cy="347334"/>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防伪认证</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62" name="文本框 61"/>
          <p:cNvSpPr txBox="1"/>
          <p:nvPr>
            <p:custDataLst>
              <p:tags r:id="rId52"/>
            </p:custDataLst>
          </p:nvPr>
        </p:nvSpPr>
        <p:spPr>
          <a:xfrm>
            <a:off x="555101" y="1847307"/>
            <a:ext cx="269304" cy="1077218"/>
          </a:xfrm>
          <a:prstGeom prst="rect">
            <a:avLst/>
          </a:prstGeom>
          <a:noFill/>
        </p:spPr>
        <p:txBody>
          <a:bodyPr wrap="square" rtlCol="0">
            <a:spAutoFit/>
          </a:bodyPr>
          <a:lstStyle/>
          <a:p>
            <a:pPr algn="ctr"/>
            <a:r>
              <a:rPr lang="zh-CN" altLang="en-US" sz="1600" b="1" dirty="0">
                <a:solidFill>
                  <a:srgbClr val="000000">
                    <a:lumMod val="75000"/>
                    <a:lumOff val="25000"/>
                  </a:srgbClr>
                </a:solidFill>
                <a:latin typeface="微软雅黑" panose="020B0503020204020204" charset="-122"/>
                <a:ea typeface="微软雅黑" panose="020B0503020204020204" charset="-122"/>
                <a:sym typeface="+mn-ea"/>
              </a:rPr>
              <a:t>功能设置</a:t>
            </a:r>
            <a:endParaRPr lang="zh-CN" altLang="en-US" sz="1600" dirty="0">
              <a:solidFill>
                <a:prstClr val="black"/>
              </a:solidFill>
              <a:latin typeface="微软雅黑" panose="020B0503020204020204" charset="-122"/>
              <a:ea typeface="微软雅黑" panose="020B0503020204020204" charset="-122"/>
            </a:endParaRPr>
          </a:p>
        </p:txBody>
      </p:sp>
      <p:sp>
        <p:nvSpPr>
          <p:cNvPr id="63" name="矩形 62"/>
          <p:cNvSpPr/>
          <p:nvPr>
            <p:custDataLst>
              <p:tags r:id="rId53"/>
            </p:custDataLst>
          </p:nvPr>
        </p:nvSpPr>
        <p:spPr>
          <a:xfrm>
            <a:off x="11168654" y="3680379"/>
            <a:ext cx="415443" cy="2554629"/>
          </a:xfrm>
          <a:prstGeom prst="rect">
            <a:avLst/>
          </a:prstGeom>
          <a:solidFill>
            <a:srgbClr val="3271CC">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平台运营制度</a:t>
            </a:r>
            <a:endParaRPr kumimoji="0" lang="zh-CN" altLang="en-US" sz="16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64" name="矩形 63"/>
          <p:cNvSpPr/>
          <p:nvPr>
            <p:custDataLst>
              <p:tags r:id="rId54"/>
            </p:custDataLst>
          </p:nvPr>
        </p:nvSpPr>
        <p:spPr>
          <a:xfrm>
            <a:off x="11168609" y="1041822"/>
            <a:ext cx="415443" cy="2425673"/>
          </a:xfrm>
          <a:prstGeom prst="rect">
            <a:avLst/>
          </a:prstGeom>
          <a:solidFill>
            <a:srgbClr val="3271CC">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交易管理制度</a:t>
            </a:r>
            <a:endParaRPr kumimoji="0" lang="zh-CN" altLang="en-US" sz="16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65" name="矩形 171"/>
          <p:cNvSpPr/>
          <p:nvPr>
            <p:custDataLst>
              <p:tags r:id="rId55"/>
            </p:custDataLst>
          </p:nvPr>
        </p:nvSpPr>
        <p:spPr>
          <a:xfrm>
            <a:off x="521591" y="5674396"/>
            <a:ext cx="10439144" cy="532079"/>
          </a:xfrm>
          <a:prstGeom prst="roundRect">
            <a:avLst/>
          </a:prstGeom>
          <a:solidFill>
            <a:srgbClr val="C7D1DB">
              <a:alpha val="70000"/>
            </a:srgbClr>
          </a:solidFill>
          <a:ln w="9525">
            <a:noFill/>
            <a:miter lim="800000"/>
          </a:ln>
        </p:spPr>
        <p:txBody>
          <a:bodyPr anchor="ctr"/>
          <a:lstStyle/>
          <a:p>
            <a:pPr algn="ctr" defTabSz="913765">
              <a:defRPr/>
            </a:pPr>
            <a:endParaRPr lang="zh-CN" altLang="en-US" kern="0" dirty="0">
              <a:solidFill>
                <a:prstClr val="black"/>
              </a:solidFill>
              <a:latin typeface="微软雅黑" panose="020B0503020204020204" charset="-122"/>
              <a:ea typeface="微软雅黑" panose="020B0503020204020204" charset="-122"/>
              <a:sym typeface="Calibri" panose="020F0502020204030204"/>
            </a:endParaRPr>
          </a:p>
        </p:txBody>
      </p:sp>
      <p:sp>
        <p:nvSpPr>
          <p:cNvPr id="66" name="矩形 173"/>
          <p:cNvSpPr/>
          <p:nvPr>
            <p:custDataLst>
              <p:tags r:id="rId56"/>
            </p:custDataLst>
          </p:nvPr>
        </p:nvSpPr>
        <p:spPr>
          <a:xfrm>
            <a:off x="1316290" y="5796435"/>
            <a:ext cx="1346108" cy="288000"/>
          </a:xfrm>
          <a:prstGeom prst="roundRect">
            <a:avLst/>
          </a:prstGeom>
          <a:solidFill>
            <a:sysClr val="window" lastClr="FFFFFF"/>
          </a:solidFill>
          <a:ln w="9525">
            <a:noFill/>
            <a:miter lim="800000"/>
          </a:ln>
        </p:spPr>
        <p:txBody>
          <a:bodyPr anchor="ctr"/>
          <a:lstStyle/>
          <a:p>
            <a:pPr algn="ctr" defTabSz="913765"/>
            <a:r>
              <a:rPr lang="zh-CN" altLang="en-US" sz="1400" b="1" kern="0" dirty="0">
                <a:solidFill>
                  <a:prstClr val="black"/>
                </a:solidFill>
                <a:latin typeface="微软雅黑" panose="020B0503020204020204" charset="-122"/>
                <a:ea typeface="微软雅黑" panose="020B0503020204020204" charset="-122"/>
                <a:sym typeface="Calibri" panose="020F0502020204030204"/>
              </a:rPr>
              <a:t>采购人</a:t>
            </a:r>
            <a:endParaRPr lang="zh-CN" altLang="en-US" sz="1400" b="1" kern="0" dirty="0">
              <a:solidFill>
                <a:prstClr val="black"/>
              </a:solidFill>
              <a:latin typeface="微软雅黑" panose="020B0503020204020204" charset="-122"/>
              <a:ea typeface="微软雅黑" panose="020B0503020204020204" charset="-122"/>
              <a:sym typeface="Calibri" panose="020F0502020204030204"/>
            </a:endParaRPr>
          </a:p>
        </p:txBody>
      </p:sp>
      <p:sp>
        <p:nvSpPr>
          <p:cNvPr id="67" name="矩形 175"/>
          <p:cNvSpPr/>
          <p:nvPr>
            <p:custDataLst>
              <p:tags r:id="rId57"/>
            </p:custDataLst>
          </p:nvPr>
        </p:nvSpPr>
        <p:spPr>
          <a:xfrm>
            <a:off x="3331961" y="5796435"/>
            <a:ext cx="1346108" cy="288000"/>
          </a:xfrm>
          <a:prstGeom prst="roundRect">
            <a:avLst/>
          </a:prstGeom>
          <a:solidFill>
            <a:sysClr val="window" lastClr="FFFFFF"/>
          </a:solidFill>
          <a:ln w="9525">
            <a:noFill/>
            <a:miter lim="800000"/>
          </a:ln>
        </p:spPr>
        <p:txBody>
          <a:bodyPr anchor="ctr"/>
          <a:lstStyle/>
          <a:p>
            <a:pPr algn="ctr" defTabSz="913765">
              <a:defRPr/>
            </a:pPr>
            <a:r>
              <a:rPr lang="zh-CN" altLang="en-US" sz="1400" b="1" kern="0" dirty="0">
                <a:solidFill>
                  <a:prstClr val="black"/>
                </a:solidFill>
                <a:latin typeface="微软雅黑" panose="020B0503020204020204" charset="-122"/>
                <a:ea typeface="微软雅黑" panose="020B0503020204020204" charset="-122"/>
                <a:sym typeface="Calibri" panose="020F0502020204030204"/>
              </a:rPr>
              <a:t>供应商</a:t>
            </a:r>
            <a:endParaRPr lang="zh-CN" altLang="en-US" sz="1400" b="1" kern="0" dirty="0">
              <a:solidFill>
                <a:prstClr val="black"/>
              </a:solidFill>
              <a:latin typeface="微软雅黑" panose="020B0503020204020204" charset="-122"/>
              <a:ea typeface="微软雅黑" panose="020B0503020204020204" charset="-122"/>
              <a:sym typeface="Calibri" panose="020F0502020204030204"/>
            </a:endParaRPr>
          </a:p>
        </p:txBody>
      </p:sp>
      <p:sp>
        <p:nvSpPr>
          <p:cNvPr id="68" name="矩形 177"/>
          <p:cNvSpPr/>
          <p:nvPr>
            <p:custDataLst>
              <p:tags r:id="rId58"/>
            </p:custDataLst>
          </p:nvPr>
        </p:nvSpPr>
        <p:spPr>
          <a:xfrm>
            <a:off x="5347632" y="5796435"/>
            <a:ext cx="1346108" cy="288000"/>
          </a:xfrm>
          <a:prstGeom prst="roundRect">
            <a:avLst/>
          </a:prstGeom>
          <a:solidFill>
            <a:sysClr val="window" lastClr="FFFFFF"/>
          </a:solidFill>
          <a:ln w="9525">
            <a:noFill/>
            <a:miter lim="800000"/>
          </a:ln>
        </p:spPr>
        <p:txBody>
          <a:bodyPr anchor="ctr"/>
          <a:lstStyle/>
          <a:p>
            <a:pPr algn="ctr" defTabSz="913765">
              <a:defRPr/>
            </a:pPr>
            <a:r>
              <a:rPr lang="zh-CN" altLang="en-US" sz="1400" b="1" kern="0" dirty="0">
                <a:solidFill>
                  <a:prstClr val="black"/>
                </a:solidFill>
                <a:latin typeface="微软雅黑" panose="020B0503020204020204" charset="-122"/>
                <a:ea typeface="微软雅黑" panose="020B0503020204020204" charset="-122"/>
                <a:sym typeface="Calibri" panose="020F0502020204030204"/>
              </a:rPr>
              <a:t>代理机构</a:t>
            </a:r>
            <a:endParaRPr lang="zh-CN" altLang="en-US" sz="1400" b="1" kern="0" dirty="0">
              <a:solidFill>
                <a:prstClr val="black"/>
              </a:solidFill>
              <a:latin typeface="微软雅黑" panose="020B0503020204020204" charset="-122"/>
              <a:ea typeface="微软雅黑" panose="020B0503020204020204" charset="-122"/>
              <a:sym typeface="Calibri" panose="020F0502020204030204"/>
            </a:endParaRPr>
          </a:p>
        </p:txBody>
      </p:sp>
      <p:sp>
        <p:nvSpPr>
          <p:cNvPr id="69" name="矩形 179"/>
          <p:cNvSpPr/>
          <p:nvPr>
            <p:custDataLst>
              <p:tags r:id="rId59"/>
            </p:custDataLst>
          </p:nvPr>
        </p:nvSpPr>
        <p:spPr>
          <a:xfrm>
            <a:off x="7363303" y="5796435"/>
            <a:ext cx="1346108" cy="288000"/>
          </a:xfrm>
          <a:prstGeom prst="roundRect">
            <a:avLst/>
          </a:prstGeom>
          <a:solidFill>
            <a:sysClr val="window" lastClr="FFFFFF"/>
          </a:solidFill>
          <a:ln w="9525">
            <a:noFill/>
            <a:miter lim="800000"/>
          </a:ln>
        </p:spPr>
        <p:txBody>
          <a:bodyPr anchor="ctr"/>
          <a:lstStyle/>
          <a:p>
            <a:pPr algn="ctr" defTabSz="913765">
              <a:defRPr/>
            </a:pPr>
            <a:r>
              <a:rPr lang="zh-CN" altLang="en-US" sz="1400" b="1" kern="0" dirty="0">
                <a:solidFill>
                  <a:prstClr val="black"/>
                </a:solidFill>
                <a:latin typeface="微软雅黑" panose="020B0503020204020204" charset="-122"/>
                <a:ea typeface="微软雅黑" panose="020B0503020204020204" charset="-122"/>
                <a:sym typeface="Calibri" panose="020F0502020204030204"/>
              </a:rPr>
              <a:t>专家</a:t>
            </a:r>
            <a:endParaRPr lang="zh-CN" altLang="en-US" sz="1400" b="1" kern="0" dirty="0">
              <a:solidFill>
                <a:prstClr val="black"/>
              </a:solidFill>
              <a:latin typeface="微软雅黑" panose="020B0503020204020204" charset="-122"/>
              <a:ea typeface="微软雅黑" panose="020B0503020204020204" charset="-122"/>
              <a:sym typeface="Calibri" panose="020F0502020204030204"/>
            </a:endParaRPr>
          </a:p>
        </p:txBody>
      </p:sp>
      <p:sp>
        <p:nvSpPr>
          <p:cNvPr id="70" name="矩形 181"/>
          <p:cNvSpPr/>
          <p:nvPr>
            <p:custDataLst>
              <p:tags r:id="rId60"/>
            </p:custDataLst>
          </p:nvPr>
        </p:nvSpPr>
        <p:spPr>
          <a:xfrm>
            <a:off x="9378975" y="5796435"/>
            <a:ext cx="1346108" cy="288000"/>
          </a:xfrm>
          <a:prstGeom prst="roundRect">
            <a:avLst/>
          </a:prstGeom>
          <a:solidFill>
            <a:sysClr val="window" lastClr="FFFFFF"/>
          </a:solidFill>
          <a:ln w="9525">
            <a:noFill/>
            <a:miter lim="800000"/>
          </a:ln>
        </p:spPr>
        <p:txBody>
          <a:bodyPr anchor="ctr"/>
          <a:lstStyle/>
          <a:p>
            <a:pPr algn="ctr" defTabSz="913765">
              <a:defRPr/>
            </a:pPr>
            <a:r>
              <a:rPr lang="zh-CN" altLang="en-US" sz="1400" b="1" kern="0" dirty="0">
                <a:solidFill>
                  <a:prstClr val="black"/>
                </a:solidFill>
                <a:latin typeface="微软雅黑" panose="020B0503020204020204" charset="-122"/>
                <a:ea typeface="微软雅黑" panose="020B0503020204020204" charset="-122"/>
                <a:sym typeface="Calibri" panose="020F0502020204030204"/>
              </a:rPr>
              <a:t>采购监管部门</a:t>
            </a:r>
            <a:endParaRPr lang="zh-CN" altLang="en-US" sz="1400" b="1" kern="0" dirty="0">
              <a:solidFill>
                <a:prstClr val="black"/>
              </a:solidFill>
              <a:latin typeface="微软雅黑" panose="020B0503020204020204" charset="-122"/>
              <a:ea typeface="微软雅黑" panose="020B0503020204020204" charset="-122"/>
              <a:sym typeface="Calibri" panose="020F0502020204030204"/>
            </a:endParaRPr>
          </a:p>
        </p:txBody>
      </p:sp>
      <p:sp>
        <p:nvSpPr>
          <p:cNvPr id="71" name="文本框 201"/>
          <p:cNvSpPr txBox="1"/>
          <p:nvPr>
            <p:custDataLst>
              <p:tags r:id="rId61"/>
            </p:custDataLst>
          </p:nvPr>
        </p:nvSpPr>
        <p:spPr>
          <a:xfrm>
            <a:off x="708283" y="5752285"/>
            <a:ext cx="413156" cy="376301"/>
          </a:xfrm>
          <a:prstGeom prst="roundRect">
            <a:avLst/>
          </a:prstGeom>
          <a:noFill/>
        </p:spPr>
        <p:txBody>
          <a:bodyPr wrap="square" lIns="0" tIns="0" rIns="0" bIns="0" rtlCol="0" anchor="ctr">
            <a:noAutofit/>
          </a:bodyPr>
          <a:lstStyle/>
          <a:p>
            <a:pPr algn="ctr" defTabSz="913765">
              <a:defRPr/>
            </a:pPr>
            <a:r>
              <a:rPr lang="zh-CN" altLang="en-US" sz="1400" b="1" kern="0" dirty="0">
                <a:solidFill>
                  <a:prstClr val="black"/>
                </a:solidFill>
                <a:latin typeface="微软雅黑" panose="020B0503020204020204" charset="-122"/>
                <a:ea typeface="微软雅黑" panose="020B0503020204020204" charset="-122"/>
              </a:rPr>
              <a:t>用户对象</a:t>
            </a:r>
            <a:endParaRPr lang="zh-CN" altLang="en-US" sz="1400" b="1" kern="0" dirty="0">
              <a:solidFill>
                <a:prstClr val="black"/>
              </a:solidFill>
              <a:latin typeface="微软雅黑" panose="020B0503020204020204" charset="-122"/>
              <a:ea typeface="微软雅黑" panose="020B0503020204020204" charset="-122"/>
            </a:endParaRPr>
          </a:p>
        </p:txBody>
      </p:sp>
      <p:sp>
        <p:nvSpPr>
          <p:cNvPr id="72" name="矩形: 圆角 71"/>
          <p:cNvSpPr/>
          <p:nvPr>
            <p:custDataLst>
              <p:tags r:id="rId62"/>
            </p:custDataLst>
          </p:nvPr>
        </p:nvSpPr>
        <p:spPr>
          <a:xfrm>
            <a:off x="9798481" y="1282733"/>
            <a:ext cx="1142480" cy="2246201"/>
          </a:xfrm>
          <a:prstGeom prst="roundRect">
            <a:avLst>
              <a:gd name="adj" fmla="val 6777"/>
            </a:avLst>
          </a:prstGeom>
          <a:solidFill>
            <a:srgbClr val="ADB9CA"/>
          </a:solidFill>
          <a:ln w="12700" cap="flat" cmpd="sng" algn="ctr">
            <a:solidFill>
              <a:srgbClr val="FFFFFF"/>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国资监管</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73" name="矩形: 圆角 72"/>
          <p:cNvSpPr/>
          <p:nvPr>
            <p:custDataLst>
              <p:tags r:id="rId63"/>
            </p:custDataLst>
          </p:nvPr>
        </p:nvSpPr>
        <p:spPr>
          <a:xfrm>
            <a:off x="9895957" y="1585323"/>
            <a:ext cx="900689" cy="354565"/>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预算执行</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74" name="矩形: 圆角 73"/>
          <p:cNvSpPr/>
          <p:nvPr>
            <p:custDataLst>
              <p:tags r:id="rId64"/>
            </p:custDataLst>
          </p:nvPr>
        </p:nvSpPr>
        <p:spPr>
          <a:xfrm>
            <a:off x="9895957" y="2062971"/>
            <a:ext cx="900689" cy="354565"/>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价格监测</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75" name="矩形: 圆角 74"/>
          <p:cNvSpPr/>
          <p:nvPr>
            <p:custDataLst>
              <p:tags r:id="rId65"/>
            </p:custDataLst>
          </p:nvPr>
        </p:nvSpPr>
        <p:spPr>
          <a:xfrm>
            <a:off x="9895957" y="2540619"/>
            <a:ext cx="900689" cy="354565"/>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采购限额</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sp>
        <p:nvSpPr>
          <p:cNvPr id="76" name="矩形: 圆角 75"/>
          <p:cNvSpPr/>
          <p:nvPr>
            <p:custDataLst>
              <p:tags r:id="rId66"/>
            </p:custDataLst>
          </p:nvPr>
        </p:nvSpPr>
        <p:spPr>
          <a:xfrm>
            <a:off x="9916741" y="3018266"/>
            <a:ext cx="900689" cy="354565"/>
          </a:xfrm>
          <a:prstGeom prst="roundRect">
            <a:avLst/>
          </a:prstGeom>
          <a:solidFill>
            <a:srgbClr val="F1F4F7"/>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rPr>
              <a:t>支付进度</a:t>
            </a:r>
            <a:endParaRPr kumimoji="0" lang="zh-CN" altLang="en-US" sz="1200" b="0" i="0" u="none" strike="noStrike" kern="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mn-ea"/>
            </a:endParaRPr>
          </a:p>
        </p:txBody>
      </p:sp>
      <p:grpSp>
        <p:nvGrpSpPr>
          <p:cNvPr id="77" name="组合 76"/>
          <p:cNvGrpSpPr/>
          <p:nvPr/>
        </p:nvGrpSpPr>
        <p:grpSpPr>
          <a:xfrm>
            <a:off x="1959801" y="3884539"/>
            <a:ext cx="7504968" cy="924590"/>
            <a:chOff x="1168909" y="4190428"/>
            <a:chExt cx="6060020" cy="792539"/>
          </a:xfrm>
        </p:grpSpPr>
        <p:pic>
          <p:nvPicPr>
            <p:cNvPr id="78" name="图片 77"/>
            <p:cNvPicPr>
              <a:picLocks noChangeAspect="1"/>
            </p:cNvPicPr>
            <p:nvPr>
              <p:custDataLst>
                <p:tags r:id="rId67"/>
              </p:custDataLst>
            </p:nvPr>
          </p:nvPicPr>
          <p:blipFill>
            <a:blip r:embed="rId68">
              <a:extLst>
                <a:ext uri="{28A0092B-C50C-407E-A947-70E740481C1C}">
                  <a14:useLocalDpi xmlns:a14="http://schemas.microsoft.com/office/drawing/2010/main" val="0"/>
                </a:ext>
              </a:extLst>
            </a:blip>
            <a:stretch>
              <a:fillRect/>
            </a:stretch>
          </p:blipFill>
          <p:spPr>
            <a:xfrm>
              <a:off x="1168909" y="4190428"/>
              <a:ext cx="3890991" cy="785818"/>
            </a:xfrm>
            <a:prstGeom prst="rect">
              <a:avLst/>
            </a:prstGeom>
          </p:spPr>
        </p:pic>
        <p:pic>
          <p:nvPicPr>
            <p:cNvPr id="79" name="图片 78"/>
            <p:cNvPicPr>
              <a:picLocks noChangeAspect="1"/>
            </p:cNvPicPr>
            <p:nvPr>
              <p:custDataLst>
                <p:tags r:id="rId69"/>
              </p:custDataLst>
            </p:nvPr>
          </p:nvPicPr>
          <p:blipFill>
            <a:blip r:embed="rId70">
              <a:extLst>
                <a:ext uri="{28A0092B-C50C-407E-A947-70E740481C1C}">
                  <a14:useLocalDpi xmlns:a14="http://schemas.microsoft.com/office/drawing/2010/main" val="0"/>
                </a:ext>
              </a:extLst>
            </a:blip>
            <a:stretch>
              <a:fillRect/>
            </a:stretch>
          </p:blipFill>
          <p:spPr>
            <a:xfrm>
              <a:off x="5050407" y="4190428"/>
              <a:ext cx="585792" cy="792539"/>
            </a:xfrm>
            <a:prstGeom prst="rect">
              <a:avLst/>
            </a:prstGeom>
          </p:spPr>
        </p:pic>
        <p:pic>
          <p:nvPicPr>
            <p:cNvPr id="80" name="图片 79"/>
            <p:cNvPicPr>
              <a:picLocks noChangeAspect="1"/>
            </p:cNvPicPr>
            <p:nvPr>
              <p:custDataLst>
                <p:tags r:id="rId71"/>
              </p:custDataLst>
            </p:nvPr>
          </p:nvPicPr>
          <p:blipFill>
            <a:blip r:embed="rId72">
              <a:extLst>
                <a:ext uri="{28A0092B-C50C-407E-A947-70E740481C1C}">
                  <a14:useLocalDpi xmlns:a14="http://schemas.microsoft.com/office/drawing/2010/main" val="0"/>
                </a:ext>
              </a:extLst>
            </a:blip>
            <a:stretch>
              <a:fillRect/>
            </a:stretch>
          </p:blipFill>
          <p:spPr>
            <a:xfrm>
              <a:off x="5633480" y="4196082"/>
              <a:ext cx="1595449" cy="782581"/>
            </a:xfrm>
            <a:prstGeom prst="rect">
              <a:avLst/>
            </a:prstGeom>
          </p:spPr>
        </p:pic>
      </p:grpSp>
      <p:sp>
        <p:nvSpPr>
          <p:cNvPr id="81" name="文本框 80"/>
          <p:cNvSpPr txBox="1"/>
          <p:nvPr>
            <p:custDataLst>
              <p:tags r:id="rId73"/>
            </p:custDataLst>
          </p:nvPr>
        </p:nvSpPr>
        <p:spPr>
          <a:xfrm>
            <a:off x="545465" y="6354445"/>
            <a:ext cx="9608820" cy="368300"/>
          </a:xfrm>
          <a:prstGeom prst="rect">
            <a:avLst/>
          </a:prstGeom>
          <a:noFill/>
        </p:spPr>
        <p:txBody>
          <a:bodyPr wrap="square">
            <a:spAutoFit/>
          </a:bodyPr>
          <a:lstStyle/>
          <a:p>
            <a:r>
              <a:rPr lang="zh-CN" altLang="en-US" b="1" dirty="0">
                <a:solidFill>
                  <a:prstClr val="black"/>
                </a:solidFill>
                <a:latin typeface="微软雅黑" panose="020B0503020204020204" charset="-122"/>
                <a:ea typeface="微软雅黑" panose="020B0503020204020204" charset="-122"/>
              </a:rPr>
              <a:t>打造从预算、采购、验收、付款等采购全周期线上一体化</a:t>
            </a:r>
            <a:r>
              <a:rPr lang="zh-CN" altLang="en-US" b="1" dirty="0">
                <a:solidFill>
                  <a:prstClr val="black"/>
                </a:solidFill>
                <a:latin typeface="微软雅黑" panose="020B0503020204020204" charset="-122"/>
                <a:ea typeface="微软雅黑" panose="020B0503020204020204" charset="-122"/>
              </a:rPr>
              <a:t>商城</a:t>
            </a:r>
            <a:endParaRPr lang="zh-CN" altLang="en-US" b="1" dirty="0">
              <a:solidFill>
                <a:prstClr val="black"/>
              </a:solidFill>
              <a:latin typeface="微软雅黑" panose="020B0503020204020204" charset="-122"/>
              <a:ea typeface="微软雅黑" panose="020B0503020204020204" charset="-122"/>
            </a:endParaRPr>
          </a:p>
        </p:txBody>
      </p:sp>
      <p:sp>
        <p:nvSpPr>
          <p:cNvPr id="2" name="文本框 1"/>
          <p:cNvSpPr txBox="1"/>
          <p:nvPr/>
        </p:nvSpPr>
        <p:spPr>
          <a:xfrm>
            <a:off x="201930" y="176530"/>
            <a:ext cx="3630930" cy="578485"/>
          </a:xfrm>
          <a:prstGeom prst="rect">
            <a:avLst/>
          </a:prstGeom>
          <a:noFill/>
        </p:spPr>
        <p:txBody>
          <a:bodyPr wrap="square" rtlCol="0">
            <a:spAutoFit/>
          </a:bodyPr>
          <a:p>
            <a:pPr algn="l" fontAlgn="auto">
              <a:lnSpc>
                <a:spcPts val="3800"/>
              </a:lnSpc>
            </a:pP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总体框架</a:t>
            </a:r>
            <a:endPar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Tree>
    <p:custDataLst>
      <p:tags r:id="rId7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201930" y="176530"/>
            <a:ext cx="3630930"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电子商城推进计划总表</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
        <p:nvSpPr>
          <p:cNvPr id="2" name="任意多边形: 形状 33"/>
          <p:cNvSpPr/>
          <p:nvPr/>
        </p:nvSpPr>
        <p:spPr>
          <a:xfrm>
            <a:off x="2310765" y="3521710"/>
            <a:ext cx="7567930" cy="3336290"/>
          </a:xfrm>
          <a:custGeom>
            <a:avLst/>
            <a:gdLst>
              <a:gd name="connsiteX0" fmla="*/ 4018405 w 8036810"/>
              <a:gd name="connsiteY0" fmla="*/ 0 h 3542812"/>
              <a:gd name="connsiteX1" fmla="*/ 8023025 w 8036810"/>
              <a:gd name="connsiteY1" fmla="*/ 3434327 h 3542812"/>
              <a:gd name="connsiteX2" fmla="*/ 8036810 w 8036810"/>
              <a:gd name="connsiteY2" fmla="*/ 3542812 h 3542812"/>
              <a:gd name="connsiteX3" fmla="*/ 0 w 8036810"/>
              <a:gd name="connsiteY3" fmla="*/ 3542812 h 3542812"/>
              <a:gd name="connsiteX4" fmla="*/ 13785 w 8036810"/>
              <a:gd name="connsiteY4" fmla="*/ 3434327 h 3542812"/>
              <a:gd name="connsiteX5" fmla="*/ 4018405 w 8036810"/>
              <a:gd name="connsiteY5" fmla="*/ 0 h 3542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36810" h="3542812">
                <a:moveTo>
                  <a:pt x="4018405" y="0"/>
                </a:moveTo>
                <a:cubicBezTo>
                  <a:pt x="6046113" y="0"/>
                  <a:pt x="7725889" y="1489678"/>
                  <a:pt x="8023025" y="3434327"/>
                </a:cubicBezTo>
                <a:lnTo>
                  <a:pt x="8036810" y="3542812"/>
                </a:lnTo>
                <a:lnTo>
                  <a:pt x="0" y="3542812"/>
                </a:lnTo>
                <a:lnTo>
                  <a:pt x="13785" y="3434327"/>
                </a:lnTo>
                <a:cubicBezTo>
                  <a:pt x="310922" y="1489678"/>
                  <a:pt x="1990697" y="0"/>
                  <a:pt x="4018405" y="0"/>
                </a:cubicBezTo>
                <a:close/>
              </a:path>
            </a:pathLst>
          </a:custGeom>
          <a:gradFill flip="none" rotWithShape="1">
            <a:gsLst>
              <a:gs pos="0">
                <a:srgbClr val="A3C5E2">
                  <a:lumMod val="61000"/>
                  <a:lumOff val="39000"/>
                </a:srgbClr>
              </a:gs>
              <a:gs pos="100000">
                <a:srgbClr val="A3C5E2"/>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200">
              <a:solidFill>
                <a:schemeClr val="tx1"/>
              </a:solidFill>
              <a:latin typeface="微软雅黑" panose="020B0503020204020204" charset="-122"/>
              <a:ea typeface="微软雅黑" panose="020B0503020204020204" charset="-122"/>
            </a:endParaRPr>
          </a:p>
        </p:txBody>
      </p:sp>
      <p:sp>
        <p:nvSpPr>
          <p:cNvPr id="7" name="任意多边形: 形状 35"/>
          <p:cNvSpPr/>
          <p:nvPr/>
        </p:nvSpPr>
        <p:spPr>
          <a:xfrm>
            <a:off x="3195947" y="4419600"/>
            <a:ext cx="5800106" cy="2438400"/>
          </a:xfrm>
          <a:custGeom>
            <a:avLst/>
            <a:gdLst>
              <a:gd name="connsiteX0" fmla="*/ 2900053 w 5800106"/>
              <a:gd name="connsiteY0" fmla="*/ 0 h 2438400"/>
              <a:gd name="connsiteX1" fmla="*/ 5787071 w 5800106"/>
              <a:gd name="connsiteY1" fmla="*/ 2352988 h 2438400"/>
              <a:gd name="connsiteX2" fmla="*/ 5800106 w 5800106"/>
              <a:gd name="connsiteY2" fmla="*/ 2438400 h 2438400"/>
              <a:gd name="connsiteX3" fmla="*/ 0 w 5800106"/>
              <a:gd name="connsiteY3" fmla="*/ 2438400 h 2438400"/>
              <a:gd name="connsiteX4" fmla="*/ 13035 w 5800106"/>
              <a:gd name="connsiteY4" fmla="*/ 2352988 h 2438400"/>
              <a:gd name="connsiteX5" fmla="*/ 2900053 w 5800106"/>
              <a:gd name="connsiteY5" fmla="*/ 0 h 243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00106" h="2438400">
                <a:moveTo>
                  <a:pt x="2900053" y="0"/>
                </a:moveTo>
                <a:cubicBezTo>
                  <a:pt x="4324134" y="0"/>
                  <a:pt x="5512284" y="1010141"/>
                  <a:pt x="5787071" y="2352988"/>
                </a:cubicBezTo>
                <a:lnTo>
                  <a:pt x="5800106" y="2438400"/>
                </a:lnTo>
                <a:lnTo>
                  <a:pt x="0" y="2438400"/>
                </a:lnTo>
                <a:lnTo>
                  <a:pt x="13035" y="2352988"/>
                </a:lnTo>
                <a:cubicBezTo>
                  <a:pt x="287822" y="1010141"/>
                  <a:pt x="1475973" y="0"/>
                  <a:pt x="2900053" y="0"/>
                </a:cubicBezTo>
                <a:close/>
              </a:path>
            </a:pathLst>
          </a:custGeom>
          <a:solidFill>
            <a:srgbClr val="4489C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200">
              <a:solidFill>
                <a:schemeClr val="tx1"/>
              </a:solidFill>
              <a:latin typeface="微软雅黑" panose="020B0503020204020204" charset="-122"/>
              <a:ea typeface="微软雅黑" panose="020B0503020204020204" charset="-122"/>
            </a:endParaRPr>
          </a:p>
        </p:txBody>
      </p:sp>
      <p:sp>
        <p:nvSpPr>
          <p:cNvPr id="19" name="Teardrop 36"/>
          <p:cNvSpPr/>
          <p:nvPr/>
        </p:nvSpPr>
        <p:spPr>
          <a:xfrm rot="8100000">
            <a:off x="2578100" y="4895850"/>
            <a:ext cx="588010" cy="588010"/>
          </a:xfrm>
          <a:prstGeom prst="ellipse">
            <a:avLst/>
          </a:prstGeom>
          <a:solidFill>
            <a:srgbClr val="4489C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latin typeface="微软雅黑" panose="020B0503020204020204" charset="-122"/>
              <a:ea typeface="微软雅黑" panose="020B0503020204020204" charset="-122"/>
            </a:endParaRPr>
          </a:p>
        </p:txBody>
      </p:sp>
      <p:grpSp>
        <p:nvGrpSpPr>
          <p:cNvPr id="55" name="组合 54"/>
          <p:cNvGrpSpPr/>
          <p:nvPr/>
        </p:nvGrpSpPr>
        <p:grpSpPr>
          <a:xfrm>
            <a:off x="740352" y="3392229"/>
            <a:ext cx="2767965" cy="1445693"/>
            <a:chOff x="1221269" y="3470270"/>
            <a:chExt cx="3496377" cy="1445693"/>
          </a:xfrm>
        </p:grpSpPr>
        <p:sp>
          <p:nvSpPr>
            <p:cNvPr id="56" name="PA-矩形 4"/>
            <p:cNvSpPr>
              <a:spLocks noChangeArrowheads="1"/>
            </p:cNvSpPr>
            <p:nvPr>
              <p:custDataLst>
                <p:tags r:id="rId1"/>
              </p:custDataLst>
            </p:nvPr>
          </p:nvSpPr>
          <p:spPr bwMode="auto">
            <a:xfrm>
              <a:off x="1221269" y="3946953"/>
              <a:ext cx="3368842" cy="9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en-US" altLang="zh-CN"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1</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、确认个性化需求</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endParaRPr>
            </a:p>
            <a:p>
              <a:pPr algn="ctr" eaLnBrk="1" hangingPunct="1">
                <a:lnSpc>
                  <a:spcPct val="150000"/>
                </a:lnSpc>
              </a:pPr>
              <a:r>
                <a:rPr lang="en-US" altLang="zh-CN"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2</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、确认商城的商品品目</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endParaRPr>
            </a:p>
            <a:p>
              <a:pPr algn="ctr" eaLnBrk="1" hangingPunct="1">
                <a:lnSpc>
                  <a:spcPct val="150000"/>
                </a:lnSpc>
              </a:pPr>
              <a:endParaRPr lang="en-US" altLang="zh-CN"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endParaRPr>
            </a:p>
          </p:txBody>
        </p:sp>
        <p:sp>
          <p:nvSpPr>
            <p:cNvPr id="57" name="PA-矩形 4"/>
            <p:cNvSpPr>
              <a:spLocks noChangeArrowheads="1"/>
            </p:cNvSpPr>
            <p:nvPr>
              <p:custDataLst>
                <p:tags r:id="rId2"/>
              </p:custDataLst>
            </p:nvPr>
          </p:nvSpPr>
          <p:spPr bwMode="auto">
            <a:xfrm>
              <a:off x="1221269" y="3470270"/>
              <a:ext cx="3496377"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第一步：商城框架</a:t>
              </a: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部署</a:t>
              </a:r>
              <a:endPar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endParaRPr>
            </a:p>
          </p:txBody>
        </p:sp>
      </p:grpSp>
      <p:grpSp>
        <p:nvGrpSpPr>
          <p:cNvPr id="58" name="组合 57"/>
          <p:cNvGrpSpPr/>
          <p:nvPr/>
        </p:nvGrpSpPr>
        <p:grpSpPr>
          <a:xfrm>
            <a:off x="1997652" y="1842829"/>
            <a:ext cx="2667635" cy="1122478"/>
            <a:chOff x="1221269" y="3470270"/>
            <a:chExt cx="3369644" cy="1122478"/>
          </a:xfrm>
        </p:grpSpPr>
        <p:sp>
          <p:nvSpPr>
            <p:cNvPr id="59" name="PA-矩形 4"/>
            <p:cNvSpPr>
              <a:spLocks noChangeArrowheads="1"/>
            </p:cNvSpPr>
            <p:nvPr>
              <p:custDataLst>
                <p:tags r:id="rId3"/>
              </p:custDataLst>
            </p:nvPr>
          </p:nvSpPr>
          <p:spPr bwMode="auto">
            <a:xfrm>
              <a:off x="1221269" y="3946953"/>
              <a:ext cx="3368842" cy="645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en-US" altLang="zh-CN"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1</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、确认平台管理办法，交易规则、定价设定（</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各地市）</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endParaRPr>
            </a:p>
          </p:txBody>
        </p:sp>
        <p:sp>
          <p:nvSpPr>
            <p:cNvPr id="60" name="PA-矩形 4"/>
            <p:cNvSpPr>
              <a:spLocks noChangeArrowheads="1"/>
            </p:cNvSpPr>
            <p:nvPr>
              <p:custDataLst>
                <p:tags r:id="rId4"/>
              </p:custDataLst>
            </p:nvPr>
          </p:nvSpPr>
          <p:spPr bwMode="auto">
            <a:xfrm>
              <a:off x="1221269" y="3470270"/>
              <a:ext cx="3369644"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第二步：商城</a:t>
              </a: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定价</a:t>
              </a:r>
              <a:endPar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endParaRPr>
            </a:p>
          </p:txBody>
        </p:sp>
      </p:grpSp>
      <p:grpSp>
        <p:nvGrpSpPr>
          <p:cNvPr id="61" name="组合 60"/>
          <p:cNvGrpSpPr/>
          <p:nvPr/>
        </p:nvGrpSpPr>
        <p:grpSpPr>
          <a:xfrm flipH="1">
            <a:off x="8505132" y="3392229"/>
            <a:ext cx="3157220" cy="1122478"/>
            <a:chOff x="1221269" y="3470270"/>
            <a:chExt cx="3988067" cy="1122478"/>
          </a:xfrm>
        </p:grpSpPr>
        <p:sp>
          <p:nvSpPr>
            <p:cNvPr id="62" name="PA-矩形 4"/>
            <p:cNvSpPr>
              <a:spLocks noChangeArrowheads="1"/>
            </p:cNvSpPr>
            <p:nvPr>
              <p:custDataLst>
                <p:tags r:id="rId5"/>
              </p:custDataLst>
            </p:nvPr>
          </p:nvSpPr>
          <p:spPr bwMode="auto">
            <a:xfrm>
              <a:off x="1221269" y="3946953"/>
              <a:ext cx="3368842" cy="645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功能测试、性能测试、上线前培训工作、业务解答、需求</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优化等</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endParaRPr>
            </a:p>
          </p:txBody>
        </p:sp>
        <p:sp>
          <p:nvSpPr>
            <p:cNvPr id="63" name="PA-矩形 4"/>
            <p:cNvSpPr>
              <a:spLocks noChangeArrowheads="1"/>
            </p:cNvSpPr>
            <p:nvPr>
              <p:custDataLst>
                <p:tags r:id="rId6"/>
              </p:custDataLst>
            </p:nvPr>
          </p:nvSpPr>
          <p:spPr bwMode="auto">
            <a:xfrm>
              <a:off x="1221269" y="3470270"/>
              <a:ext cx="3988067"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lnSpc>
                  <a:spcPct val="150000"/>
                </a:lnSpc>
              </a:pP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第五步：平台上线</a:t>
              </a: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试运行</a:t>
              </a:r>
              <a:endPar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endParaRPr>
            </a:p>
          </p:txBody>
        </p:sp>
      </p:grpSp>
      <p:grpSp>
        <p:nvGrpSpPr>
          <p:cNvPr id="64" name="组合 63"/>
          <p:cNvGrpSpPr/>
          <p:nvPr/>
        </p:nvGrpSpPr>
        <p:grpSpPr>
          <a:xfrm flipH="1">
            <a:off x="7263707" y="1842829"/>
            <a:ext cx="3141345" cy="1122478"/>
            <a:chOff x="1221269" y="3470270"/>
            <a:chExt cx="3968015" cy="1122478"/>
          </a:xfrm>
        </p:grpSpPr>
        <p:sp>
          <p:nvSpPr>
            <p:cNvPr id="65" name="PA-矩形 4"/>
            <p:cNvSpPr>
              <a:spLocks noChangeArrowheads="1"/>
            </p:cNvSpPr>
            <p:nvPr>
              <p:custDataLst>
                <p:tags r:id="rId7"/>
              </p:custDataLst>
            </p:nvPr>
          </p:nvSpPr>
          <p:spPr bwMode="auto">
            <a:xfrm>
              <a:off x="1221269" y="3946953"/>
              <a:ext cx="3368842" cy="645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明确第三方</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系统（是否含监管）、价格监测（中电</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指数）</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endParaRPr>
            </a:p>
          </p:txBody>
        </p:sp>
        <p:sp>
          <p:nvSpPr>
            <p:cNvPr id="66" name="PA-矩形 4"/>
            <p:cNvSpPr>
              <a:spLocks noChangeArrowheads="1"/>
            </p:cNvSpPr>
            <p:nvPr>
              <p:custDataLst>
                <p:tags r:id="rId8"/>
              </p:custDataLst>
            </p:nvPr>
          </p:nvSpPr>
          <p:spPr bwMode="auto">
            <a:xfrm>
              <a:off x="1221269" y="3470270"/>
              <a:ext cx="396801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lnSpc>
                  <a:spcPct val="150000"/>
                </a:lnSpc>
              </a:pP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第四步：第三方</a:t>
              </a: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系统对接</a:t>
              </a:r>
              <a:endPar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endParaRPr>
            </a:p>
          </p:txBody>
        </p:sp>
      </p:grpSp>
      <p:grpSp>
        <p:nvGrpSpPr>
          <p:cNvPr id="67" name="组合 66"/>
          <p:cNvGrpSpPr/>
          <p:nvPr/>
        </p:nvGrpSpPr>
        <p:grpSpPr>
          <a:xfrm>
            <a:off x="4521200" y="1019869"/>
            <a:ext cx="3149600" cy="1107238"/>
            <a:chOff x="4436052" y="1019869"/>
            <a:chExt cx="3149600" cy="1107238"/>
          </a:xfrm>
        </p:grpSpPr>
        <p:sp>
          <p:nvSpPr>
            <p:cNvPr id="68" name="PA-矩形 4"/>
            <p:cNvSpPr>
              <a:spLocks noChangeArrowheads="1"/>
            </p:cNvSpPr>
            <p:nvPr>
              <p:custDataLst>
                <p:tags r:id="rId9"/>
              </p:custDataLst>
            </p:nvPr>
          </p:nvSpPr>
          <p:spPr bwMode="auto">
            <a:xfrm flipH="1">
              <a:off x="4436052" y="1481312"/>
              <a:ext cx="3149600" cy="645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en-US" altLang="zh-CN"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        </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确认供应商（电商，本地供应商），上架商品、商品</a:t>
              </a:r>
              <a:r>
                <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rPr>
                <a:t>审核</a:t>
              </a:r>
              <a:endParaRPr lang="zh-CN" altLang="en-US" sz="1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思源黑体 CN Medium" panose="020B0600000000000000" charset="-122"/>
              </a:endParaRPr>
            </a:p>
          </p:txBody>
        </p:sp>
        <p:sp>
          <p:nvSpPr>
            <p:cNvPr id="69" name="PA-矩形 4"/>
            <p:cNvSpPr>
              <a:spLocks noChangeArrowheads="1"/>
            </p:cNvSpPr>
            <p:nvPr>
              <p:custDataLst>
                <p:tags r:id="rId10"/>
              </p:custDataLst>
            </p:nvPr>
          </p:nvSpPr>
          <p:spPr bwMode="auto">
            <a:xfrm flipH="1">
              <a:off x="4952307" y="1019869"/>
              <a:ext cx="239014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第三步：供应商</a:t>
              </a:r>
              <a:r>
                <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rPr>
                <a:t>入住</a:t>
              </a:r>
              <a:endParaRPr lang="zh-CN" altLang="en-US" sz="2000" b="1" dirty="0">
                <a:solidFill>
                  <a:schemeClr val="tx1">
                    <a:lumMod val="75000"/>
                    <a:lumOff val="25000"/>
                  </a:schemeClr>
                </a:solidFill>
                <a:latin typeface="微软雅黑" panose="020B0503020204020204" charset="-122"/>
                <a:ea typeface="微软雅黑" panose="020B0503020204020204" charset="-122"/>
                <a:cs typeface="+mn-ea"/>
                <a:sym typeface="思源黑体 CN Medium" panose="020B0600000000000000" charset="-122"/>
              </a:endParaRPr>
            </a:p>
          </p:txBody>
        </p:sp>
      </p:grpSp>
      <p:sp>
        <p:nvSpPr>
          <p:cNvPr id="71" name="Teardrop 36"/>
          <p:cNvSpPr/>
          <p:nvPr/>
        </p:nvSpPr>
        <p:spPr>
          <a:xfrm rot="8100000">
            <a:off x="3954780" y="3709670"/>
            <a:ext cx="588010" cy="588010"/>
          </a:xfrm>
          <a:prstGeom prst="ellipse">
            <a:avLst/>
          </a:prstGeom>
          <a:solidFill>
            <a:srgbClr val="4489C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sz="3200" dirty="0">
              <a:solidFill>
                <a:schemeClr val="tx1"/>
              </a:solidFill>
              <a:latin typeface="微软雅黑" panose="020B0503020204020204" charset="-122"/>
              <a:ea typeface="微软雅黑" panose="020B0503020204020204" charset="-122"/>
            </a:endParaRPr>
          </a:p>
        </p:txBody>
      </p:sp>
      <p:sp>
        <p:nvSpPr>
          <p:cNvPr id="72" name="Teardrop 36"/>
          <p:cNvSpPr/>
          <p:nvPr/>
        </p:nvSpPr>
        <p:spPr>
          <a:xfrm rot="8100000">
            <a:off x="5800725" y="3159125"/>
            <a:ext cx="588010" cy="588010"/>
          </a:xfrm>
          <a:prstGeom prst="ellipse">
            <a:avLst/>
          </a:prstGeom>
          <a:solidFill>
            <a:srgbClr val="4489C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sz="3200" dirty="0">
              <a:solidFill>
                <a:schemeClr val="tx1"/>
              </a:solidFill>
              <a:latin typeface="微软雅黑" panose="020B0503020204020204" charset="-122"/>
              <a:ea typeface="微软雅黑" panose="020B0503020204020204" charset="-122"/>
            </a:endParaRPr>
          </a:p>
        </p:txBody>
      </p:sp>
      <p:sp>
        <p:nvSpPr>
          <p:cNvPr id="73" name="Teardrop 36"/>
          <p:cNvSpPr/>
          <p:nvPr/>
        </p:nvSpPr>
        <p:spPr>
          <a:xfrm rot="8100000">
            <a:off x="9025890" y="4895850"/>
            <a:ext cx="588010" cy="588010"/>
          </a:xfrm>
          <a:prstGeom prst="ellipse">
            <a:avLst/>
          </a:prstGeom>
          <a:solidFill>
            <a:srgbClr val="4489C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sz="3200" dirty="0">
              <a:solidFill>
                <a:schemeClr val="tx1"/>
              </a:solidFill>
              <a:latin typeface="微软雅黑" panose="020B0503020204020204" charset="-122"/>
              <a:ea typeface="微软雅黑" panose="020B0503020204020204" charset="-122"/>
            </a:endParaRPr>
          </a:p>
        </p:txBody>
      </p:sp>
      <p:sp>
        <p:nvSpPr>
          <p:cNvPr id="74" name="Teardrop 36"/>
          <p:cNvSpPr/>
          <p:nvPr/>
        </p:nvSpPr>
        <p:spPr>
          <a:xfrm rot="8100000">
            <a:off x="7646670" y="3643630"/>
            <a:ext cx="588010" cy="588010"/>
          </a:xfrm>
          <a:prstGeom prst="ellipse">
            <a:avLst/>
          </a:prstGeom>
          <a:solidFill>
            <a:srgbClr val="4489C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sz="3200" dirty="0">
              <a:solidFill>
                <a:schemeClr val="tx1"/>
              </a:solidFill>
              <a:latin typeface="微软雅黑" panose="020B0503020204020204" charset="-122"/>
              <a:ea typeface="微软雅黑" panose="020B0503020204020204" charset="-122"/>
            </a:endParaRPr>
          </a:p>
        </p:txBody>
      </p:sp>
      <p:sp>
        <p:nvSpPr>
          <p:cNvPr id="75" name="文本框 74"/>
          <p:cNvSpPr txBox="1"/>
          <p:nvPr/>
        </p:nvSpPr>
        <p:spPr>
          <a:xfrm>
            <a:off x="4657090" y="5041900"/>
            <a:ext cx="2877185" cy="1568450"/>
          </a:xfrm>
          <a:prstGeom prst="rect">
            <a:avLst/>
          </a:prstGeom>
          <a:noFill/>
        </p:spPr>
        <p:txBody>
          <a:bodyPr wrap="square" rtlCol="0">
            <a:spAutoFit/>
          </a:bodyPr>
          <a:p>
            <a:pPr algn="ctr" fontAlgn="auto">
              <a:lnSpc>
                <a:spcPct val="100000"/>
              </a:lnSpc>
            </a:pPr>
            <a:r>
              <a:rPr lang="zh-CN" altLang="en-US" sz="4800" cap="all">
                <a:solidFill>
                  <a:schemeClr val="bg1"/>
                </a:solidFill>
                <a:uFillTx/>
                <a:latin typeface="微软雅黑" panose="020B0503020204020204" charset="-122"/>
                <a:ea typeface="微软雅黑" panose="020B0503020204020204" charset="-122"/>
                <a:cs typeface="思源黑体 CN Medium" panose="020B0600000000000000" charset="-122"/>
              </a:rPr>
              <a:t>推进计划</a:t>
            </a:r>
            <a:r>
              <a:rPr lang="zh-CN" altLang="en-US" sz="4800" cap="all">
                <a:solidFill>
                  <a:schemeClr val="bg1"/>
                </a:solidFill>
                <a:uFillTx/>
                <a:latin typeface="微软雅黑" panose="020B0503020204020204" charset="-122"/>
                <a:ea typeface="微软雅黑" panose="020B0503020204020204" charset="-122"/>
                <a:cs typeface="思源黑体 CN Medium" panose="020B0600000000000000" charset="-122"/>
              </a:rPr>
              <a:t>总表</a:t>
            </a:r>
            <a:endParaRPr lang="zh-CN" altLang="en-US" sz="4800"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
        <p:nvSpPr>
          <p:cNvPr id="76" name="文本框 75"/>
          <p:cNvSpPr txBox="1"/>
          <p:nvPr/>
        </p:nvSpPr>
        <p:spPr>
          <a:xfrm>
            <a:off x="2543810" y="4990465"/>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01</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
        <p:nvSpPr>
          <p:cNvPr id="77" name="文本框 76"/>
          <p:cNvSpPr txBox="1"/>
          <p:nvPr/>
        </p:nvSpPr>
        <p:spPr>
          <a:xfrm>
            <a:off x="3966845" y="3805555"/>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02</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
        <p:nvSpPr>
          <p:cNvPr id="78" name="文本框 77"/>
          <p:cNvSpPr txBox="1"/>
          <p:nvPr/>
        </p:nvSpPr>
        <p:spPr>
          <a:xfrm>
            <a:off x="5812790" y="3229610"/>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03</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
        <p:nvSpPr>
          <p:cNvPr id="79" name="文本框 78"/>
          <p:cNvSpPr txBox="1"/>
          <p:nvPr/>
        </p:nvSpPr>
        <p:spPr>
          <a:xfrm>
            <a:off x="7658100" y="3738245"/>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04</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
        <p:nvSpPr>
          <p:cNvPr id="80" name="文本框 79"/>
          <p:cNvSpPr txBox="1"/>
          <p:nvPr/>
        </p:nvSpPr>
        <p:spPr>
          <a:xfrm>
            <a:off x="9046210" y="4990465"/>
            <a:ext cx="564515" cy="398780"/>
          </a:xfrm>
          <a:prstGeom prst="rect">
            <a:avLst/>
          </a:prstGeom>
          <a:noFill/>
        </p:spPr>
        <p:txBody>
          <a:bodyPr wrap="square" rtlCol="0">
            <a:spAutoFit/>
          </a:bodyPr>
          <a:p>
            <a:pPr algn="ctr">
              <a:lnSpc>
                <a:spcPct val="100000"/>
              </a:lnSpc>
            </a:pPr>
            <a:r>
              <a:rPr lang="en-US" altLang="zh-CN" sz="2000" b="1">
                <a:solidFill>
                  <a:schemeClr val="bg1"/>
                </a:solidFill>
                <a:latin typeface="微软雅黑" panose="020B0503020204020204" charset="-122"/>
                <a:ea typeface="微软雅黑" panose="020B0503020204020204" charset="-122"/>
                <a:cs typeface="思源黑体 CN Medium" panose="020B0600000000000000" charset="-122"/>
              </a:rPr>
              <a:t>05</a:t>
            </a:r>
            <a:endParaRPr lang="en-US" altLang="zh-CN" sz="2000" b="1">
              <a:solidFill>
                <a:schemeClr val="bg1"/>
              </a:solidFill>
              <a:latin typeface="微软雅黑" panose="020B0503020204020204" charset="-122"/>
              <a:ea typeface="微软雅黑" panose="020B0503020204020204" charset="-122"/>
              <a:cs typeface="思源黑体 CN Medium" panose="020B0600000000000000" charset="-122"/>
            </a:endParaRPr>
          </a:p>
        </p:txBody>
      </p:sp>
    </p:spTree>
    <p:custDataLst>
      <p:tags r:id="rId1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30225" y="1301115"/>
            <a:ext cx="2033270" cy="5123815"/>
          </a:xfrm>
          <a:prstGeom prst="rect">
            <a:avLst/>
          </a:prstGeom>
          <a:ln>
            <a:solidFill>
              <a:schemeClr val="accent1"/>
            </a:solidFill>
          </a:ln>
        </p:spPr>
      </p:pic>
      <p:pic>
        <p:nvPicPr>
          <p:cNvPr id="3" name="图片 2"/>
          <p:cNvPicPr>
            <a:picLocks noChangeAspect="1"/>
          </p:cNvPicPr>
          <p:nvPr/>
        </p:nvPicPr>
        <p:blipFill>
          <a:blip r:embed="rId2"/>
          <a:stretch>
            <a:fillRect/>
          </a:stretch>
        </p:blipFill>
        <p:spPr>
          <a:xfrm>
            <a:off x="2688590" y="1301750"/>
            <a:ext cx="2211070" cy="5123180"/>
          </a:xfrm>
          <a:prstGeom prst="rect">
            <a:avLst/>
          </a:prstGeom>
          <a:ln>
            <a:solidFill>
              <a:schemeClr val="accent1"/>
            </a:solidFill>
          </a:ln>
        </p:spPr>
      </p:pic>
      <p:sp>
        <p:nvSpPr>
          <p:cNvPr id="21" name="文本框 20"/>
          <p:cNvSpPr txBox="1"/>
          <p:nvPr/>
        </p:nvSpPr>
        <p:spPr>
          <a:xfrm>
            <a:off x="0" y="176530"/>
            <a:ext cx="4138295"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一、电子商城框架部署</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pic>
        <p:nvPicPr>
          <p:cNvPr id="5" name="图片 4"/>
          <p:cNvPicPr>
            <a:picLocks noChangeAspect="1"/>
          </p:cNvPicPr>
          <p:nvPr/>
        </p:nvPicPr>
        <p:blipFill>
          <a:blip r:embed="rId3"/>
          <a:stretch>
            <a:fillRect/>
          </a:stretch>
        </p:blipFill>
        <p:spPr>
          <a:xfrm>
            <a:off x="5454650" y="1301750"/>
            <a:ext cx="5323205" cy="2409190"/>
          </a:xfrm>
          <a:prstGeom prst="rect">
            <a:avLst/>
          </a:prstGeom>
          <a:ln>
            <a:solidFill>
              <a:schemeClr val="accent6"/>
            </a:solidFill>
          </a:ln>
        </p:spPr>
      </p:pic>
      <p:pic>
        <p:nvPicPr>
          <p:cNvPr id="6" name="图片 5"/>
          <p:cNvPicPr>
            <a:picLocks noChangeAspect="1"/>
          </p:cNvPicPr>
          <p:nvPr/>
        </p:nvPicPr>
        <p:blipFill>
          <a:blip r:embed="rId4"/>
          <a:stretch>
            <a:fillRect/>
          </a:stretch>
        </p:blipFill>
        <p:spPr>
          <a:xfrm>
            <a:off x="5454650" y="3809365"/>
            <a:ext cx="5323840" cy="2615565"/>
          </a:xfrm>
          <a:prstGeom prst="rect">
            <a:avLst/>
          </a:prstGeom>
          <a:ln>
            <a:solidFill>
              <a:schemeClr val="accent6"/>
            </a:solidFill>
          </a:ln>
        </p:spPr>
      </p:pic>
      <p:sp>
        <p:nvSpPr>
          <p:cNvPr id="32" name="矩形: 圆角 31"/>
          <p:cNvSpPr/>
          <p:nvPr/>
        </p:nvSpPr>
        <p:spPr>
          <a:xfrm>
            <a:off x="4309110" y="466725"/>
            <a:ext cx="7614285" cy="504190"/>
          </a:xfrm>
          <a:prstGeom prst="roundRect">
            <a:avLst>
              <a:gd name="adj" fmla="val 668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b="1">
                <a:solidFill>
                  <a:schemeClr val="tx1"/>
                </a:solidFill>
                <a:latin typeface="微软雅黑" panose="020B0503020204020204" charset="-122"/>
                <a:ea typeface="微软雅黑" panose="020B0503020204020204" charset="-122"/>
                <a:sym typeface="思源黑体 CN Medium" panose="020B0600000000000000" charset="-122"/>
              </a:rPr>
              <a:t>第一步：部署电子商城框架，确认商城个性化功能、商城商品品目，以便快速搭建电子商城，时间根据个性化工作量评估，时间两到三个月不等</a:t>
            </a:r>
            <a:endParaRPr lang="zh-CN" altLang="en-US" sz="1600" b="1">
              <a:solidFill>
                <a:schemeClr val="tx1"/>
              </a:solidFill>
              <a:latin typeface="微软雅黑" panose="020B0503020204020204" charset="-122"/>
              <a:ea typeface="微软雅黑" panose="020B0503020204020204" charset="-122"/>
              <a:sym typeface="思源黑体 CN Medium" panose="020B0600000000000000" charset="-122"/>
            </a:endParaRPr>
          </a:p>
        </p:txBody>
      </p:sp>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66675" y="176530"/>
            <a:ext cx="4138295"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二、商城交易规则</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资费</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pic>
        <p:nvPicPr>
          <p:cNvPr id="2" name="图片 1"/>
          <p:cNvPicPr>
            <a:picLocks noChangeAspect="1"/>
          </p:cNvPicPr>
          <p:nvPr>
            <p:custDataLst>
              <p:tags r:id="rId1"/>
            </p:custDataLst>
          </p:nvPr>
        </p:nvPicPr>
        <p:blipFill>
          <a:blip r:embed="rId2"/>
          <a:stretch>
            <a:fillRect/>
          </a:stretch>
        </p:blipFill>
        <p:spPr>
          <a:xfrm>
            <a:off x="650875" y="1685925"/>
            <a:ext cx="4879975" cy="4248785"/>
          </a:xfrm>
          <a:prstGeom prst="rect">
            <a:avLst/>
          </a:prstGeom>
          <a:ln>
            <a:solidFill>
              <a:schemeClr val="accent1"/>
            </a:solidFill>
          </a:ln>
        </p:spPr>
      </p:pic>
      <p:sp>
        <p:nvSpPr>
          <p:cNvPr id="3" name="文本框 2"/>
          <p:cNvSpPr txBox="1"/>
          <p:nvPr/>
        </p:nvSpPr>
        <p:spPr>
          <a:xfrm>
            <a:off x="3803015" y="536575"/>
            <a:ext cx="7165975" cy="829945"/>
          </a:xfrm>
          <a:prstGeom prst="rect">
            <a:avLst/>
          </a:prstGeom>
          <a:noFill/>
        </p:spPr>
        <p:txBody>
          <a:bodyPr wrap="square" rtlCol="0" anchor="t">
            <a:spAutoFit/>
          </a:bodyPr>
          <a:p>
            <a:pPr algn="ctr" eaLnBrk="1" hangingPunct="1">
              <a:lnSpc>
                <a:spcPct val="150000"/>
              </a:lnSpc>
            </a:pPr>
            <a:r>
              <a:rPr lang="zh-CN" altLang="en-US" sz="1600" b="1">
                <a:latin typeface="微软雅黑" panose="020B0503020204020204" charset="-122"/>
                <a:ea typeface="微软雅黑" panose="020B0503020204020204" charset="-122"/>
                <a:sym typeface="思源黑体 CN Medium" panose="020B0600000000000000" charset="-122"/>
              </a:rPr>
              <a:t>第二</a:t>
            </a:r>
            <a:r>
              <a:rPr lang="zh-CN" altLang="en-US" sz="1600" b="1">
                <a:latin typeface="微软雅黑" panose="020B0503020204020204" charset="-122"/>
                <a:ea typeface="微软雅黑" panose="020B0503020204020204" charset="-122"/>
                <a:sym typeface="思源黑体 CN Medium" panose="020B0600000000000000" charset="-122"/>
              </a:rPr>
              <a:t>步：需确认平台管理办法，交易规则，此部分可以和开发商城同步进行，时间一到两周</a:t>
            </a:r>
            <a:endParaRPr lang="zh-CN" altLang="en-US" sz="1600" b="1">
              <a:latin typeface="微软雅黑" panose="020B0503020204020204" charset="-122"/>
              <a:ea typeface="微软雅黑" panose="020B0503020204020204" charset="-122"/>
              <a:sym typeface="思源黑体 CN Medium" panose="020B0600000000000000" charset="-122"/>
            </a:endParaRPr>
          </a:p>
        </p:txBody>
      </p:sp>
      <p:pic>
        <p:nvPicPr>
          <p:cNvPr id="4" name="图片 3"/>
          <p:cNvPicPr>
            <a:picLocks noChangeAspect="1"/>
          </p:cNvPicPr>
          <p:nvPr>
            <p:custDataLst>
              <p:tags r:id="rId3"/>
            </p:custDataLst>
          </p:nvPr>
        </p:nvPicPr>
        <p:blipFill>
          <a:blip r:embed="rId4"/>
          <a:stretch>
            <a:fillRect/>
          </a:stretch>
        </p:blipFill>
        <p:spPr>
          <a:xfrm>
            <a:off x="5996305" y="1685290"/>
            <a:ext cx="5261610" cy="4249420"/>
          </a:xfrm>
          <a:prstGeom prst="rect">
            <a:avLst/>
          </a:prstGeom>
          <a:ln>
            <a:solidFill>
              <a:srgbClr val="FF0000"/>
            </a:solidFill>
          </a:ln>
        </p:spPr>
      </p:pic>
      <p:sp>
        <p:nvSpPr>
          <p:cNvPr id="15" name="矩形 14"/>
          <p:cNvSpPr/>
          <p:nvPr>
            <p:custDataLst>
              <p:tags r:id="rId5"/>
            </p:custDataLst>
          </p:nvPr>
        </p:nvSpPr>
        <p:spPr>
          <a:xfrm>
            <a:off x="650875" y="1366520"/>
            <a:ext cx="2257425" cy="319405"/>
          </a:xfrm>
          <a:prstGeom prst="rect">
            <a:avLst/>
          </a:prstGeom>
          <a:solidFill>
            <a:srgbClr val="4489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微软雅黑" panose="020B0503020204020204" charset="-122"/>
                <a:ea typeface="微软雅黑" panose="020B0503020204020204" charset="-122"/>
              </a:rPr>
              <a:t>平台管理</a:t>
            </a:r>
            <a:r>
              <a:rPr lang="zh-CN" altLang="en-US" sz="1400" b="1">
                <a:latin typeface="微软雅黑" panose="020B0503020204020204" charset="-122"/>
                <a:ea typeface="微软雅黑" panose="020B0503020204020204" charset="-122"/>
              </a:rPr>
              <a:t>办法</a:t>
            </a:r>
            <a:endParaRPr lang="zh-CN" altLang="en-US" sz="1400" b="1">
              <a:latin typeface="微软雅黑" panose="020B0503020204020204" charset="-122"/>
              <a:ea typeface="微软雅黑" panose="020B0503020204020204" charset="-122"/>
            </a:endParaRPr>
          </a:p>
        </p:txBody>
      </p:sp>
      <p:sp>
        <p:nvSpPr>
          <p:cNvPr id="5" name="矩形 4"/>
          <p:cNvSpPr/>
          <p:nvPr>
            <p:custDataLst>
              <p:tags r:id="rId6"/>
            </p:custDataLst>
          </p:nvPr>
        </p:nvSpPr>
        <p:spPr>
          <a:xfrm>
            <a:off x="5996305" y="1365885"/>
            <a:ext cx="2257425" cy="31940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latin typeface="微软雅黑" panose="020B0503020204020204" charset="-122"/>
                <a:ea typeface="微软雅黑" panose="020B0503020204020204" charset="-122"/>
              </a:rPr>
              <a:t>平台收费</a:t>
            </a:r>
            <a:r>
              <a:rPr lang="zh-CN" altLang="en-US" sz="1400" b="1">
                <a:latin typeface="微软雅黑" panose="020B0503020204020204" charset="-122"/>
                <a:ea typeface="微软雅黑" panose="020B0503020204020204" charset="-122"/>
              </a:rPr>
              <a:t>规则</a:t>
            </a:r>
            <a:endParaRPr lang="zh-CN" altLang="en-US" sz="1400" b="1">
              <a:latin typeface="微软雅黑" panose="020B0503020204020204" charset="-122"/>
              <a:ea typeface="微软雅黑" panose="020B0503020204020204" charset="-122"/>
            </a:endParaRPr>
          </a:p>
        </p:txBody>
      </p:sp>
    </p:spTree>
    <p:custDataLst>
      <p:tags r:id="rId7"/>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13"/>
          <p:cNvSpPr/>
          <p:nvPr>
            <p:custDataLst>
              <p:tags r:id="rId1"/>
            </p:custDataLst>
          </p:nvPr>
        </p:nvSpPr>
        <p:spPr>
          <a:xfrm>
            <a:off x="695325" y="3438525"/>
            <a:ext cx="10510520" cy="2433320"/>
          </a:xfrm>
          <a:prstGeom prst="rect">
            <a:avLst/>
          </a:prstGeom>
          <a:solidFill>
            <a:srgbClr val="2346F5"/>
          </a:solidFill>
          <a:ln w="12700" cap="flat" cmpd="sng" algn="ctr">
            <a:noFill/>
            <a:prstDash val="solid"/>
            <a:miter lim="800000"/>
          </a:ln>
          <a:effectLst/>
          <a:extLst>
            <a:ext uri="{91240B29-F687-4F45-9708-019B960494DF}">
              <a14:hiddenLine xmlns:a14="http://schemas.microsoft.com/office/drawing/2010/main" w="0">
                <a:solidFill>
                  <a:srgbClr val="2346F5">
                    <a:shade val="50000"/>
                  </a:srgbClr>
                </a:solidFill>
                <a:prstDash val="solid"/>
                <a:miter lim="800000"/>
                <a:headEnd/>
                <a:tailEnd/>
              </a14:hiddenLine>
            </a:ext>
          </a:ex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algn="ctr"/>
            <a:endParaRPr lang="zh-CN" altLang="en-US">
              <a:solidFill>
                <a:sysClr val="window" lastClr="FFFFFF"/>
              </a:solidFill>
              <a:latin typeface="微软雅黑" panose="020B0503020204020204" charset="-122"/>
              <a:ea typeface="微软雅黑" panose="020B0503020204020204" charset="-122"/>
            </a:endParaRPr>
          </a:p>
        </p:txBody>
      </p:sp>
      <p:sp>
        <p:nvSpPr>
          <p:cNvPr id="17" name="矩形: 圆角 6"/>
          <p:cNvSpPr/>
          <p:nvPr>
            <p:custDataLst>
              <p:tags r:id="rId2"/>
            </p:custDataLst>
          </p:nvPr>
        </p:nvSpPr>
        <p:spPr>
          <a:xfrm>
            <a:off x="4392295" y="1630680"/>
            <a:ext cx="3115310" cy="4227195"/>
          </a:xfrm>
          <a:prstGeom prst="roundRect">
            <a:avLst>
              <a:gd name="adj" fmla="val 0"/>
            </a:avLst>
          </a:prstGeom>
          <a:solidFill>
            <a:sysClr val="window" lastClr="FFFFFF"/>
          </a:solidFill>
          <a:ln>
            <a:solidFill>
              <a:schemeClr val="accent1"/>
            </a:solidFill>
          </a:ln>
          <a:effectLst>
            <a:outerShdw blurRad="381000" dist="762000" dir="5400000" sx="84000" sy="84000" algn="t" rotWithShape="0">
              <a:prstClr val="black">
                <a:alpha val="40000"/>
              </a:prst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3" name="矩形: 圆角 7"/>
          <p:cNvSpPr/>
          <p:nvPr>
            <p:custDataLst>
              <p:tags r:id="rId3"/>
            </p:custDataLst>
          </p:nvPr>
        </p:nvSpPr>
        <p:spPr>
          <a:xfrm>
            <a:off x="8089900" y="1630680"/>
            <a:ext cx="3115310" cy="4227195"/>
          </a:xfrm>
          <a:prstGeom prst="roundRect">
            <a:avLst>
              <a:gd name="adj" fmla="val 0"/>
            </a:avLst>
          </a:prstGeom>
          <a:solidFill>
            <a:sysClr val="window" lastClr="FFFFFF"/>
          </a:solidFill>
          <a:ln>
            <a:solidFill>
              <a:schemeClr val="accent1"/>
            </a:solidFill>
          </a:ln>
          <a:effectLst>
            <a:outerShdw blurRad="381000" dist="762000" dir="5400000" sx="84000" sy="84000" algn="t" rotWithShape="0">
              <a:prstClr val="black">
                <a:alpha val="40000"/>
              </a:prst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4" name="矩形: 圆角 10"/>
          <p:cNvSpPr/>
          <p:nvPr>
            <p:custDataLst>
              <p:tags r:id="rId4"/>
            </p:custDataLst>
          </p:nvPr>
        </p:nvSpPr>
        <p:spPr>
          <a:xfrm>
            <a:off x="695325" y="1630680"/>
            <a:ext cx="3115310" cy="4227195"/>
          </a:xfrm>
          <a:prstGeom prst="roundRect">
            <a:avLst>
              <a:gd name="adj" fmla="val 0"/>
            </a:avLst>
          </a:prstGeom>
          <a:solidFill>
            <a:sysClr val="window" lastClr="FFFFFF"/>
          </a:solidFill>
          <a:ln>
            <a:solidFill>
              <a:schemeClr val="accent1"/>
            </a:solidFill>
          </a:ln>
          <a:effectLst>
            <a:outerShdw blurRad="381000" dist="762000" dir="5400000" sx="84000" sy="84000" algn="t" rotWithShape="0">
              <a:prstClr val="black">
                <a:alpha val="40000"/>
              </a:prst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5" name="文本框 24"/>
          <p:cNvSpPr txBox="1"/>
          <p:nvPr>
            <p:custDataLst>
              <p:tags r:id="rId5"/>
            </p:custDataLst>
          </p:nvPr>
        </p:nvSpPr>
        <p:spPr>
          <a:xfrm>
            <a:off x="1016000" y="3208020"/>
            <a:ext cx="2529205" cy="460375"/>
          </a:xfrm>
          <a:prstGeom prst="rect">
            <a:avLst/>
          </a:prstGeom>
          <a:noFill/>
        </p:spPr>
        <p:txBody>
          <a:bodyPr wrap="square">
            <a:spAutoFit/>
          </a:bodyPr>
          <a:lstStyle/>
          <a:p>
            <a:r>
              <a:rPr lang="zh-CN" altLang="en-US" sz="2400" b="1" dirty="0">
                <a:solidFill>
                  <a:sysClr val="windowText" lastClr="000000">
                    <a:lumMod val="75000"/>
                    <a:lumOff val="25000"/>
                  </a:sysClr>
                </a:solidFill>
                <a:latin typeface="微软雅黑" panose="020B0503020204020204" charset="-122"/>
                <a:ea typeface="微软雅黑" panose="020B0503020204020204" charset="-122"/>
              </a:rPr>
              <a:t>入驻服务费</a:t>
            </a:r>
            <a:endParaRPr lang="zh-CN" altLang="en-US" sz="2400" b="1" dirty="0">
              <a:solidFill>
                <a:sysClr val="windowText" lastClr="000000">
                  <a:lumMod val="75000"/>
                  <a:lumOff val="25000"/>
                </a:sysClr>
              </a:solidFill>
              <a:latin typeface="微软雅黑" panose="020B0503020204020204" charset="-122"/>
              <a:ea typeface="微软雅黑" panose="020B0503020204020204" charset="-122"/>
            </a:endParaRPr>
          </a:p>
        </p:txBody>
      </p:sp>
      <p:cxnSp>
        <p:nvCxnSpPr>
          <p:cNvPr id="26" name="直接连接符 25"/>
          <p:cNvCxnSpPr/>
          <p:nvPr>
            <p:custDataLst>
              <p:tags r:id="rId6"/>
            </p:custDataLst>
          </p:nvPr>
        </p:nvCxnSpPr>
        <p:spPr>
          <a:xfrm>
            <a:off x="1135012" y="3930919"/>
            <a:ext cx="2246630" cy="0"/>
          </a:xfrm>
          <a:prstGeom prst="line">
            <a:avLst/>
          </a:prstGeom>
          <a:ln w="12700">
            <a:solidFill>
              <a:srgbClr val="2346F5"/>
            </a:solidFill>
          </a:ln>
        </p:spPr>
        <p:style>
          <a:lnRef idx="1">
            <a:srgbClr val="2346F5"/>
          </a:lnRef>
          <a:fillRef idx="0">
            <a:srgbClr val="2346F5"/>
          </a:fillRef>
          <a:effectRef idx="0">
            <a:srgbClr val="2346F5"/>
          </a:effectRef>
          <a:fontRef idx="minor">
            <a:sysClr val="windowText" lastClr="000000"/>
          </a:fontRef>
        </p:style>
      </p:cxnSp>
      <p:sp>
        <p:nvSpPr>
          <p:cNvPr id="27" name="文本框 26"/>
          <p:cNvSpPr txBox="1"/>
          <p:nvPr>
            <p:custDataLst>
              <p:tags r:id="rId7"/>
            </p:custDataLst>
          </p:nvPr>
        </p:nvSpPr>
        <p:spPr>
          <a:xfrm>
            <a:off x="4713605" y="3208020"/>
            <a:ext cx="2529205" cy="460375"/>
          </a:xfrm>
          <a:prstGeom prst="rect">
            <a:avLst/>
          </a:prstGeom>
          <a:noFill/>
        </p:spPr>
        <p:txBody>
          <a:bodyPr wrap="square">
            <a:spAutoFit/>
          </a:bodyPr>
          <a:lstStyle/>
          <a:p>
            <a:r>
              <a:rPr lang="zh-CN" altLang="en-US" sz="2400" b="1" dirty="0">
                <a:solidFill>
                  <a:sysClr val="windowText" lastClr="000000">
                    <a:lumMod val="75000"/>
                    <a:lumOff val="25000"/>
                  </a:sysClr>
                </a:solidFill>
                <a:latin typeface="微软雅黑" panose="020B0503020204020204" charset="-122"/>
                <a:ea typeface="微软雅黑" panose="020B0503020204020204" charset="-122"/>
              </a:rPr>
              <a:t>直购交易佣金</a:t>
            </a:r>
            <a:endParaRPr lang="zh-CN" altLang="en-US" sz="2400" b="1" dirty="0">
              <a:solidFill>
                <a:sysClr val="windowText" lastClr="000000">
                  <a:lumMod val="75000"/>
                  <a:lumOff val="25000"/>
                </a:sysClr>
              </a:solidFill>
              <a:latin typeface="微软雅黑" panose="020B0503020204020204" charset="-122"/>
              <a:ea typeface="微软雅黑" panose="020B0503020204020204" charset="-122"/>
            </a:endParaRPr>
          </a:p>
        </p:txBody>
      </p:sp>
      <p:sp>
        <p:nvSpPr>
          <p:cNvPr id="28" name="文本框 27"/>
          <p:cNvSpPr txBox="1"/>
          <p:nvPr>
            <p:custDataLst>
              <p:tags r:id="rId8"/>
            </p:custDataLst>
          </p:nvPr>
        </p:nvSpPr>
        <p:spPr>
          <a:xfrm>
            <a:off x="4585970" y="4155440"/>
            <a:ext cx="2761615" cy="730885"/>
          </a:xfrm>
          <a:prstGeom prst="rect">
            <a:avLst/>
          </a:prstGeom>
          <a:noFill/>
        </p:spPr>
        <p:txBody>
          <a:bodyPr wrap="square">
            <a:spAutoFit/>
          </a:bodyPr>
          <a:lstStyle/>
          <a:p>
            <a:pPr>
              <a:lnSpc>
                <a:spcPct val="130000"/>
              </a:lnSpc>
            </a:pPr>
            <a:r>
              <a:rPr lang="zh-CN" altLang="en-US" sz="1600" dirty="0">
                <a:latin typeface="微软雅黑" panose="020B0503020204020204" charset="-122"/>
                <a:ea typeface="微软雅黑" panose="020B0503020204020204" charset="-122"/>
              </a:rPr>
              <a:t>直购类订单在确认接单时收取</a:t>
            </a:r>
            <a:endParaRPr lang="zh-CN" altLang="en-US" sz="1600" dirty="0">
              <a:latin typeface="微软雅黑" panose="020B0503020204020204" charset="-122"/>
              <a:ea typeface="微软雅黑" panose="020B0503020204020204" charset="-122"/>
            </a:endParaRPr>
          </a:p>
        </p:txBody>
      </p:sp>
      <p:cxnSp>
        <p:nvCxnSpPr>
          <p:cNvPr id="29" name="直接连接符 28"/>
          <p:cNvCxnSpPr/>
          <p:nvPr>
            <p:custDataLst>
              <p:tags r:id="rId9"/>
            </p:custDataLst>
          </p:nvPr>
        </p:nvCxnSpPr>
        <p:spPr>
          <a:xfrm>
            <a:off x="4832300" y="3930919"/>
            <a:ext cx="2246630" cy="0"/>
          </a:xfrm>
          <a:prstGeom prst="line">
            <a:avLst/>
          </a:prstGeom>
          <a:ln w="12700">
            <a:solidFill>
              <a:srgbClr val="2346F5"/>
            </a:solidFill>
          </a:ln>
        </p:spPr>
        <p:style>
          <a:lnRef idx="1">
            <a:srgbClr val="2346F5"/>
          </a:lnRef>
          <a:fillRef idx="0">
            <a:srgbClr val="2346F5"/>
          </a:fillRef>
          <a:effectRef idx="0">
            <a:srgbClr val="2346F5"/>
          </a:effectRef>
          <a:fontRef idx="minor">
            <a:sysClr val="windowText" lastClr="000000"/>
          </a:fontRef>
        </p:style>
      </p:cxnSp>
      <p:sp>
        <p:nvSpPr>
          <p:cNvPr id="30" name="文本框 29"/>
          <p:cNvSpPr txBox="1"/>
          <p:nvPr>
            <p:custDataLst>
              <p:tags r:id="rId10"/>
            </p:custDataLst>
          </p:nvPr>
        </p:nvSpPr>
        <p:spPr>
          <a:xfrm>
            <a:off x="8410575" y="3208020"/>
            <a:ext cx="2529205" cy="460375"/>
          </a:xfrm>
          <a:prstGeom prst="rect">
            <a:avLst/>
          </a:prstGeom>
          <a:noFill/>
        </p:spPr>
        <p:txBody>
          <a:bodyPr wrap="square">
            <a:spAutoFit/>
          </a:bodyPr>
          <a:lstStyle/>
          <a:p>
            <a:r>
              <a:rPr lang="zh-CN" altLang="en-US" sz="2400" b="1" dirty="0">
                <a:solidFill>
                  <a:sysClr val="windowText" lastClr="000000">
                    <a:lumMod val="75000"/>
                    <a:lumOff val="25000"/>
                  </a:sysClr>
                </a:solidFill>
                <a:latin typeface="微软雅黑" panose="020B0503020204020204" charset="-122"/>
                <a:ea typeface="微软雅黑" panose="020B0503020204020204" charset="-122"/>
              </a:rPr>
              <a:t>竞价交易佣金</a:t>
            </a:r>
            <a:endParaRPr lang="zh-CN" altLang="en-US" sz="2400" b="1" dirty="0">
              <a:solidFill>
                <a:sysClr val="windowText" lastClr="000000">
                  <a:lumMod val="75000"/>
                  <a:lumOff val="25000"/>
                </a:sysClr>
              </a:solidFill>
              <a:latin typeface="微软雅黑" panose="020B0503020204020204" charset="-122"/>
              <a:ea typeface="微软雅黑" panose="020B0503020204020204" charset="-122"/>
            </a:endParaRPr>
          </a:p>
        </p:txBody>
      </p:sp>
      <p:sp>
        <p:nvSpPr>
          <p:cNvPr id="31" name="文本框 30"/>
          <p:cNvSpPr txBox="1"/>
          <p:nvPr>
            <p:custDataLst>
              <p:tags r:id="rId11"/>
            </p:custDataLst>
          </p:nvPr>
        </p:nvSpPr>
        <p:spPr>
          <a:xfrm>
            <a:off x="8410575" y="4215765"/>
            <a:ext cx="2529205" cy="1050925"/>
          </a:xfrm>
          <a:prstGeom prst="rect">
            <a:avLst/>
          </a:prstGeom>
          <a:noFill/>
        </p:spPr>
        <p:txBody>
          <a:bodyPr wrap="square">
            <a:spAutoFit/>
          </a:bodyPr>
          <a:lstStyle/>
          <a:p>
            <a:pPr lvl="0" algn="l">
              <a:lnSpc>
                <a:spcPct val="130000"/>
              </a:lnSpc>
              <a:buClrTx/>
              <a:buSzTx/>
              <a:buFontTx/>
            </a:pPr>
            <a:r>
              <a:rPr lang="zh-CN" altLang="en-US" sz="1600" dirty="0">
                <a:latin typeface="微软雅黑" panose="020B0503020204020204" charset="-122"/>
                <a:ea typeface="微软雅黑" panose="020B0503020204020204" charset="-122"/>
                <a:sym typeface="MiSans Heavy" panose="00000A00000000000000" pitchFamily="2" charset="-122"/>
              </a:rPr>
              <a:t>竞价类订单在交易评审结束后确认为中标供应商时收取</a:t>
            </a:r>
            <a:endParaRPr lang="zh-CN" altLang="en-US" sz="1600" dirty="0">
              <a:latin typeface="微软雅黑" panose="020B0503020204020204" charset="-122"/>
              <a:ea typeface="微软雅黑" panose="020B0503020204020204" charset="-122"/>
              <a:sym typeface="MiSans Heavy" panose="00000A00000000000000" pitchFamily="2" charset="-122"/>
            </a:endParaRPr>
          </a:p>
        </p:txBody>
      </p:sp>
      <p:cxnSp>
        <p:nvCxnSpPr>
          <p:cNvPr id="32" name="直接连接符 31"/>
          <p:cNvCxnSpPr/>
          <p:nvPr>
            <p:custDataLst>
              <p:tags r:id="rId12"/>
            </p:custDataLst>
          </p:nvPr>
        </p:nvCxnSpPr>
        <p:spPr>
          <a:xfrm>
            <a:off x="8529588" y="3930919"/>
            <a:ext cx="2246630" cy="0"/>
          </a:xfrm>
          <a:prstGeom prst="line">
            <a:avLst/>
          </a:prstGeom>
          <a:ln w="12700">
            <a:solidFill>
              <a:srgbClr val="2346F5"/>
            </a:solidFill>
          </a:ln>
        </p:spPr>
        <p:style>
          <a:lnRef idx="1">
            <a:srgbClr val="2346F5"/>
          </a:lnRef>
          <a:fillRef idx="0">
            <a:srgbClr val="2346F5"/>
          </a:fillRef>
          <a:effectRef idx="0">
            <a:srgbClr val="2346F5"/>
          </a:effectRef>
          <a:fontRef idx="minor">
            <a:sysClr val="windowText" lastClr="000000"/>
          </a:fontRef>
        </p:style>
      </p:cxnSp>
      <p:sp>
        <p:nvSpPr>
          <p:cNvPr id="33" name="任意多边形: 形状 26"/>
          <p:cNvSpPr/>
          <p:nvPr>
            <p:custDataLst>
              <p:tags r:id="rId13"/>
            </p:custDataLst>
          </p:nvPr>
        </p:nvSpPr>
        <p:spPr>
          <a:xfrm>
            <a:off x="1665605" y="2915920"/>
            <a:ext cx="76200" cy="76200"/>
          </a:xfrm>
          <a:custGeom>
            <a:avLst/>
            <a:gdLst>
              <a:gd name="connsiteX0" fmla="*/ 32969 w 38630"/>
              <a:gd name="connsiteY0" fmla="*/ 5659 h 38630"/>
              <a:gd name="connsiteX1" fmla="*/ 19315 w 38630"/>
              <a:gd name="connsiteY1" fmla="*/ 0 h 38630"/>
              <a:gd name="connsiteX2" fmla="*/ 5659 w 38630"/>
              <a:gd name="connsiteY2" fmla="*/ 5659 h 38630"/>
              <a:gd name="connsiteX3" fmla="*/ 0 w 38630"/>
              <a:gd name="connsiteY3" fmla="*/ 19315 h 38630"/>
              <a:gd name="connsiteX4" fmla="*/ 5659 w 38630"/>
              <a:gd name="connsiteY4" fmla="*/ 32971 h 38630"/>
              <a:gd name="connsiteX5" fmla="*/ 19315 w 38630"/>
              <a:gd name="connsiteY5" fmla="*/ 38631 h 38630"/>
              <a:gd name="connsiteX6" fmla="*/ 32969 w 38630"/>
              <a:gd name="connsiteY6" fmla="*/ 32971 h 38630"/>
              <a:gd name="connsiteX7" fmla="*/ 38631 w 38630"/>
              <a:gd name="connsiteY7" fmla="*/ 19315 h 38630"/>
              <a:gd name="connsiteX8" fmla="*/ 32969 w 38630"/>
              <a:gd name="connsiteY8" fmla="*/ 5659 h 3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30" h="38630">
                <a:moveTo>
                  <a:pt x="32969" y="5659"/>
                </a:moveTo>
                <a:cubicBezTo>
                  <a:pt x="29379" y="2067"/>
                  <a:pt x="24395" y="0"/>
                  <a:pt x="19315" y="0"/>
                </a:cubicBezTo>
                <a:cubicBezTo>
                  <a:pt x="14233" y="0"/>
                  <a:pt x="9250" y="2067"/>
                  <a:pt x="5659" y="5659"/>
                </a:cubicBezTo>
                <a:cubicBezTo>
                  <a:pt x="2067" y="9252"/>
                  <a:pt x="0" y="14235"/>
                  <a:pt x="0" y="19315"/>
                </a:cubicBezTo>
                <a:cubicBezTo>
                  <a:pt x="0" y="24395"/>
                  <a:pt x="2065" y="29379"/>
                  <a:pt x="5659" y="32971"/>
                </a:cubicBezTo>
                <a:cubicBezTo>
                  <a:pt x="9250" y="36564"/>
                  <a:pt x="14233" y="38631"/>
                  <a:pt x="19315" y="38631"/>
                </a:cubicBezTo>
                <a:cubicBezTo>
                  <a:pt x="24395" y="38631"/>
                  <a:pt x="29379" y="36564"/>
                  <a:pt x="32969" y="32971"/>
                </a:cubicBezTo>
                <a:cubicBezTo>
                  <a:pt x="36562" y="29379"/>
                  <a:pt x="38631" y="24395"/>
                  <a:pt x="38631" y="19315"/>
                </a:cubicBezTo>
                <a:cubicBezTo>
                  <a:pt x="38631" y="14235"/>
                  <a:pt x="36564" y="9252"/>
                  <a:pt x="32969" y="5659"/>
                </a:cubicBezTo>
                <a:close/>
              </a:path>
            </a:pathLst>
          </a:custGeom>
          <a:solidFill>
            <a:srgbClr val="000000"/>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34" name="任意多边形: 形状 27"/>
          <p:cNvSpPr/>
          <p:nvPr>
            <p:custDataLst>
              <p:tags r:id="rId14"/>
            </p:custDataLst>
          </p:nvPr>
        </p:nvSpPr>
        <p:spPr>
          <a:xfrm>
            <a:off x="1191260" y="2169160"/>
            <a:ext cx="904240" cy="785495"/>
          </a:xfrm>
          <a:custGeom>
            <a:avLst/>
            <a:gdLst>
              <a:gd name="connsiteX0" fmla="*/ 885723 w 988944"/>
              <a:gd name="connsiteY0" fmla="*/ 428093 h 785289"/>
              <a:gd name="connsiteX1" fmla="*/ 821291 w 988944"/>
              <a:gd name="connsiteY1" fmla="*/ 412701 h 785289"/>
              <a:gd name="connsiteX2" fmla="*/ 821291 w 988944"/>
              <a:gd name="connsiteY2" fmla="*/ 387143 h 785289"/>
              <a:gd name="connsiteX3" fmla="*/ 880875 w 988944"/>
              <a:gd name="connsiteY3" fmla="*/ 279328 h 785289"/>
              <a:gd name="connsiteX4" fmla="*/ 880875 w 988944"/>
              <a:gd name="connsiteY4" fmla="*/ 207346 h 785289"/>
              <a:gd name="connsiteX5" fmla="*/ 753390 w 988944"/>
              <a:gd name="connsiteY5" fmla="*/ 79865 h 785289"/>
              <a:gd name="connsiteX6" fmla="*/ 658011 w 988944"/>
              <a:gd name="connsiteY6" fmla="*/ 122890 h 785289"/>
              <a:gd name="connsiteX7" fmla="*/ 494673 w 988944"/>
              <a:gd name="connsiteY7" fmla="*/ 0 h 785289"/>
              <a:gd name="connsiteX8" fmla="*/ 494671 w 988944"/>
              <a:gd name="connsiteY8" fmla="*/ 0 h 785289"/>
              <a:gd name="connsiteX9" fmla="*/ 331233 w 988944"/>
              <a:gd name="connsiteY9" fmla="*/ 123228 h 785289"/>
              <a:gd name="connsiteX10" fmla="*/ 235560 w 988944"/>
              <a:gd name="connsiteY10" fmla="*/ 79865 h 785289"/>
              <a:gd name="connsiteX11" fmla="*/ 108075 w 988944"/>
              <a:gd name="connsiteY11" fmla="*/ 207346 h 785289"/>
              <a:gd name="connsiteX12" fmla="*/ 108075 w 988944"/>
              <a:gd name="connsiteY12" fmla="*/ 279328 h 785289"/>
              <a:gd name="connsiteX13" fmla="*/ 167659 w 988944"/>
              <a:gd name="connsiteY13" fmla="*/ 387143 h 785289"/>
              <a:gd name="connsiteX14" fmla="*/ 167659 w 988944"/>
              <a:gd name="connsiteY14" fmla="*/ 412701 h 785289"/>
              <a:gd name="connsiteX15" fmla="*/ 103227 w 988944"/>
              <a:gd name="connsiteY15" fmla="*/ 428093 h 785289"/>
              <a:gd name="connsiteX16" fmla="*/ 0 w 988944"/>
              <a:gd name="connsiteY16" fmla="*/ 558873 h 785289"/>
              <a:gd name="connsiteX17" fmla="*/ 0 w 988944"/>
              <a:gd name="connsiteY17" fmla="*/ 688713 h 785289"/>
              <a:gd name="connsiteX18" fmla="*/ 19315 w 988944"/>
              <a:gd name="connsiteY18" fmla="*/ 708028 h 785289"/>
              <a:gd name="connsiteX19" fmla="*/ 173766 w 988944"/>
              <a:gd name="connsiteY19" fmla="*/ 708028 h 785289"/>
              <a:gd name="connsiteX20" fmla="*/ 173766 w 988944"/>
              <a:gd name="connsiteY20" fmla="*/ 765974 h 785289"/>
              <a:gd name="connsiteX21" fmla="*/ 193082 w 988944"/>
              <a:gd name="connsiteY21" fmla="*/ 785289 h 785289"/>
              <a:gd name="connsiteX22" fmla="*/ 404978 w 988944"/>
              <a:gd name="connsiteY22" fmla="*/ 785289 h 785289"/>
              <a:gd name="connsiteX23" fmla="*/ 424294 w 988944"/>
              <a:gd name="connsiteY23" fmla="*/ 765974 h 785289"/>
              <a:gd name="connsiteX24" fmla="*/ 404978 w 988944"/>
              <a:gd name="connsiteY24" fmla="*/ 746659 h 785289"/>
              <a:gd name="connsiteX25" fmla="*/ 318749 w 988944"/>
              <a:gd name="connsiteY25" fmla="*/ 746659 h 785289"/>
              <a:gd name="connsiteX26" fmla="*/ 318749 w 988944"/>
              <a:gd name="connsiteY26" fmla="*/ 661648 h 785289"/>
              <a:gd name="connsiteX27" fmla="*/ 299434 w 988944"/>
              <a:gd name="connsiteY27" fmla="*/ 642333 h 785289"/>
              <a:gd name="connsiteX28" fmla="*/ 280118 w 988944"/>
              <a:gd name="connsiteY28" fmla="*/ 661648 h 785289"/>
              <a:gd name="connsiteX29" fmla="*/ 280118 w 988944"/>
              <a:gd name="connsiteY29" fmla="*/ 746659 h 785289"/>
              <a:gd name="connsiteX30" fmla="*/ 212395 w 988944"/>
              <a:gd name="connsiteY30" fmla="*/ 746659 h 785289"/>
              <a:gd name="connsiteX31" fmla="*/ 212395 w 988944"/>
              <a:gd name="connsiteY31" fmla="*/ 659512 h 785289"/>
              <a:gd name="connsiteX32" fmla="*/ 320590 w 988944"/>
              <a:gd name="connsiteY32" fmla="*/ 522330 h 785289"/>
              <a:gd name="connsiteX33" fmla="*/ 415588 w 988944"/>
              <a:gd name="connsiteY33" fmla="*/ 499565 h 785289"/>
              <a:gd name="connsiteX34" fmla="*/ 476714 w 988944"/>
              <a:gd name="connsiteY34" fmla="*/ 638628 h 785289"/>
              <a:gd name="connsiteX35" fmla="*/ 494393 w 988944"/>
              <a:gd name="connsiteY35" fmla="*/ 650171 h 785289"/>
              <a:gd name="connsiteX36" fmla="*/ 494395 w 988944"/>
              <a:gd name="connsiteY36" fmla="*/ 650171 h 785289"/>
              <a:gd name="connsiteX37" fmla="*/ 512076 w 988944"/>
              <a:gd name="connsiteY37" fmla="*/ 638630 h 785289"/>
              <a:gd name="connsiteX38" fmla="*/ 573139 w 988944"/>
              <a:gd name="connsiteY38" fmla="*/ 499770 h 785289"/>
              <a:gd name="connsiteX39" fmla="*/ 667862 w 988944"/>
              <a:gd name="connsiteY39" fmla="*/ 522398 h 785289"/>
              <a:gd name="connsiteX40" fmla="*/ 776153 w 988944"/>
              <a:gd name="connsiteY40" fmla="*/ 659602 h 785289"/>
              <a:gd name="connsiteX41" fmla="*/ 776153 w 988944"/>
              <a:gd name="connsiteY41" fmla="*/ 681156 h 785289"/>
              <a:gd name="connsiteX42" fmla="*/ 774617 w 988944"/>
              <a:gd name="connsiteY42" fmla="*/ 688711 h 785289"/>
              <a:gd name="connsiteX43" fmla="*/ 776153 w 988944"/>
              <a:gd name="connsiteY43" fmla="*/ 696265 h 785289"/>
              <a:gd name="connsiteX44" fmla="*/ 776153 w 988944"/>
              <a:gd name="connsiteY44" fmla="*/ 746659 h 785289"/>
              <a:gd name="connsiteX45" fmla="*/ 708826 w 988944"/>
              <a:gd name="connsiteY45" fmla="*/ 746659 h 785289"/>
              <a:gd name="connsiteX46" fmla="*/ 708826 w 988944"/>
              <a:gd name="connsiteY46" fmla="*/ 661648 h 785289"/>
              <a:gd name="connsiteX47" fmla="*/ 689510 w 988944"/>
              <a:gd name="connsiteY47" fmla="*/ 642333 h 785289"/>
              <a:gd name="connsiteX48" fmla="*/ 670195 w 988944"/>
              <a:gd name="connsiteY48" fmla="*/ 661648 h 785289"/>
              <a:gd name="connsiteX49" fmla="*/ 670195 w 988944"/>
              <a:gd name="connsiteY49" fmla="*/ 746659 h 785289"/>
              <a:gd name="connsiteX50" fmla="*/ 575598 w 988944"/>
              <a:gd name="connsiteY50" fmla="*/ 746659 h 785289"/>
              <a:gd name="connsiteX51" fmla="*/ 556283 w 988944"/>
              <a:gd name="connsiteY51" fmla="*/ 765974 h 785289"/>
              <a:gd name="connsiteX52" fmla="*/ 575598 w 988944"/>
              <a:gd name="connsiteY52" fmla="*/ 785289 h 785289"/>
              <a:gd name="connsiteX53" fmla="*/ 795468 w 988944"/>
              <a:gd name="connsiteY53" fmla="*/ 785289 h 785289"/>
              <a:gd name="connsiteX54" fmla="*/ 814784 w 988944"/>
              <a:gd name="connsiteY54" fmla="*/ 765974 h 785289"/>
              <a:gd name="connsiteX55" fmla="*/ 814784 w 988944"/>
              <a:gd name="connsiteY55" fmla="*/ 708028 h 785289"/>
              <a:gd name="connsiteX56" fmla="*/ 969629 w 988944"/>
              <a:gd name="connsiteY56" fmla="*/ 708028 h 785289"/>
              <a:gd name="connsiteX57" fmla="*/ 988944 w 988944"/>
              <a:gd name="connsiteY57" fmla="*/ 688713 h 785289"/>
              <a:gd name="connsiteX58" fmla="*/ 988944 w 988944"/>
              <a:gd name="connsiteY58" fmla="*/ 558873 h 785289"/>
              <a:gd name="connsiteX59" fmla="*/ 885723 w 988944"/>
              <a:gd name="connsiteY59" fmla="*/ 428093 h 785289"/>
              <a:gd name="connsiteX60" fmla="*/ 753388 w 988944"/>
              <a:gd name="connsiteY60" fmla="*/ 118496 h 785289"/>
              <a:gd name="connsiteX61" fmla="*/ 842242 w 988944"/>
              <a:gd name="connsiteY61" fmla="*/ 207346 h 785289"/>
              <a:gd name="connsiteX62" fmla="*/ 842242 w 988944"/>
              <a:gd name="connsiteY62" fmla="*/ 212129 h 785289"/>
              <a:gd name="connsiteX63" fmla="*/ 842242 w 988944"/>
              <a:gd name="connsiteY63" fmla="*/ 214070 h 785289"/>
              <a:gd name="connsiteX64" fmla="*/ 786995 w 988944"/>
              <a:gd name="connsiteY64" fmla="*/ 214070 h 785289"/>
              <a:gd name="connsiteX65" fmla="*/ 668113 w 988944"/>
              <a:gd name="connsiteY65" fmla="*/ 182342 h 785289"/>
              <a:gd name="connsiteX66" fmla="*/ 753388 w 988944"/>
              <a:gd name="connsiteY66" fmla="*/ 118496 h 785289"/>
              <a:gd name="connsiteX67" fmla="*/ 664534 w 988944"/>
              <a:gd name="connsiteY67" fmla="*/ 276176 h 785289"/>
              <a:gd name="connsiteX68" fmla="*/ 664650 w 988944"/>
              <a:gd name="connsiteY68" fmla="*/ 224241 h 785289"/>
              <a:gd name="connsiteX69" fmla="*/ 786997 w 988944"/>
              <a:gd name="connsiteY69" fmla="*/ 252702 h 785289"/>
              <a:gd name="connsiteX70" fmla="*/ 842244 w 988944"/>
              <a:gd name="connsiteY70" fmla="*/ 252702 h 785289"/>
              <a:gd name="connsiteX71" fmla="*/ 842244 w 988944"/>
              <a:gd name="connsiteY71" fmla="*/ 279330 h 785289"/>
              <a:gd name="connsiteX72" fmla="*/ 753388 w 988944"/>
              <a:gd name="connsiteY72" fmla="*/ 368179 h 785289"/>
              <a:gd name="connsiteX73" fmla="*/ 664534 w 988944"/>
              <a:gd name="connsiteY73" fmla="*/ 279328 h 785289"/>
              <a:gd name="connsiteX74" fmla="*/ 664534 w 988944"/>
              <a:gd name="connsiteY74" fmla="*/ 276176 h 785289"/>
              <a:gd name="connsiteX75" fmla="*/ 363321 w 988944"/>
              <a:gd name="connsiteY75" fmla="*/ 169977 h 785289"/>
              <a:gd name="connsiteX76" fmla="*/ 494671 w 988944"/>
              <a:gd name="connsiteY76" fmla="*/ 38633 h 785289"/>
              <a:gd name="connsiteX77" fmla="*/ 626019 w 988944"/>
              <a:gd name="connsiteY77" fmla="*/ 169977 h 785289"/>
              <a:gd name="connsiteX78" fmla="*/ 626019 w 988944"/>
              <a:gd name="connsiteY78" fmla="*/ 172495 h 785289"/>
              <a:gd name="connsiteX79" fmla="*/ 554330 w 988944"/>
              <a:gd name="connsiteY79" fmla="*/ 130378 h 785289"/>
              <a:gd name="connsiteX80" fmla="*/ 529742 w 988944"/>
              <a:gd name="connsiteY80" fmla="*/ 134626 h 785289"/>
              <a:gd name="connsiteX81" fmla="*/ 417672 w 988944"/>
              <a:gd name="connsiteY81" fmla="*/ 186928 h 785289"/>
              <a:gd name="connsiteX82" fmla="*/ 363321 w 988944"/>
              <a:gd name="connsiteY82" fmla="*/ 186928 h 785289"/>
              <a:gd name="connsiteX83" fmla="*/ 363321 w 988944"/>
              <a:gd name="connsiteY83" fmla="*/ 169977 h 785289"/>
              <a:gd name="connsiteX84" fmla="*/ 146702 w 988944"/>
              <a:gd name="connsiteY84" fmla="*/ 212130 h 785289"/>
              <a:gd name="connsiteX85" fmla="*/ 146702 w 988944"/>
              <a:gd name="connsiteY85" fmla="*/ 207346 h 785289"/>
              <a:gd name="connsiteX86" fmla="*/ 235556 w 988944"/>
              <a:gd name="connsiteY86" fmla="*/ 118496 h 785289"/>
              <a:gd name="connsiteX87" fmla="*/ 320829 w 988944"/>
              <a:gd name="connsiteY87" fmla="*/ 182344 h 785289"/>
              <a:gd name="connsiteX88" fmla="*/ 201947 w 988944"/>
              <a:gd name="connsiteY88" fmla="*/ 214072 h 785289"/>
              <a:gd name="connsiteX89" fmla="*/ 146702 w 988944"/>
              <a:gd name="connsiteY89" fmla="*/ 214072 h 785289"/>
              <a:gd name="connsiteX90" fmla="*/ 146702 w 988944"/>
              <a:gd name="connsiteY90" fmla="*/ 212130 h 785289"/>
              <a:gd name="connsiteX91" fmla="*/ 146702 w 988944"/>
              <a:gd name="connsiteY91" fmla="*/ 279328 h 785289"/>
              <a:gd name="connsiteX92" fmla="*/ 146702 w 988944"/>
              <a:gd name="connsiteY92" fmla="*/ 252700 h 785289"/>
              <a:gd name="connsiteX93" fmla="*/ 201949 w 988944"/>
              <a:gd name="connsiteY93" fmla="*/ 252700 h 785289"/>
              <a:gd name="connsiteX94" fmla="*/ 324410 w 988944"/>
              <a:gd name="connsiteY94" fmla="*/ 224185 h 785289"/>
              <a:gd name="connsiteX95" fmla="*/ 324410 w 988944"/>
              <a:gd name="connsiteY95" fmla="*/ 279328 h 785289"/>
              <a:gd name="connsiteX96" fmla="*/ 235556 w 988944"/>
              <a:gd name="connsiteY96" fmla="*/ 368179 h 785289"/>
              <a:gd name="connsiteX97" fmla="*/ 146702 w 988944"/>
              <a:gd name="connsiteY97" fmla="*/ 279328 h 785289"/>
              <a:gd name="connsiteX98" fmla="*/ 173766 w 988944"/>
              <a:gd name="connsiteY98" fmla="*/ 659512 h 785289"/>
              <a:gd name="connsiteX99" fmla="*/ 173766 w 988944"/>
              <a:gd name="connsiteY99" fmla="*/ 669397 h 785289"/>
              <a:gd name="connsiteX100" fmla="*/ 115892 w 988944"/>
              <a:gd name="connsiteY100" fmla="*/ 669397 h 785289"/>
              <a:gd name="connsiteX101" fmla="*/ 115892 w 988944"/>
              <a:gd name="connsiteY101" fmla="*/ 583581 h 785289"/>
              <a:gd name="connsiteX102" fmla="*/ 96577 w 988944"/>
              <a:gd name="connsiteY102" fmla="*/ 564266 h 785289"/>
              <a:gd name="connsiteX103" fmla="*/ 77261 w 988944"/>
              <a:gd name="connsiteY103" fmla="*/ 583581 h 785289"/>
              <a:gd name="connsiteX104" fmla="*/ 77261 w 988944"/>
              <a:gd name="connsiteY104" fmla="*/ 669397 h 785289"/>
              <a:gd name="connsiteX105" fmla="*/ 38631 w 988944"/>
              <a:gd name="connsiteY105" fmla="*/ 669397 h 785289"/>
              <a:gd name="connsiteX106" fmla="*/ 38631 w 988944"/>
              <a:gd name="connsiteY106" fmla="*/ 558873 h 785289"/>
              <a:gd name="connsiteX107" fmla="*/ 112197 w 988944"/>
              <a:gd name="connsiteY107" fmla="*/ 465667 h 785289"/>
              <a:gd name="connsiteX108" fmla="*/ 173423 w 988944"/>
              <a:gd name="connsiteY108" fmla="*/ 451040 h 785289"/>
              <a:gd name="connsiteX109" fmla="*/ 213382 w 988944"/>
              <a:gd name="connsiteY109" fmla="*/ 546757 h 785289"/>
              <a:gd name="connsiteX110" fmla="*/ 173766 w 988944"/>
              <a:gd name="connsiteY110" fmla="*/ 659512 h 785289"/>
              <a:gd name="connsiteX111" fmla="*/ 235560 w 988944"/>
              <a:gd name="connsiteY111" fmla="*/ 499604 h 785289"/>
              <a:gd name="connsiteX112" fmla="*/ 206226 w 988944"/>
              <a:gd name="connsiteY112" fmla="*/ 429337 h 785289"/>
              <a:gd name="connsiteX113" fmla="*/ 206286 w 988944"/>
              <a:gd name="connsiteY113" fmla="*/ 427946 h 785289"/>
              <a:gd name="connsiteX114" fmla="*/ 206286 w 988944"/>
              <a:gd name="connsiteY114" fmla="*/ 403381 h 785289"/>
              <a:gd name="connsiteX115" fmla="*/ 235556 w 988944"/>
              <a:gd name="connsiteY115" fmla="*/ 406809 h 785289"/>
              <a:gd name="connsiteX116" fmla="*/ 264699 w 988944"/>
              <a:gd name="connsiteY116" fmla="*/ 403410 h 785289"/>
              <a:gd name="connsiteX117" fmla="*/ 264699 w 988944"/>
              <a:gd name="connsiteY117" fmla="*/ 426724 h 785289"/>
              <a:gd name="connsiteX118" fmla="*/ 264668 w 988944"/>
              <a:gd name="connsiteY118" fmla="*/ 427813 h 785289"/>
              <a:gd name="connsiteX119" fmla="*/ 264784 w 988944"/>
              <a:gd name="connsiteY119" fmla="*/ 429631 h 785289"/>
              <a:gd name="connsiteX120" fmla="*/ 235560 w 988944"/>
              <a:gd name="connsiteY120" fmla="*/ 499604 h 785289"/>
              <a:gd name="connsiteX121" fmla="*/ 311589 w 988944"/>
              <a:gd name="connsiteY121" fmla="*/ 484764 h 785289"/>
              <a:gd name="connsiteX122" fmla="*/ 278934 w 988944"/>
              <a:gd name="connsiteY122" fmla="*/ 495990 h 785289"/>
              <a:gd name="connsiteX123" fmla="*/ 297747 w 988944"/>
              <a:gd name="connsiteY123" fmla="*/ 450943 h 785289"/>
              <a:gd name="connsiteX124" fmla="*/ 358983 w 988944"/>
              <a:gd name="connsiteY124" fmla="*/ 465617 h 785289"/>
              <a:gd name="connsiteX125" fmla="*/ 372840 w 988944"/>
              <a:gd name="connsiteY125" fmla="*/ 470086 h 785289"/>
              <a:gd name="connsiteX126" fmla="*/ 311589 w 988944"/>
              <a:gd name="connsiteY126" fmla="*/ 484764 h 785289"/>
              <a:gd name="connsiteX127" fmla="*/ 407462 w 988944"/>
              <a:gd name="connsiteY127" fmla="*/ 444505 h 785289"/>
              <a:gd name="connsiteX128" fmla="*/ 367986 w 988944"/>
              <a:gd name="connsiteY128" fmla="*/ 428051 h 785289"/>
              <a:gd name="connsiteX129" fmla="*/ 303330 w 988944"/>
              <a:gd name="connsiteY129" fmla="*/ 412558 h 785289"/>
              <a:gd name="connsiteX130" fmla="*/ 303330 w 988944"/>
              <a:gd name="connsiteY130" fmla="*/ 387226 h 785289"/>
              <a:gd name="connsiteX131" fmla="*/ 343249 w 988944"/>
              <a:gd name="connsiteY131" fmla="*/ 347423 h 785289"/>
              <a:gd name="connsiteX132" fmla="*/ 407462 w 988944"/>
              <a:gd name="connsiteY132" fmla="*/ 416083 h 785289"/>
              <a:gd name="connsiteX133" fmla="*/ 407462 w 988944"/>
              <a:gd name="connsiteY133" fmla="*/ 444505 h 785289"/>
              <a:gd name="connsiteX134" fmla="*/ 542631 w 988944"/>
              <a:gd name="connsiteY134" fmla="*/ 473179 h 785289"/>
              <a:gd name="connsiteX135" fmla="*/ 494399 w 988944"/>
              <a:gd name="connsiteY135" fmla="*/ 582863 h 785289"/>
              <a:gd name="connsiteX136" fmla="*/ 446093 w 988944"/>
              <a:gd name="connsiteY136" fmla="*/ 472964 h 785289"/>
              <a:gd name="connsiteX137" fmla="*/ 446093 w 988944"/>
              <a:gd name="connsiteY137" fmla="*/ 433129 h 785289"/>
              <a:gd name="connsiteX138" fmla="*/ 494669 w 988944"/>
              <a:gd name="connsiteY138" fmla="*/ 440211 h 785289"/>
              <a:gd name="connsiteX139" fmla="*/ 542631 w 988944"/>
              <a:gd name="connsiteY139" fmla="*/ 433310 h 785289"/>
              <a:gd name="connsiteX140" fmla="*/ 542631 w 988944"/>
              <a:gd name="connsiteY140" fmla="*/ 473179 h 785289"/>
              <a:gd name="connsiteX141" fmla="*/ 494671 w 988944"/>
              <a:gd name="connsiteY141" fmla="*/ 401583 h 785289"/>
              <a:gd name="connsiteX142" fmla="*/ 363321 w 988944"/>
              <a:gd name="connsiteY142" fmla="*/ 270237 h 785289"/>
              <a:gd name="connsiteX143" fmla="*/ 363321 w 988944"/>
              <a:gd name="connsiteY143" fmla="*/ 225560 h 785289"/>
              <a:gd name="connsiteX144" fmla="*/ 417670 w 988944"/>
              <a:gd name="connsiteY144" fmla="*/ 225560 h 785289"/>
              <a:gd name="connsiteX145" fmla="*/ 548217 w 988944"/>
              <a:gd name="connsiteY145" fmla="*/ 171591 h 785289"/>
              <a:gd name="connsiteX146" fmla="*/ 625905 w 988944"/>
              <a:gd name="connsiteY146" fmla="*/ 217232 h 785289"/>
              <a:gd name="connsiteX147" fmla="*/ 625905 w 988944"/>
              <a:gd name="connsiteY147" fmla="*/ 274770 h 785289"/>
              <a:gd name="connsiteX148" fmla="*/ 494671 w 988944"/>
              <a:gd name="connsiteY148" fmla="*/ 401583 h 785289"/>
              <a:gd name="connsiteX149" fmla="*/ 581262 w 988944"/>
              <a:gd name="connsiteY149" fmla="*/ 416446 h 785289"/>
              <a:gd name="connsiteX150" fmla="*/ 581263 w 988944"/>
              <a:gd name="connsiteY150" fmla="*/ 416446 h 785289"/>
              <a:gd name="connsiteX151" fmla="*/ 645914 w 988944"/>
              <a:gd name="connsiteY151" fmla="*/ 347763 h 785289"/>
              <a:gd name="connsiteX152" fmla="*/ 685614 w 988944"/>
              <a:gd name="connsiteY152" fmla="*/ 387226 h 785289"/>
              <a:gd name="connsiteX153" fmla="*/ 685614 w 988944"/>
              <a:gd name="connsiteY153" fmla="*/ 412558 h 785289"/>
              <a:gd name="connsiteX154" fmla="*/ 620958 w 988944"/>
              <a:gd name="connsiteY154" fmla="*/ 428051 h 785289"/>
              <a:gd name="connsiteX155" fmla="*/ 581262 w 988944"/>
              <a:gd name="connsiteY155" fmla="*/ 444646 h 785289"/>
              <a:gd name="connsiteX156" fmla="*/ 581262 w 988944"/>
              <a:gd name="connsiteY156" fmla="*/ 416446 h 785289"/>
              <a:gd name="connsiteX157" fmla="*/ 676836 w 988944"/>
              <a:gd name="connsiteY157" fmla="*/ 484828 h 785289"/>
              <a:gd name="connsiteX158" fmla="*/ 615751 w 988944"/>
              <a:gd name="connsiteY158" fmla="*/ 470233 h 785289"/>
              <a:gd name="connsiteX159" fmla="*/ 629961 w 988944"/>
              <a:gd name="connsiteY159" fmla="*/ 465617 h 785289"/>
              <a:gd name="connsiteX160" fmla="*/ 691048 w 988944"/>
              <a:gd name="connsiteY160" fmla="*/ 450980 h 785289"/>
              <a:gd name="connsiteX161" fmla="*/ 709938 w 988944"/>
              <a:gd name="connsiteY161" fmla="*/ 496228 h 785289"/>
              <a:gd name="connsiteX162" fmla="*/ 676836 w 988944"/>
              <a:gd name="connsiteY162" fmla="*/ 484828 h 785289"/>
              <a:gd name="connsiteX163" fmla="*/ 724120 w 988944"/>
              <a:gd name="connsiteY163" fmla="*/ 429918 h 785289"/>
              <a:gd name="connsiteX164" fmla="*/ 724253 w 988944"/>
              <a:gd name="connsiteY164" fmla="*/ 427805 h 785289"/>
              <a:gd name="connsiteX165" fmla="*/ 724245 w 988944"/>
              <a:gd name="connsiteY165" fmla="*/ 427264 h 785289"/>
              <a:gd name="connsiteX166" fmla="*/ 724245 w 988944"/>
              <a:gd name="connsiteY166" fmla="*/ 403410 h 785289"/>
              <a:gd name="connsiteX167" fmla="*/ 753388 w 988944"/>
              <a:gd name="connsiteY167" fmla="*/ 406809 h 785289"/>
              <a:gd name="connsiteX168" fmla="*/ 782658 w 988944"/>
              <a:gd name="connsiteY168" fmla="*/ 403379 h 785289"/>
              <a:gd name="connsiteX169" fmla="*/ 782658 w 988944"/>
              <a:gd name="connsiteY169" fmla="*/ 427944 h 785289"/>
              <a:gd name="connsiteX170" fmla="*/ 782703 w 988944"/>
              <a:gd name="connsiteY170" fmla="*/ 428989 h 785289"/>
              <a:gd name="connsiteX171" fmla="*/ 753212 w 988944"/>
              <a:gd name="connsiteY171" fmla="*/ 499604 h 785289"/>
              <a:gd name="connsiteX172" fmla="*/ 724120 w 988944"/>
              <a:gd name="connsiteY172" fmla="*/ 429918 h 785289"/>
              <a:gd name="connsiteX173" fmla="*/ 950313 w 988944"/>
              <a:gd name="connsiteY173" fmla="*/ 669397 h 785289"/>
              <a:gd name="connsiteX174" fmla="*/ 911683 w 988944"/>
              <a:gd name="connsiteY174" fmla="*/ 669397 h 785289"/>
              <a:gd name="connsiteX175" fmla="*/ 911683 w 988944"/>
              <a:gd name="connsiteY175" fmla="*/ 583581 h 785289"/>
              <a:gd name="connsiteX176" fmla="*/ 892367 w 988944"/>
              <a:gd name="connsiteY176" fmla="*/ 564266 h 785289"/>
              <a:gd name="connsiteX177" fmla="*/ 873052 w 988944"/>
              <a:gd name="connsiteY177" fmla="*/ 583581 h 785289"/>
              <a:gd name="connsiteX178" fmla="*/ 873052 w 988944"/>
              <a:gd name="connsiteY178" fmla="*/ 669397 h 785289"/>
              <a:gd name="connsiteX179" fmla="*/ 814784 w 988944"/>
              <a:gd name="connsiteY179" fmla="*/ 669397 h 785289"/>
              <a:gd name="connsiteX180" fmla="*/ 814784 w 988944"/>
              <a:gd name="connsiteY180" fmla="*/ 659604 h 785289"/>
              <a:gd name="connsiteX181" fmla="*/ 775288 w 988944"/>
              <a:gd name="connsiteY181" fmla="*/ 546987 h 785289"/>
              <a:gd name="connsiteX182" fmla="*/ 815373 w 988944"/>
              <a:gd name="connsiteY182" fmla="*/ 451005 h 785289"/>
              <a:gd name="connsiteX183" fmla="*/ 876747 w 988944"/>
              <a:gd name="connsiteY183" fmla="*/ 465667 h 785289"/>
              <a:gd name="connsiteX184" fmla="*/ 950313 w 988944"/>
              <a:gd name="connsiteY184" fmla="*/ 558873 h 785289"/>
              <a:gd name="connsiteX185" fmla="*/ 950313 w 988944"/>
              <a:gd name="connsiteY185" fmla="*/ 669397 h 78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988944" h="785289">
                <a:moveTo>
                  <a:pt x="885723" y="428093"/>
                </a:moveTo>
                <a:lnTo>
                  <a:pt x="821291" y="412701"/>
                </a:lnTo>
                <a:lnTo>
                  <a:pt x="821291" y="387143"/>
                </a:lnTo>
                <a:cubicBezTo>
                  <a:pt x="857055" y="364538"/>
                  <a:pt x="880875" y="324673"/>
                  <a:pt x="880875" y="279328"/>
                </a:cubicBezTo>
                <a:lnTo>
                  <a:pt x="880875" y="207346"/>
                </a:lnTo>
                <a:cubicBezTo>
                  <a:pt x="880875" y="137052"/>
                  <a:pt x="823686" y="79865"/>
                  <a:pt x="753390" y="79865"/>
                </a:cubicBezTo>
                <a:cubicBezTo>
                  <a:pt x="715470" y="79865"/>
                  <a:pt x="681384" y="96526"/>
                  <a:pt x="658011" y="122890"/>
                </a:cubicBezTo>
                <a:cubicBezTo>
                  <a:pt x="637541" y="51997"/>
                  <a:pt x="572067" y="0"/>
                  <a:pt x="494673" y="0"/>
                </a:cubicBezTo>
                <a:lnTo>
                  <a:pt x="494671" y="0"/>
                </a:lnTo>
                <a:cubicBezTo>
                  <a:pt x="417151" y="0"/>
                  <a:pt x="351589" y="52161"/>
                  <a:pt x="331233" y="123228"/>
                </a:cubicBezTo>
                <a:cubicBezTo>
                  <a:pt x="307853" y="96669"/>
                  <a:pt x="273642" y="79865"/>
                  <a:pt x="235560" y="79865"/>
                </a:cubicBezTo>
                <a:cubicBezTo>
                  <a:pt x="165264" y="79865"/>
                  <a:pt x="108075" y="137054"/>
                  <a:pt x="108075" y="207346"/>
                </a:cubicBezTo>
                <a:lnTo>
                  <a:pt x="108075" y="279328"/>
                </a:lnTo>
                <a:cubicBezTo>
                  <a:pt x="108075" y="324675"/>
                  <a:pt x="131895" y="364540"/>
                  <a:pt x="167659" y="387143"/>
                </a:cubicBezTo>
                <a:lnTo>
                  <a:pt x="167659" y="412701"/>
                </a:lnTo>
                <a:lnTo>
                  <a:pt x="103227" y="428093"/>
                </a:lnTo>
                <a:cubicBezTo>
                  <a:pt x="42447" y="442610"/>
                  <a:pt x="0" y="496390"/>
                  <a:pt x="0" y="558873"/>
                </a:cubicBezTo>
                <a:lnTo>
                  <a:pt x="0" y="688713"/>
                </a:lnTo>
                <a:cubicBezTo>
                  <a:pt x="0" y="699380"/>
                  <a:pt x="8649" y="708028"/>
                  <a:pt x="19315" y="708028"/>
                </a:cubicBezTo>
                <a:lnTo>
                  <a:pt x="173766" y="708028"/>
                </a:lnTo>
                <a:lnTo>
                  <a:pt x="173766" y="765974"/>
                </a:lnTo>
                <a:cubicBezTo>
                  <a:pt x="173766" y="776642"/>
                  <a:pt x="182416" y="785289"/>
                  <a:pt x="193082" y="785289"/>
                </a:cubicBezTo>
                <a:lnTo>
                  <a:pt x="404978" y="785289"/>
                </a:lnTo>
                <a:cubicBezTo>
                  <a:pt x="415644" y="785289"/>
                  <a:pt x="424294" y="776642"/>
                  <a:pt x="424294" y="765974"/>
                </a:cubicBezTo>
                <a:cubicBezTo>
                  <a:pt x="424294" y="755306"/>
                  <a:pt x="415644" y="746659"/>
                  <a:pt x="404978" y="746659"/>
                </a:cubicBezTo>
                <a:lnTo>
                  <a:pt x="318749" y="746659"/>
                </a:lnTo>
                <a:lnTo>
                  <a:pt x="318749" y="661648"/>
                </a:lnTo>
                <a:cubicBezTo>
                  <a:pt x="318749" y="650980"/>
                  <a:pt x="310100" y="642333"/>
                  <a:pt x="299434" y="642333"/>
                </a:cubicBezTo>
                <a:cubicBezTo>
                  <a:pt x="288768" y="642333"/>
                  <a:pt x="280118" y="650980"/>
                  <a:pt x="280118" y="661648"/>
                </a:cubicBezTo>
                <a:lnTo>
                  <a:pt x="280118" y="746659"/>
                </a:lnTo>
                <a:lnTo>
                  <a:pt x="212395" y="746659"/>
                </a:lnTo>
                <a:lnTo>
                  <a:pt x="212395" y="659512"/>
                </a:lnTo>
                <a:cubicBezTo>
                  <a:pt x="212395" y="594006"/>
                  <a:pt x="256886" y="537595"/>
                  <a:pt x="320590" y="522330"/>
                </a:cubicBezTo>
                <a:lnTo>
                  <a:pt x="415588" y="499565"/>
                </a:lnTo>
                <a:lnTo>
                  <a:pt x="476714" y="638628"/>
                </a:lnTo>
                <a:cubicBezTo>
                  <a:pt x="479796" y="645641"/>
                  <a:pt x="486732" y="650171"/>
                  <a:pt x="494393" y="650171"/>
                </a:cubicBezTo>
                <a:lnTo>
                  <a:pt x="494395" y="650171"/>
                </a:lnTo>
                <a:cubicBezTo>
                  <a:pt x="502055" y="650171"/>
                  <a:pt x="508993" y="645643"/>
                  <a:pt x="512076" y="638630"/>
                </a:cubicBezTo>
                <a:lnTo>
                  <a:pt x="573139" y="499770"/>
                </a:lnTo>
                <a:lnTo>
                  <a:pt x="667862" y="522398"/>
                </a:lnTo>
                <a:cubicBezTo>
                  <a:pt x="731623" y="537628"/>
                  <a:pt x="776153" y="594050"/>
                  <a:pt x="776153" y="659602"/>
                </a:cubicBezTo>
                <a:lnTo>
                  <a:pt x="776153" y="681156"/>
                </a:lnTo>
                <a:cubicBezTo>
                  <a:pt x="775166" y="683478"/>
                  <a:pt x="774617" y="686030"/>
                  <a:pt x="774617" y="688711"/>
                </a:cubicBezTo>
                <a:cubicBezTo>
                  <a:pt x="774617" y="691392"/>
                  <a:pt x="775166" y="693945"/>
                  <a:pt x="776153" y="696265"/>
                </a:cubicBezTo>
                <a:lnTo>
                  <a:pt x="776153" y="746659"/>
                </a:lnTo>
                <a:lnTo>
                  <a:pt x="708826" y="746659"/>
                </a:lnTo>
                <a:lnTo>
                  <a:pt x="708826" y="661648"/>
                </a:lnTo>
                <a:cubicBezTo>
                  <a:pt x="708826" y="650980"/>
                  <a:pt x="700176" y="642333"/>
                  <a:pt x="689510" y="642333"/>
                </a:cubicBezTo>
                <a:cubicBezTo>
                  <a:pt x="678844" y="642333"/>
                  <a:pt x="670195" y="650980"/>
                  <a:pt x="670195" y="661648"/>
                </a:cubicBezTo>
                <a:lnTo>
                  <a:pt x="670195" y="746659"/>
                </a:lnTo>
                <a:lnTo>
                  <a:pt x="575598" y="746659"/>
                </a:lnTo>
                <a:cubicBezTo>
                  <a:pt x="564932" y="746659"/>
                  <a:pt x="556283" y="755306"/>
                  <a:pt x="556283" y="765974"/>
                </a:cubicBezTo>
                <a:cubicBezTo>
                  <a:pt x="556283" y="776642"/>
                  <a:pt x="564932" y="785289"/>
                  <a:pt x="575598" y="785289"/>
                </a:cubicBezTo>
                <a:lnTo>
                  <a:pt x="795468" y="785289"/>
                </a:lnTo>
                <a:cubicBezTo>
                  <a:pt x="806134" y="785289"/>
                  <a:pt x="814784" y="776642"/>
                  <a:pt x="814784" y="765974"/>
                </a:cubicBezTo>
                <a:lnTo>
                  <a:pt x="814784" y="708028"/>
                </a:lnTo>
                <a:lnTo>
                  <a:pt x="969629" y="708028"/>
                </a:lnTo>
                <a:cubicBezTo>
                  <a:pt x="980295" y="708028"/>
                  <a:pt x="988944" y="699380"/>
                  <a:pt x="988944" y="688713"/>
                </a:cubicBezTo>
                <a:lnTo>
                  <a:pt x="988944" y="558873"/>
                </a:lnTo>
                <a:cubicBezTo>
                  <a:pt x="988944" y="496390"/>
                  <a:pt x="946497" y="442610"/>
                  <a:pt x="885723" y="428093"/>
                </a:cubicBezTo>
                <a:close/>
                <a:moveTo>
                  <a:pt x="753388" y="118496"/>
                </a:moveTo>
                <a:cubicBezTo>
                  <a:pt x="802381" y="118496"/>
                  <a:pt x="842242" y="158355"/>
                  <a:pt x="842242" y="207346"/>
                </a:cubicBezTo>
                <a:lnTo>
                  <a:pt x="842242" y="212129"/>
                </a:lnTo>
                <a:lnTo>
                  <a:pt x="842242" y="214070"/>
                </a:lnTo>
                <a:lnTo>
                  <a:pt x="786995" y="214070"/>
                </a:lnTo>
                <a:cubicBezTo>
                  <a:pt x="745262" y="214070"/>
                  <a:pt x="704254" y="203112"/>
                  <a:pt x="668113" y="182342"/>
                </a:cubicBezTo>
                <a:cubicBezTo>
                  <a:pt x="678941" y="145485"/>
                  <a:pt x="713071" y="118496"/>
                  <a:pt x="753388" y="118496"/>
                </a:cubicBezTo>
                <a:close/>
                <a:moveTo>
                  <a:pt x="664534" y="276176"/>
                </a:moveTo>
                <a:cubicBezTo>
                  <a:pt x="664601" y="274204"/>
                  <a:pt x="664650" y="224241"/>
                  <a:pt x="664650" y="224241"/>
                </a:cubicBezTo>
                <a:cubicBezTo>
                  <a:pt x="702622" y="242915"/>
                  <a:pt x="744484" y="252702"/>
                  <a:pt x="786997" y="252702"/>
                </a:cubicBezTo>
                <a:lnTo>
                  <a:pt x="842244" y="252702"/>
                </a:lnTo>
                <a:lnTo>
                  <a:pt x="842244" y="279330"/>
                </a:lnTo>
                <a:cubicBezTo>
                  <a:pt x="842242" y="328322"/>
                  <a:pt x="802381" y="368179"/>
                  <a:pt x="753388" y="368179"/>
                </a:cubicBezTo>
                <a:cubicBezTo>
                  <a:pt x="704395" y="368179"/>
                  <a:pt x="664534" y="328320"/>
                  <a:pt x="664534" y="279328"/>
                </a:cubicBezTo>
                <a:lnTo>
                  <a:pt x="664534" y="276176"/>
                </a:lnTo>
                <a:close/>
                <a:moveTo>
                  <a:pt x="363321" y="169977"/>
                </a:moveTo>
                <a:cubicBezTo>
                  <a:pt x="363321" y="97552"/>
                  <a:pt x="422244" y="38633"/>
                  <a:pt x="494671" y="38633"/>
                </a:cubicBezTo>
                <a:cubicBezTo>
                  <a:pt x="567096" y="38633"/>
                  <a:pt x="626019" y="97554"/>
                  <a:pt x="626019" y="169977"/>
                </a:cubicBezTo>
                <a:lnTo>
                  <a:pt x="626019" y="172495"/>
                </a:lnTo>
                <a:lnTo>
                  <a:pt x="554330" y="130378"/>
                </a:lnTo>
                <a:cubicBezTo>
                  <a:pt x="546196" y="125598"/>
                  <a:pt x="535801" y="127396"/>
                  <a:pt x="529742" y="134626"/>
                </a:cubicBezTo>
                <a:cubicBezTo>
                  <a:pt x="501889" y="167864"/>
                  <a:pt x="461041" y="186928"/>
                  <a:pt x="417672" y="186928"/>
                </a:cubicBezTo>
                <a:lnTo>
                  <a:pt x="363321" y="186928"/>
                </a:lnTo>
                <a:lnTo>
                  <a:pt x="363321" y="169977"/>
                </a:lnTo>
                <a:close/>
                <a:moveTo>
                  <a:pt x="146702" y="212130"/>
                </a:moveTo>
                <a:lnTo>
                  <a:pt x="146702" y="207346"/>
                </a:lnTo>
                <a:cubicBezTo>
                  <a:pt x="146702" y="158353"/>
                  <a:pt x="186563" y="118496"/>
                  <a:pt x="235556" y="118496"/>
                </a:cubicBezTo>
                <a:cubicBezTo>
                  <a:pt x="275873" y="118496"/>
                  <a:pt x="310003" y="145485"/>
                  <a:pt x="320829" y="182344"/>
                </a:cubicBezTo>
                <a:cubicBezTo>
                  <a:pt x="284688" y="203112"/>
                  <a:pt x="243682" y="214072"/>
                  <a:pt x="201947" y="214072"/>
                </a:cubicBezTo>
                <a:lnTo>
                  <a:pt x="146702" y="214072"/>
                </a:lnTo>
                <a:lnTo>
                  <a:pt x="146702" y="212130"/>
                </a:lnTo>
                <a:close/>
                <a:moveTo>
                  <a:pt x="146702" y="279328"/>
                </a:moveTo>
                <a:lnTo>
                  <a:pt x="146702" y="252700"/>
                </a:lnTo>
                <a:lnTo>
                  <a:pt x="201949" y="252700"/>
                </a:lnTo>
                <a:cubicBezTo>
                  <a:pt x="244505" y="252700"/>
                  <a:pt x="286409" y="242896"/>
                  <a:pt x="324410" y="224185"/>
                </a:cubicBezTo>
                <a:lnTo>
                  <a:pt x="324410" y="279328"/>
                </a:lnTo>
                <a:cubicBezTo>
                  <a:pt x="324410" y="328322"/>
                  <a:pt x="284549" y="368179"/>
                  <a:pt x="235556" y="368179"/>
                </a:cubicBezTo>
                <a:cubicBezTo>
                  <a:pt x="186563" y="368179"/>
                  <a:pt x="146702" y="328320"/>
                  <a:pt x="146702" y="279328"/>
                </a:cubicBezTo>
                <a:close/>
                <a:moveTo>
                  <a:pt x="173766" y="659512"/>
                </a:moveTo>
                <a:lnTo>
                  <a:pt x="173766" y="669397"/>
                </a:lnTo>
                <a:lnTo>
                  <a:pt x="115892" y="669397"/>
                </a:lnTo>
                <a:lnTo>
                  <a:pt x="115892" y="583581"/>
                </a:lnTo>
                <a:cubicBezTo>
                  <a:pt x="115892" y="572913"/>
                  <a:pt x="107242" y="564266"/>
                  <a:pt x="96577" y="564266"/>
                </a:cubicBezTo>
                <a:cubicBezTo>
                  <a:pt x="85911" y="564266"/>
                  <a:pt x="77261" y="572913"/>
                  <a:pt x="77261" y="583581"/>
                </a:cubicBezTo>
                <a:lnTo>
                  <a:pt x="77261" y="669397"/>
                </a:lnTo>
                <a:lnTo>
                  <a:pt x="38631" y="669397"/>
                </a:lnTo>
                <a:lnTo>
                  <a:pt x="38631" y="558873"/>
                </a:lnTo>
                <a:cubicBezTo>
                  <a:pt x="38631" y="514342"/>
                  <a:pt x="68882" y="476014"/>
                  <a:pt x="112197" y="465667"/>
                </a:cubicBezTo>
                <a:lnTo>
                  <a:pt x="173423" y="451040"/>
                </a:lnTo>
                <a:lnTo>
                  <a:pt x="213382" y="546757"/>
                </a:lnTo>
                <a:cubicBezTo>
                  <a:pt x="188390" y="577804"/>
                  <a:pt x="173766" y="617157"/>
                  <a:pt x="173766" y="659512"/>
                </a:cubicBezTo>
                <a:close/>
                <a:moveTo>
                  <a:pt x="235560" y="499604"/>
                </a:moveTo>
                <a:lnTo>
                  <a:pt x="206226" y="429337"/>
                </a:lnTo>
                <a:cubicBezTo>
                  <a:pt x="206259" y="428875"/>
                  <a:pt x="206286" y="428414"/>
                  <a:pt x="206286" y="427946"/>
                </a:cubicBezTo>
                <a:lnTo>
                  <a:pt x="206286" y="403381"/>
                </a:lnTo>
                <a:cubicBezTo>
                  <a:pt x="215690" y="405598"/>
                  <a:pt x="225483" y="406809"/>
                  <a:pt x="235556" y="406809"/>
                </a:cubicBezTo>
                <a:cubicBezTo>
                  <a:pt x="245585" y="406809"/>
                  <a:pt x="255331" y="405608"/>
                  <a:pt x="264699" y="403410"/>
                </a:cubicBezTo>
                <a:lnTo>
                  <a:pt x="264699" y="426724"/>
                </a:lnTo>
                <a:cubicBezTo>
                  <a:pt x="264678" y="427087"/>
                  <a:pt x="264668" y="427450"/>
                  <a:pt x="264668" y="427813"/>
                </a:cubicBezTo>
                <a:cubicBezTo>
                  <a:pt x="264668" y="428421"/>
                  <a:pt x="264726" y="429026"/>
                  <a:pt x="264784" y="429631"/>
                </a:cubicBezTo>
                <a:lnTo>
                  <a:pt x="235560" y="499604"/>
                </a:lnTo>
                <a:close/>
                <a:moveTo>
                  <a:pt x="311589" y="484764"/>
                </a:moveTo>
                <a:cubicBezTo>
                  <a:pt x="300183" y="487497"/>
                  <a:pt x="289284" y="491300"/>
                  <a:pt x="278934" y="495990"/>
                </a:cubicBezTo>
                <a:lnTo>
                  <a:pt x="297747" y="450943"/>
                </a:lnTo>
                <a:lnTo>
                  <a:pt x="358983" y="465617"/>
                </a:lnTo>
                <a:cubicBezTo>
                  <a:pt x="363732" y="466755"/>
                  <a:pt x="368360" y="468259"/>
                  <a:pt x="372840" y="470086"/>
                </a:cubicBezTo>
                <a:lnTo>
                  <a:pt x="311589" y="484764"/>
                </a:lnTo>
                <a:close/>
                <a:moveTo>
                  <a:pt x="407462" y="444505"/>
                </a:moveTo>
                <a:cubicBezTo>
                  <a:pt x="395336" y="436984"/>
                  <a:pt x="382032" y="431415"/>
                  <a:pt x="367986" y="428051"/>
                </a:cubicBezTo>
                <a:lnTo>
                  <a:pt x="303330" y="412558"/>
                </a:lnTo>
                <a:lnTo>
                  <a:pt x="303330" y="387226"/>
                </a:lnTo>
                <a:cubicBezTo>
                  <a:pt x="319410" y="377091"/>
                  <a:pt x="333067" y="363470"/>
                  <a:pt x="343249" y="347423"/>
                </a:cubicBezTo>
                <a:cubicBezTo>
                  <a:pt x="357810" y="375872"/>
                  <a:pt x="380160" y="399696"/>
                  <a:pt x="407462" y="416083"/>
                </a:cubicBezTo>
                <a:lnTo>
                  <a:pt x="407462" y="444505"/>
                </a:lnTo>
                <a:close/>
                <a:moveTo>
                  <a:pt x="542631" y="473179"/>
                </a:moveTo>
                <a:lnTo>
                  <a:pt x="494399" y="582863"/>
                </a:lnTo>
                <a:lnTo>
                  <a:pt x="446093" y="472964"/>
                </a:lnTo>
                <a:lnTo>
                  <a:pt x="446093" y="433129"/>
                </a:lnTo>
                <a:cubicBezTo>
                  <a:pt x="461491" y="437729"/>
                  <a:pt x="477795" y="440211"/>
                  <a:pt x="494669" y="440211"/>
                </a:cubicBezTo>
                <a:cubicBezTo>
                  <a:pt x="511319" y="440211"/>
                  <a:pt x="527414" y="437793"/>
                  <a:pt x="542631" y="433310"/>
                </a:cubicBezTo>
                <a:lnTo>
                  <a:pt x="542631" y="473179"/>
                </a:lnTo>
                <a:close/>
                <a:moveTo>
                  <a:pt x="494671" y="401583"/>
                </a:moveTo>
                <a:cubicBezTo>
                  <a:pt x="422242" y="401581"/>
                  <a:pt x="363321" y="342659"/>
                  <a:pt x="363321" y="270237"/>
                </a:cubicBezTo>
                <a:lnTo>
                  <a:pt x="363321" y="225560"/>
                </a:lnTo>
                <a:lnTo>
                  <a:pt x="417670" y="225560"/>
                </a:lnTo>
                <a:cubicBezTo>
                  <a:pt x="466971" y="225560"/>
                  <a:pt x="513697" y="206075"/>
                  <a:pt x="548217" y="171591"/>
                </a:cubicBezTo>
                <a:lnTo>
                  <a:pt x="625905" y="217232"/>
                </a:lnTo>
                <a:lnTo>
                  <a:pt x="625905" y="274770"/>
                </a:lnTo>
                <a:cubicBezTo>
                  <a:pt x="623502" y="345099"/>
                  <a:pt x="565577" y="401583"/>
                  <a:pt x="494671" y="401583"/>
                </a:cubicBezTo>
                <a:close/>
                <a:moveTo>
                  <a:pt x="581262" y="416446"/>
                </a:moveTo>
                <a:lnTo>
                  <a:pt x="581263" y="416446"/>
                </a:lnTo>
                <a:cubicBezTo>
                  <a:pt x="608734" y="400115"/>
                  <a:pt x="631240" y="376274"/>
                  <a:pt x="645914" y="347763"/>
                </a:cubicBezTo>
                <a:cubicBezTo>
                  <a:pt x="656074" y="363661"/>
                  <a:pt x="669650" y="377160"/>
                  <a:pt x="685614" y="387226"/>
                </a:cubicBezTo>
                <a:lnTo>
                  <a:pt x="685614" y="412558"/>
                </a:lnTo>
                <a:lnTo>
                  <a:pt x="620958" y="428051"/>
                </a:lnTo>
                <a:cubicBezTo>
                  <a:pt x="606827" y="431437"/>
                  <a:pt x="593448" y="437055"/>
                  <a:pt x="581262" y="444646"/>
                </a:cubicBezTo>
                <a:lnTo>
                  <a:pt x="581262" y="416446"/>
                </a:lnTo>
                <a:close/>
                <a:moveTo>
                  <a:pt x="676836" y="484828"/>
                </a:moveTo>
                <a:lnTo>
                  <a:pt x="615751" y="470233"/>
                </a:lnTo>
                <a:cubicBezTo>
                  <a:pt x="620340" y="468340"/>
                  <a:pt x="625086" y="466785"/>
                  <a:pt x="629961" y="465617"/>
                </a:cubicBezTo>
                <a:lnTo>
                  <a:pt x="691048" y="450980"/>
                </a:lnTo>
                <a:lnTo>
                  <a:pt x="709938" y="496228"/>
                </a:lnTo>
                <a:cubicBezTo>
                  <a:pt x="699456" y="491453"/>
                  <a:pt x="688405" y="487592"/>
                  <a:pt x="676836" y="484828"/>
                </a:cubicBezTo>
                <a:close/>
                <a:moveTo>
                  <a:pt x="724120" y="429918"/>
                </a:moveTo>
                <a:cubicBezTo>
                  <a:pt x="724197" y="429217"/>
                  <a:pt x="724253" y="428512"/>
                  <a:pt x="724253" y="427805"/>
                </a:cubicBezTo>
                <a:cubicBezTo>
                  <a:pt x="724253" y="427626"/>
                  <a:pt x="724251" y="427444"/>
                  <a:pt x="724245" y="427264"/>
                </a:cubicBezTo>
                <a:lnTo>
                  <a:pt x="724245" y="403410"/>
                </a:lnTo>
                <a:cubicBezTo>
                  <a:pt x="733613" y="405610"/>
                  <a:pt x="743360" y="406809"/>
                  <a:pt x="753388" y="406809"/>
                </a:cubicBezTo>
                <a:cubicBezTo>
                  <a:pt x="763461" y="406809"/>
                  <a:pt x="773254" y="405598"/>
                  <a:pt x="782658" y="403379"/>
                </a:cubicBezTo>
                <a:lnTo>
                  <a:pt x="782658" y="427944"/>
                </a:lnTo>
                <a:cubicBezTo>
                  <a:pt x="782658" y="428296"/>
                  <a:pt x="782684" y="428642"/>
                  <a:pt x="782703" y="428989"/>
                </a:cubicBezTo>
                <a:lnTo>
                  <a:pt x="753212" y="499604"/>
                </a:lnTo>
                <a:lnTo>
                  <a:pt x="724120" y="429918"/>
                </a:lnTo>
                <a:close/>
                <a:moveTo>
                  <a:pt x="950313" y="669397"/>
                </a:moveTo>
                <a:lnTo>
                  <a:pt x="911683" y="669397"/>
                </a:lnTo>
                <a:lnTo>
                  <a:pt x="911683" y="583581"/>
                </a:lnTo>
                <a:cubicBezTo>
                  <a:pt x="911683" y="572913"/>
                  <a:pt x="903033" y="564266"/>
                  <a:pt x="892367" y="564266"/>
                </a:cubicBezTo>
                <a:cubicBezTo>
                  <a:pt x="881702" y="564266"/>
                  <a:pt x="873052" y="572913"/>
                  <a:pt x="873052" y="583581"/>
                </a:cubicBezTo>
                <a:lnTo>
                  <a:pt x="873052" y="669397"/>
                </a:lnTo>
                <a:lnTo>
                  <a:pt x="814784" y="669397"/>
                </a:lnTo>
                <a:lnTo>
                  <a:pt x="814784" y="659604"/>
                </a:lnTo>
                <a:cubicBezTo>
                  <a:pt x="814784" y="617306"/>
                  <a:pt x="800208" y="578007"/>
                  <a:pt x="775288" y="546987"/>
                </a:cubicBezTo>
                <a:lnTo>
                  <a:pt x="815373" y="451005"/>
                </a:lnTo>
                <a:lnTo>
                  <a:pt x="876747" y="465667"/>
                </a:lnTo>
                <a:cubicBezTo>
                  <a:pt x="920062" y="476014"/>
                  <a:pt x="950313" y="514342"/>
                  <a:pt x="950313" y="558873"/>
                </a:cubicBezTo>
                <a:lnTo>
                  <a:pt x="950313" y="669397"/>
                </a:ln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35" name="任意多边形: 形状 28"/>
          <p:cNvSpPr/>
          <p:nvPr>
            <p:custDataLst>
              <p:tags r:id="rId15"/>
            </p:custDataLst>
          </p:nvPr>
        </p:nvSpPr>
        <p:spPr>
          <a:xfrm>
            <a:off x="1601470" y="2411730"/>
            <a:ext cx="76200" cy="76200"/>
          </a:xfrm>
          <a:custGeom>
            <a:avLst/>
            <a:gdLst>
              <a:gd name="connsiteX0" fmla="*/ 32969 w 38630"/>
              <a:gd name="connsiteY0" fmla="*/ 5659 h 38630"/>
              <a:gd name="connsiteX1" fmla="*/ 19315 w 38630"/>
              <a:gd name="connsiteY1" fmla="*/ 0 h 38630"/>
              <a:gd name="connsiteX2" fmla="*/ 5659 w 38630"/>
              <a:gd name="connsiteY2" fmla="*/ 5659 h 38630"/>
              <a:gd name="connsiteX3" fmla="*/ 0 w 38630"/>
              <a:gd name="connsiteY3" fmla="*/ 19315 h 38630"/>
              <a:gd name="connsiteX4" fmla="*/ 5659 w 38630"/>
              <a:gd name="connsiteY4" fmla="*/ 32971 h 38630"/>
              <a:gd name="connsiteX5" fmla="*/ 19315 w 38630"/>
              <a:gd name="connsiteY5" fmla="*/ 38631 h 38630"/>
              <a:gd name="connsiteX6" fmla="*/ 32969 w 38630"/>
              <a:gd name="connsiteY6" fmla="*/ 32971 h 38630"/>
              <a:gd name="connsiteX7" fmla="*/ 38631 w 38630"/>
              <a:gd name="connsiteY7" fmla="*/ 19315 h 38630"/>
              <a:gd name="connsiteX8" fmla="*/ 32969 w 38630"/>
              <a:gd name="connsiteY8" fmla="*/ 5659 h 3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30" h="38630">
                <a:moveTo>
                  <a:pt x="32969" y="5659"/>
                </a:moveTo>
                <a:cubicBezTo>
                  <a:pt x="29379" y="2067"/>
                  <a:pt x="24395" y="0"/>
                  <a:pt x="19315" y="0"/>
                </a:cubicBezTo>
                <a:cubicBezTo>
                  <a:pt x="14235" y="0"/>
                  <a:pt x="9252" y="2067"/>
                  <a:pt x="5659" y="5659"/>
                </a:cubicBezTo>
                <a:cubicBezTo>
                  <a:pt x="2067" y="9252"/>
                  <a:pt x="0" y="14235"/>
                  <a:pt x="0" y="19315"/>
                </a:cubicBezTo>
                <a:cubicBezTo>
                  <a:pt x="0" y="24395"/>
                  <a:pt x="2065" y="29379"/>
                  <a:pt x="5659" y="32971"/>
                </a:cubicBezTo>
                <a:cubicBezTo>
                  <a:pt x="9254" y="36564"/>
                  <a:pt x="14235" y="38631"/>
                  <a:pt x="19315" y="38631"/>
                </a:cubicBezTo>
                <a:cubicBezTo>
                  <a:pt x="24415" y="38631"/>
                  <a:pt x="29379" y="36564"/>
                  <a:pt x="32969" y="32971"/>
                </a:cubicBezTo>
                <a:cubicBezTo>
                  <a:pt x="36581" y="29379"/>
                  <a:pt x="38631" y="24395"/>
                  <a:pt x="38631" y="19315"/>
                </a:cubicBezTo>
                <a:cubicBezTo>
                  <a:pt x="38631" y="14235"/>
                  <a:pt x="36581" y="9252"/>
                  <a:pt x="32969" y="5659"/>
                </a:cubicBezTo>
                <a:close/>
              </a:path>
            </a:pathLst>
          </a:custGeom>
          <a:solidFill>
            <a:srgbClr val="2346F5"/>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36" name="任意多边形: 形状 29"/>
          <p:cNvSpPr/>
          <p:nvPr>
            <p:custDataLst>
              <p:tags r:id="rId16"/>
            </p:custDataLst>
          </p:nvPr>
        </p:nvSpPr>
        <p:spPr>
          <a:xfrm>
            <a:off x="1730375" y="2411730"/>
            <a:ext cx="76200" cy="76200"/>
          </a:xfrm>
          <a:custGeom>
            <a:avLst/>
            <a:gdLst>
              <a:gd name="connsiteX0" fmla="*/ 32969 w 38630"/>
              <a:gd name="connsiteY0" fmla="*/ 5659 h 38630"/>
              <a:gd name="connsiteX1" fmla="*/ 19315 w 38630"/>
              <a:gd name="connsiteY1" fmla="*/ 0 h 38630"/>
              <a:gd name="connsiteX2" fmla="*/ 5659 w 38630"/>
              <a:gd name="connsiteY2" fmla="*/ 5659 h 38630"/>
              <a:gd name="connsiteX3" fmla="*/ 0 w 38630"/>
              <a:gd name="connsiteY3" fmla="*/ 19315 h 38630"/>
              <a:gd name="connsiteX4" fmla="*/ 5659 w 38630"/>
              <a:gd name="connsiteY4" fmla="*/ 32971 h 38630"/>
              <a:gd name="connsiteX5" fmla="*/ 19315 w 38630"/>
              <a:gd name="connsiteY5" fmla="*/ 38631 h 38630"/>
              <a:gd name="connsiteX6" fmla="*/ 32969 w 38630"/>
              <a:gd name="connsiteY6" fmla="*/ 32971 h 38630"/>
              <a:gd name="connsiteX7" fmla="*/ 38631 w 38630"/>
              <a:gd name="connsiteY7" fmla="*/ 19315 h 38630"/>
              <a:gd name="connsiteX8" fmla="*/ 32969 w 38630"/>
              <a:gd name="connsiteY8" fmla="*/ 5659 h 3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30" h="38630">
                <a:moveTo>
                  <a:pt x="32969" y="5659"/>
                </a:moveTo>
                <a:cubicBezTo>
                  <a:pt x="29379" y="2067"/>
                  <a:pt x="24395" y="0"/>
                  <a:pt x="19315" y="0"/>
                </a:cubicBezTo>
                <a:cubicBezTo>
                  <a:pt x="14235" y="0"/>
                  <a:pt x="9252" y="2067"/>
                  <a:pt x="5659" y="5659"/>
                </a:cubicBezTo>
                <a:cubicBezTo>
                  <a:pt x="2067" y="9252"/>
                  <a:pt x="0" y="14235"/>
                  <a:pt x="0" y="19315"/>
                </a:cubicBezTo>
                <a:cubicBezTo>
                  <a:pt x="0" y="24395"/>
                  <a:pt x="2065" y="29379"/>
                  <a:pt x="5659" y="32971"/>
                </a:cubicBezTo>
                <a:cubicBezTo>
                  <a:pt x="9254" y="36564"/>
                  <a:pt x="14235" y="38631"/>
                  <a:pt x="19315" y="38631"/>
                </a:cubicBezTo>
                <a:cubicBezTo>
                  <a:pt x="24395" y="38631"/>
                  <a:pt x="29379" y="36564"/>
                  <a:pt x="32969" y="32971"/>
                </a:cubicBezTo>
                <a:cubicBezTo>
                  <a:pt x="36581" y="29379"/>
                  <a:pt x="38631" y="24395"/>
                  <a:pt x="38631" y="19315"/>
                </a:cubicBezTo>
                <a:cubicBezTo>
                  <a:pt x="38631" y="14235"/>
                  <a:pt x="36581" y="9252"/>
                  <a:pt x="32969" y="5659"/>
                </a:cubicBezTo>
                <a:close/>
              </a:path>
            </a:pathLst>
          </a:custGeom>
          <a:solidFill>
            <a:srgbClr val="2346F5"/>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37" name="任意多边形: 形状 30"/>
          <p:cNvSpPr/>
          <p:nvPr>
            <p:custDataLst>
              <p:tags r:id="rId17"/>
            </p:custDataLst>
          </p:nvPr>
        </p:nvSpPr>
        <p:spPr>
          <a:xfrm>
            <a:off x="1641475" y="2477135"/>
            <a:ext cx="79375" cy="76200"/>
          </a:xfrm>
          <a:custGeom>
            <a:avLst/>
            <a:gdLst>
              <a:gd name="connsiteX0" fmla="*/ 81008 w 86664"/>
              <a:gd name="connsiteY0" fmla="*/ 5657 h 48554"/>
              <a:gd name="connsiteX1" fmla="*/ 53690 w 86664"/>
              <a:gd name="connsiteY1" fmla="*/ 5657 h 48554"/>
              <a:gd name="connsiteX2" fmla="*/ 32975 w 86664"/>
              <a:gd name="connsiteY2" fmla="*/ 5657 h 48554"/>
              <a:gd name="connsiteX3" fmla="*/ 5657 w 86664"/>
              <a:gd name="connsiteY3" fmla="*/ 5657 h 48554"/>
              <a:gd name="connsiteX4" fmla="*/ 5657 w 86664"/>
              <a:gd name="connsiteY4" fmla="*/ 32975 h 48554"/>
              <a:gd name="connsiteX5" fmla="*/ 43331 w 86664"/>
              <a:gd name="connsiteY5" fmla="*/ 48554 h 48554"/>
              <a:gd name="connsiteX6" fmla="*/ 81006 w 86664"/>
              <a:gd name="connsiteY6" fmla="*/ 32975 h 48554"/>
              <a:gd name="connsiteX7" fmla="*/ 81008 w 86664"/>
              <a:gd name="connsiteY7" fmla="*/ 5657 h 4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664" h="48554">
                <a:moveTo>
                  <a:pt x="81008" y="5657"/>
                </a:moveTo>
                <a:cubicBezTo>
                  <a:pt x="73463" y="-1886"/>
                  <a:pt x="61237" y="-1886"/>
                  <a:pt x="53690" y="5657"/>
                </a:cubicBezTo>
                <a:cubicBezTo>
                  <a:pt x="47979" y="11369"/>
                  <a:pt x="38686" y="11369"/>
                  <a:pt x="32975" y="5657"/>
                </a:cubicBezTo>
                <a:cubicBezTo>
                  <a:pt x="25430" y="-1886"/>
                  <a:pt x="13203" y="-1886"/>
                  <a:pt x="5657" y="5657"/>
                </a:cubicBezTo>
                <a:cubicBezTo>
                  <a:pt x="-1886" y="13200"/>
                  <a:pt x="-1886" y="25430"/>
                  <a:pt x="5657" y="32975"/>
                </a:cubicBezTo>
                <a:cubicBezTo>
                  <a:pt x="16045" y="43360"/>
                  <a:pt x="29687" y="48554"/>
                  <a:pt x="43331" y="48554"/>
                </a:cubicBezTo>
                <a:cubicBezTo>
                  <a:pt x="56976" y="48554"/>
                  <a:pt x="70618" y="43362"/>
                  <a:pt x="81006" y="32975"/>
                </a:cubicBezTo>
                <a:cubicBezTo>
                  <a:pt x="88551" y="25430"/>
                  <a:pt x="88551" y="13200"/>
                  <a:pt x="81008" y="5657"/>
                </a:cubicBezTo>
                <a:close/>
              </a:path>
            </a:pathLst>
          </a:custGeom>
          <a:solidFill>
            <a:srgbClr val="2346F5"/>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38" name="任意多边形: 形状 31"/>
          <p:cNvSpPr/>
          <p:nvPr>
            <p:custDataLst>
              <p:tags r:id="rId18"/>
            </p:custDataLst>
          </p:nvPr>
        </p:nvSpPr>
        <p:spPr>
          <a:xfrm>
            <a:off x="1957070" y="2069465"/>
            <a:ext cx="76200" cy="76200"/>
          </a:xfrm>
          <a:custGeom>
            <a:avLst/>
            <a:gdLst>
              <a:gd name="connsiteX0" fmla="*/ 32564 w 51879"/>
              <a:gd name="connsiteY0" fmla="*/ 0 h 38630"/>
              <a:gd name="connsiteX1" fmla="*/ 19315 w 51879"/>
              <a:gd name="connsiteY1" fmla="*/ 0 h 38630"/>
              <a:gd name="connsiteX2" fmla="*/ 0 w 51879"/>
              <a:gd name="connsiteY2" fmla="*/ 19315 h 38630"/>
              <a:gd name="connsiteX3" fmla="*/ 19315 w 51879"/>
              <a:gd name="connsiteY3" fmla="*/ 38631 h 38630"/>
              <a:gd name="connsiteX4" fmla="*/ 32564 w 51879"/>
              <a:gd name="connsiteY4" fmla="*/ 38631 h 38630"/>
              <a:gd name="connsiteX5" fmla="*/ 51879 w 51879"/>
              <a:gd name="connsiteY5" fmla="*/ 19315 h 38630"/>
              <a:gd name="connsiteX6" fmla="*/ 32564 w 51879"/>
              <a:gd name="connsiteY6" fmla="*/ 0 h 3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879" h="38630">
                <a:moveTo>
                  <a:pt x="32564" y="0"/>
                </a:moveTo>
                <a:lnTo>
                  <a:pt x="19315" y="0"/>
                </a:lnTo>
                <a:cubicBezTo>
                  <a:pt x="8649" y="0"/>
                  <a:pt x="0" y="8647"/>
                  <a:pt x="0" y="19315"/>
                </a:cubicBezTo>
                <a:cubicBezTo>
                  <a:pt x="0" y="29983"/>
                  <a:pt x="8649" y="38631"/>
                  <a:pt x="19315" y="38631"/>
                </a:cubicBezTo>
                <a:lnTo>
                  <a:pt x="32564" y="38631"/>
                </a:lnTo>
                <a:cubicBezTo>
                  <a:pt x="43230" y="38631"/>
                  <a:pt x="51879" y="29983"/>
                  <a:pt x="51879" y="19315"/>
                </a:cubicBezTo>
                <a:cubicBezTo>
                  <a:pt x="51879" y="8647"/>
                  <a:pt x="43230" y="0"/>
                  <a:pt x="32564" y="0"/>
                </a:cubicBez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39" name="任意多边形: 形状 32"/>
          <p:cNvSpPr/>
          <p:nvPr>
            <p:custDataLst>
              <p:tags r:id="rId19"/>
            </p:custDataLst>
          </p:nvPr>
        </p:nvSpPr>
        <p:spPr>
          <a:xfrm>
            <a:off x="2051050" y="2069465"/>
            <a:ext cx="76200" cy="76200"/>
          </a:xfrm>
          <a:custGeom>
            <a:avLst/>
            <a:gdLst>
              <a:gd name="connsiteX0" fmla="*/ 32564 w 51879"/>
              <a:gd name="connsiteY0" fmla="*/ 0 h 38630"/>
              <a:gd name="connsiteX1" fmla="*/ 19315 w 51879"/>
              <a:gd name="connsiteY1" fmla="*/ 0 h 38630"/>
              <a:gd name="connsiteX2" fmla="*/ 0 w 51879"/>
              <a:gd name="connsiteY2" fmla="*/ 19315 h 38630"/>
              <a:gd name="connsiteX3" fmla="*/ 19315 w 51879"/>
              <a:gd name="connsiteY3" fmla="*/ 38631 h 38630"/>
              <a:gd name="connsiteX4" fmla="*/ 32564 w 51879"/>
              <a:gd name="connsiteY4" fmla="*/ 38631 h 38630"/>
              <a:gd name="connsiteX5" fmla="*/ 51879 w 51879"/>
              <a:gd name="connsiteY5" fmla="*/ 19315 h 38630"/>
              <a:gd name="connsiteX6" fmla="*/ 32564 w 51879"/>
              <a:gd name="connsiteY6" fmla="*/ 0 h 3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879" h="38630">
                <a:moveTo>
                  <a:pt x="32564" y="0"/>
                </a:moveTo>
                <a:lnTo>
                  <a:pt x="19315" y="0"/>
                </a:lnTo>
                <a:cubicBezTo>
                  <a:pt x="8649" y="0"/>
                  <a:pt x="0" y="8647"/>
                  <a:pt x="0" y="19315"/>
                </a:cubicBezTo>
                <a:cubicBezTo>
                  <a:pt x="0" y="29983"/>
                  <a:pt x="8648" y="38631"/>
                  <a:pt x="19315" y="38631"/>
                </a:cubicBezTo>
                <a:lnTo>
                  <a:pt x="32564" y="38631"/>
                </a:lnTo>
                <a:cubicBezTo>
                  <a:pt x="43230" y="38631"/>
                  <a:pt x="51879" y="29983"/>
                  <a:pt x="51879" y="19315"/>
                </a:cubicBezTo>
                <a:cubicBezTo>
                  <a:pt x="51879" y="8647"/>
                  <a:pt x="43230" y="0"/>
                  <a:pt x="32564" y="0"/>
                </a:cubicBez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59" name="任意多边形: 形状 33"/>
          <p:cNvSpPr/>
          <p:nvPr>
            <p:custDataLst>
              <p:tags r:id="rId20"/>
            </p:custDataLst>
          </p:nvPr>
        </p:nvSpPr>
        <p:spPr>
          <a:xfrm>
            <a:off x="2010410" y="2110105"/>
            <a:ext cx="76200" cy="76200"/>
          </a:xfrm>
          <a:custGeom>
            <a:avLst/>
            <a:gdLst>
              <a:gd name="connsiteX0" fmla="*/ 19315 w 38630"/>
              <a:gd name="connsiteY0" fmla="*/ 0 h 51879"/>
              <a:gd name="connsiteX1" fmla="*/ 0 w 38630"/>
              <a:gd name="connsiteY1" fmla="*/ 19315 h 51879"/>
              <a:gd name="connsiteX2" fmla="*/ 0 w 38630"/>
              <a:gd name="connsiteY2" fmla="*/ 32564 h 51879"/>
              <a:gd name="connsiteX3" fmla="*/ 19315 w 38630"/>
              <a:gd name="connsiteY3" fmla="*/ 51879 h 51879"/>
              <a:gd name="connsiteX4" fmla="*/ 38631 w 38630"/>
              <a:gd name="connsiteY4" fmla="*/ 32564 h 51879"/>
              <a:gd name="connsiteX5" fmla="*/ 38631 w 38630"/>
              <a:gd name="connsiteY5" fmla="*/ 19315 h 51879"/>
              <a:gd name="connsiteX6" fmla="*/ 19315 w 38630"/>
              <a:gd name="connsiteY6" fmla="*/ 0 h 5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30" h="51879">
                <a:moveTo>
                  <a:pt x="19315" y="0"/>
                </a:moveTo>
                <a:cubicBezTo>
                  <a:pt x="8649" y="0"/>
                  <a:pt x="0" y="8647"/>
                  <a:pt x="0" y="19315"/>
                </a:cubicBezTo>
                <a:lnTo>
                  <a:pt x="0" y="32564"/>
                </a:lnTo>
                <a:cubicBezTo>
                  <a:pt x="0" y="43232"/>
                  <a:pt x="8647" y="51879"/>
                  <a:pt x="19315" y="51879"/>
                </a:cubicBezTo>
                <a:cubicBezTo>
                  <a:pt x="29981" y="51879"/>
                  <a:pt x="38631" y="43232"/>
                  <a:pt x="38631" y="32564"/>
                </a:cubicBezTo>
                <a:lnTo>
                  <a:pt x="38631" y="19315"/>
                </a:lnTo>
                <a:cubicBezTo>
                  <a:pt x="38631" y="8647"/>
                  <a:pt x="29981" y="0"/>
                  <a:pt x="19315" y="0"/>
                </a:cubicBez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0" name="任意多边形: 形状 34"/>
          <p:cNvSpPr/>
          <p:nvPr>
            <p:custDataLst>
              <p:tags r:id="rId21"/>
            </p:custDataLst>
          </p:nvPr>
        </p:nvSpPr>
        <p:spPr>
          <a:xfrm>
            <a:off x="2010410" y="2016125"/>
            <a:ext cx="76200" cy="76200"/>
          </a:xfrm>
          <a:custGeom>
            <a:avLst/>
            <a:gdLst>
              <a:gd name="connsiteX0" fmla="*/ 19315 w 38630"/>
              <a:gd name="connsiteY0" fmla="*/ 0 h 51878"/>
              <a:gd name="connsiteX1" fmla="*/ 0 w 38630"/>
              <a:gd name="connsiteY1" fmla="*/ 19315 h 51878"/>
              <a:gd name="connsiteX2" fmla="*/ 0 w 38630"/>
              <a:gd name="connsiteY2" fmla="*/ 32564 h 51878"/>
              <a:gd name="connsiteX3" fmla="*/ 19315 w 38630"/>
              <a:gd name="connsiteY3" fmla="*/ 51879 h 51878"/>
              <a:gd name="connsiteX4" fmla="*/ 38631 w 38630"/>
              <a:gd name="connsiteY4" fmla="*/ 32564 h 51878"/>
              <a:gd name="connsiteX5" fmla="*/ 38631 w 38630"/>
              <a:gd name="connsiteY5" fmla="*/ 19315 h 51878"/>
              <a:gd name="connsiteX6" fmla="*/ 19315 w 38630"/>
              <a:gd name="connsiteY6" fmla="*/ 0 h 5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30" h="51878">
                <a:moveTo>
                  <a:pt x="19315" y="0"/>
                </a:moveTo>
                <a:cubicBezTo>
                  <a:pt x="8649" y="0"/>
                  <a:pt x="0" y="8647"/>
                  <a:pt x="0" y="19315"/>
                </a:cubicBezTo>
                <a:lnTo>
                  <a:pt x="0" y="32564"/>
                </a:lnTo>
                <a:cubicBezTo>
                  <a:pt x="0" y="43232"/>
                  <a:pt x="8647" y="51879"/>
                  <a:pt x="19315" y="51879"/>
                </a:cubicBezTo>
                <a:cubicBezTo>
                  <a:pt x="29981" y="51879"/>
                  <a:pt x="38631" y="43232"/>
                  <a:pt x="38631" y="32564"/>
                </a:cubicBezTo>
                <a:lnTo>
                  <a:pt x="38631" y="19315"/>
                </a:lnTo>
                <a:cubicBezTo>
                  <a:pt x="38631" y="8647"/>
                  <a:pt x="29981" y="0"/>
                  <a:pt x="19315" y="0"/>
                </a:cubicBez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1" name="任意多边形: 形状 35"/>
          <p:cNvSpPr/>
          <p:nvPr>
            <p:custDataLst>
              <p:tags r:id="rId22"/>
            </p:custDataLst>
          </p:nvPr>
        </p:nvSpPr>
        <p:spPr>
          <a:xfrm>
            <a:off x="1267460" y="2069465"/>
            <a:ext cx="76200" cy="76200"/>
          </a:xfrm>
          <a:custGeom>
            <a:avLst/>
            <a:gdLst>
              <a:gd name="connsiteX0" fmla="*/ 32562 w 51877"/>
              <a:gd name="connsiteY0" fmla="*/ 0 h 38630"/>
              <a:gd name="connsiteX1" fmla="*/ 19315 w 51877"/>
              <a:gd name="connsiteY1" fmla="*/ 0 h 38630"/>
              <a:gd name="connsiteX2" fmla="*/ 0 w 51877"/>
              <a:gd name="connsiteY2" fmla="*/ 19315 h 38630"/>
              <a:gd name="connsiteX3" fmla="*/ 19315 w 51877"/>
              <a:gd name="connsiteY3" fmla="*/ 38631 h 38630"/>
              <a:gd name="connsiteX4" fmla="*/ 32562 w 51877"/>
              <a:gd name="connsiteY4" fmla="*/ 38631 h 38630"/>
              <a:gd name="connsiteX5" fmla="*/ 51877 w 51877"/>
              <a:gd name="connsiteY5" fmla="*/ 19315 h 38630"/>
              <a:gd name="connsiteX6" fmla="*/ 32562 w 51877"/>
              <a:gd name="connsiteY6" fmla="*/ 0 h 3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877" h="38630">
                <a:moveTo>
                  <a:pt x="32562" y="0"/>
                </a:moveTo>
                <a:lnTo>
                  <a:pt x="19315" y="0"/>
                </a:lnTo>
                <a:cubicBezTo>
                  <a:pt x="8649" y="0"/>
                  <a:pt x="0" y="8647"/>
                  <a:pt x="0" y="19315"/>
                </a:cubicBezTo>
                <a:cubicBezTo>
                  <a:pt x="0" y="29983"/>
                  <a:pt x="8649" y="38631"/>
                  <a:pt x="19315" y="38631"/>
                </a:cubicBezTo>
                <a:lnTo>
                  <a:pt x="32562" y="38631"/>
                </a:lnTo>
                <a:cubicBezTo>
                  <a:pt x="43228" y="38631"/>
                  <a:pt x="51877" y="29983"/>
                  <a:pt x="51877" y="19315"/>
                </a:cubicBezTo>
                <a:cubicBezTo>
                  <a:pt x="51877" y="8647"/>
                  <a:pt x="43228" y="0"/>
                  <a:pt x="32562" y="0"/>
                </a:cubicBez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2" name="任意多边形: 形状 36"/>
          <p:cNvSpPr/>
          <p:nvPr>
            <p:custDataLst>
              <p:tags r:id="rId23"/>
            </p:custDataLst>
          </p:nvPr>
        </p:nvSpPr>
        <p:spPr>
          <a:xfrm>
            <a:off x="1360805" y="2069465"/>
            <a:ext cx="76200" cy="76200"/>
          </a:xfrm>
          <a:custGeom>
            <a:avLst/>
            <a:gdLst>
              <a:gd name="connsiteX0" fmla="*/ 32562 w 51877"/>
              <a:gd name="connsiteY0" fmla="*/ 0 h 38630"/>
              <a:gd name="connsiteX1" fmla="*/ 19315 w 51877"/>
              <a:gd name="connsiteY1" fmla="*/ 0 h 38630"/>
              <a:gd name="connsiteX2" fmla="*/ 0 w 51877"/>
              <a:gd name="connsiteY2" fmla="*/ 19315 h 38630"/>
              <a:gd name="connsiteX3" fmla="*/ 19315 w 51877"/>
              <a:gd name="connsiteY3" fmla="*/ 38631 h 38630"/>
              <a:gd name="connsiteX4" fmla="*/ 32562 w 51877"/>
              <a:gd name="connsiteY4" fmla="*/ 38631 h 38630"/>
              <a:gd name="connsiteX5" fmla="*/ 51877 w 51877"/>
              <a:gd name="connsiteY5" fmla="*/ 19315 h 38630"/>
              <a:gd name="connsiteX6" fmla="*/ 32562 w 51877"/>
              <a:gd name="connsiteY6" fmla="*/ 0 h 3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877" h="38630">
                <a:moveTo>
                  <a:pt x="32562" y="0"/>
                </a:moveTo>
                <a:lnTo>
                  <a:pt x="19315" y="0"/>
                </a:lnTo>
                <a:cubicBezTo>
                  <a:pt x="8649" y="0"/>
                  <a:pt x="0" y="8647"/>
                  <a:pt x="0" y="19315"/>
                </a:cubicBezTo>
                <a:cubicBezTo>
                  <a:pt x="0" y="29983"/>
                  <a:pt x="8647" y="38631"/>
                  <a:pt x="19315" y="38631"/>
                </a:cubicBezTo>
                <a:lnTo>
                  <a:pt x="32562" y="38631"/>
                </a:lnTo>
                <a:cubicBezTo>
                  <a:pt x="43228" y="38631"/>
                  <a:pt x="51877" y="29983"/>
                  <a:pt x="51877" y="19315"/>
                </a:cubicBezTo>
                <a:cubicBezTo>
                  <a:pt x="51877" y="8647"/>
                  <a:pt x="43228" y="0"/>
                  <a:pt x="32562" y="0"/>
                </a:cubicBez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3" name="任意多边形: 形状 37"/>
          <p:cNvSpPr/>
          <p:nvPr>
            <p:custDataLst>
              <p:tags r:id="rId24"/>
            </p:custDataLst>
          </p:nvPr>
        </p:nvSpPr>
        <p:spPr>
          <a:xfrm>
            <a:off x="1320800" y="2110105"/>
            <a:ext cx="76200" cy="76200"/>
          </a:xfrm>
          <a:custGeom>
            <a:avLst/>
            <a:gdLst>
              <a:gd name="connsiteX0" fmla="*/ 19315 w 38630"/>
              <a:gd name="connsiteY0" fmla="*/ 0 h 51879"/>
              <a:gd name="connsiteX1" fmla="*/ 0 w 38630"/>
              <a:gd name="connsiteY1" fmla="*/ 19315 h 51879"/>
              <a:gd name="connsiteX2" fmla="*/ 0 w 38630"/>
              <a:gd name="connsiteY2" fmla="*/ 32564 h 51879"/>
              <a:gd name="connsiteX3" fmla="*/ 19315 w 38630"/>
              <a:gd name="connsiteY3" fmla="*/ 51879 h 51879"/>
              <a:gd name="connsiteX4" fmla="*/ 38631 w 38630"/>
              <a:gd name="connsiteY4" fmla="*/ 32564 h 51879"/>
              <a:gd name="connsiteX5" fmla="*/ 38631 w 38630"/>
              <a:gd name="connsiteY5" fmla="*/ 19315 h 51879"/>
              <a:gd name="connsiteX6" fmla="*/ 19315 w 38630"/>
              <a:gd name="connsiteY6" fmla="*/ 0 h 5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30" h="51879">
                <a:moveTo>
                  <a:pt x="19315" y="0"/>
                </a:moveTo>
                <a:cubicBezTo>
                  <a:pt x="8649" y="0"/>
                  <a:pt x="0" y="8647"/>
                  <a:pt x="0" y="19315"/>
                </a:cubicBezTo>
                <a:lnTo>
                  <a:pt x="0" y="32564"/>
                </a:lnTo>
                <a:cubicBezTo>
                  <a:pt x="0" y="43232"/>
                  <a:pt x="8647" y="51879"/>
                  <a:pt x="19315" y="51879"/>
                </a:cubicBezTo>
                <a:cubicBezTo>
                  <a:pt x="29981" y="51879"/>
                  <a:pt x="38631" y="43232"/>
                  <a:pt x="38631" y="32564"/>
                </a:cubicBezTo>
                <a:lnTo>
                  <a:pt x="38631" y="19315"/>
                </a:lnTo>
                <a:cubicBezTo>
                  <a:pt x="38631" y="8647"/>
                  <a:pt x="29981" y="0"/>
                  <a:pt x="19315" y="0"/>
                </a:cubicBez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4" name="任意多边形: 形状 38"/>
          <p:cNvSpPr/>
          <p:nvPr>
            <p:custDataLst>
              <p:tags r:id="rId25"/>
            </p:custDataLst>
          </p:nvPr>
        </p:nvSpPr>
        <p:spPr>
          <a:xfrm>
            <a:off x="1320800" y="2016125"/>
            <a:ext cx="76200" cy="76200"/>
          </a:xfrm>
          <a:custGeom>
            <a:avLst/>
            <a:gdLst>
              <a:gd name="connsiteX0" fmla="*/ 19315 w 38630"/>
              <a:gd name="connsiteY0" fmla="*/ 0 h 51878"/>
              <a:gd name="connsiteX1" fmla="*/ 0 w 38630"/>
              <a:gd name="connsiteY1" fmla="*/ 19315 h 51878"/>
              <a:gd name="connsiteX2" fmla="*/ 0 w 38630"/>
              <a:gd name="connsiteY2" fmla="*/ 32564 h 51878"/>
              <a:gd name="connsiteX3" fmla="*/ 19315 w 38630"/>
              <a:gd name="connsiteY3" fmla="*/ 51879 h 51878"/>
              <a:gd name="connsiteX4" fmla="*/ 38631 w 38630"/>
              <a:gd name="connsiteY4" fmla="*/ 32564 h 51878"/>
              <a:gd name="connsiteX5" fmla="*/ 38631 w 38630"/>
              <a:gd name="connsiteY5" fmla="*/ 19315 h 51878"/>
              <a:gd name="connsiteX6" fmla="*/ 19315 w 38630"/>
              <a:gd name="connsiteY6" fmla="*/ 0 h 5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30" h="51878">
                <a:moveTo>
                  <a:pt x="19315" y="0"/>
                </a:moveTo>
                <a:cubicBezTo>
                  <a:pt x="8649" y="0"/>
                  <a:pt x="0" y="8647"/>
                  <a:pt x="0" y="19315"/>
                </a:cubicBezTo>
                <a:lnTo>
                  <a:pt x="0" y="32564"/>
                </a:lnTo>
                <a:cubicBezTo>
                  <a:pt x="0" y="43232"/>
                  <a:pt x="8647" y="51879"/>
                  <a:pt x="19315" y="51879"/>
                </a:cubicBezTo>
                <a:cubicBezTo>
                  <a:pt x="29981" y="51879"/>
                  <a:pt x="38631" y="43232"/>
                  <a:pt x="38631" y="32564"/>
                </a:cubicBezTo>
                <a:lnTo>
                  <a:pt x="38631" y="19315"/>
                </a:lnTo>
                <a:cubicBezTo>
                  <a:pt x="38631" y="8647"/>
                  <a:pt x="29981" y="0"/>
                  <a:pt x="19315" y="0"/>
                </a:cubicBezTo>
                <a:close/>
              </a:path>
            </a:pathLst>
          </a:custGeom>
          <a:solidFill>
            <a:sysClr val="windowText" lastClr="000000">
              <a:lumMod val="75000"/>
              <a:lumOff val="25000"/>
            </a:sysClr>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5" name="任意多边形: 形状 39"/>
          <p:cNvSpPr/>
          <p:nvPr>
            <p:custDataLst>
              <p:tags r:id="rId26"/>
            </p:custDataLst>
          </p:nvPr>
        </p:nvSpPr>
        <p:spPr>
          <a:xfrm>
            <a:off x="1666240" y="2038985"/>
            <a:ext cx="76200" cy="89535"/>
          </a:xfrm>
          <a:custGeom>
            <a:avLst/>
            <a:gdLst>
              <a:gd name="connsiteX0" fmla="*/ 19315 w 38630"/>
              <a:gd name="connsiteY0" fmla="*/ 0 h 89449"/>
              <a:gd name="connsiteX1" fmla="*/ 0 w 38630"/>
              <a:gd name="connsiteY1" fmla="*/ 19315 h 89449"/>
              <a:gd name="connsiteX2" fmla="*/ 0 w 38630"/>
              <a:gd name="connsiteY2" fmla="*/ 70134 h 89449"/>
              <a:gd name="connsiteX3" fmla="*/ 19315 w 38630"/>
              <a:gd name="connsiteY3" fmla="*/ 89449 h 89449"/>
              <a:gd name="connsiteX4" fmla="*/ 38631 w 38630"/>
              <a:gd name="connsiteY4" fmla="*/ 70134 h 89449"/>
              <a:gd name="connsiteX5" fmla="*/ 38631 w 38630"/>
              <a:gd name="connsiteY5" fmla="*/ 19315 h 89449"/>
              <a:gd name="connsiteX6" fmla="*/ 19315 w 38630"/>
              <a:gd name="connsiteY6" fmla="*/ 0 h 8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30" h="89449">
                <a:moveTo>
                  <a:pt x="19315" y="0"/>
                </a:moveTo>
                <a:cubicBezTo>
                  <a:pt x="8649" y="0"/>
                  <a:pt x="0" y="8647"/>
                  <a:pt x="0" y="19315"/>
                </a:cubicBezTo>
                <a:lnTo>
                  <a:pt x="0" y="70134"/>
                </a:lnTo>
                <a:cubicBezTo>
                  <a:pt x="0" y="80802"/>
                  <a:pt x="8649" y="89449"/>
                  <a:pt x="19315" y="89449"/>
                </a:cubicBezTo>
                <a:cubicBezTo>
                  <a:pt x="29981" y="89449"/>
                  <a:pt x="38631" y="80802"/>
                  <a:pt x="38631" y="70134"/>
                </a:cubicBezTo>
                <a:lnTo>
                  <a:pt x="38631" y="19315"/>
                </a:lnTo>
                <a:cubicBezTo>
                  <a:pt x="38631" y="8647"/>
                  <a:pt x="29981" y="0"/>
                  <a:pt x="19315" y="0"/>
                </a:cubicBezTo>
                <a:close/>
              </a:path>
            </a:pathLst>
          </a:custGeom>
          <a:solidFill>
            <a:srgbClr val="2346F5"/>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6" name="任意多边形: 形状 40"/>
          <p:cNvSpPr/>
          <p:nvPr>
            <p:custDataLst>
              <p:tags r:id="rId27"/>
            </p:custDataLst>
          </p:nvPr>
        </p:nvSpPr>
        <p:spPr>
          <a:xfrm>
            <a:off x="1666240" y="1965325"/>
            <a:ext cx="76200" cy="76200"/>
          </a:xfrm>
          <a:custGeom>
            <a:avLst/>
            <a:gdLst>
              <a:gd name="connsiteX0" fmla="*/ 32969 w 38630"/>
              <a:gd name="connsiteY0" fmla="*/ 5659 h 38630"/>
              <a:gd name="connsiteX1" fmla="*/ 19315 w 38630"/>
              <a:gd name="connsiteY1" fmla="*/ 0 h 38630"/>
              <a:gd name="connsiteX2" fmla="*/ 5659 w 38630"/>
              <a:gd name="connsiteY2" fmla="*/ 5659 h 38630"/>
              <a:gd name="connsiteX3" fmla="*/ 0 w 38630"/>
              <a:gd name="connsiteY3" fmla="*/ 19315 h 38630"/>
              <a:gd name="connsiteX4" fmla="*/ 5659 w 38630"/>
              <a:gd name="connsiteY4" fmla="*/ 32971 h 38630"/>
              <a:gd name="connsiteX5" fmla="*/ 19315 w 38630"/>
              <a:gd name="connsiteY5" fmla="*/ 38631 h 38630"/>
              <a:gd name="connsiteX6" fmla="*/ 32969 w 38630"/>
              <a:gd name="connsiteY6" fmla="*/ 32971 h 38630"/>
              <a:gd name="connsiteX7" fmla="*/ 38631 w 38630"/>
              <a:gd name="connsiteY7" fmla="*/ 19315 h 38630"/>
              <a:gd name="connsiteX8" fmla="*/ 32969 w 38630"/>
              <a:gd name="connsiteY8" fmla="*/ 5659 h 3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30" h="38630">
                <a:moveTo>
                  <a:pt x="32969" y="5659"/>
                </a:moveTo>
                <a:cubicBezTo>
                  <a:pt x="29379" y="2067"/>
                  <a:pt x="24395" y="0"/>
                  <a:pt x="19315" y="0"/>
                </a:cubicBezTo>
                <a:cubicBezTo>
                  <a:pt x="14235" y="0"/>
                  <a:pt x="9252" y="2067"/>
                  <a:pt x="5659" y="5659"/>
                </a:cubicBezTo>
                <a:cubicBezTo>
                  <a:pt x="2065" y="9252"/>
                  <a:pt x="0" y="14235"/>
                  <a:pt x="0" y="19315"/>
                </a:cubicBezTo>
                <a:cubicBezTo>
                  <a:pt x="0" y="24395"/>
                  <a:pt x="2065" y="29379"/>
                  <a:pt x="5659" y="32971"/>
                </a:cubicBezTo>
                <a:cubicBezTo>
                  <a:pt x="9254" y="36564"/>
                  <a:pt x="14235" y="38631"/>
                  <a:pt x="19315" y="38631"/>
                </a:cubicBezTo>
                <a:cubicBezTo>
                  <a:pt x="24395" y="38631"/>
                  <a:pt x="29379" y="36564"/>
                  <a:pt x="32969" y="32971"/>
                </a:cubicBezTo>
                <a:cubicBezTo>
                  <a:pt x="36564" y="29379"/>
                  <a:pt x="38631" y="24395"/>
                  <a:pt x="38631" y="19315"/>
                </a:cubicBezTo>
                <a:cubicBezTo>
                  <a:pt x="38631" y="14235"/>
                  <a:pt x="36564" y="9252"/>
                  <a:pt x="32969" y="5659"/>
                </a:cubicBezTo>
                <a:close/>
              </a:path>
            </a:pathLst>
          </a:custGeom>
          <a:solidFill>
            <a:srgbClr val="2346F5"/>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7" name="任意多边形: 形状 41"/>
          <p:cNvSpPr/>
          <p:nvPr>
            <p:custDataLst>
              <p:tags r:id="rId28"/>
            </p:custDataLst>
          </p:nvPr>
        </p:nvSpPr>
        <p:spPr>
          <a:xfrm>
            <a:off x="1556385" y="2009140"/>
            <a:ext cx="76200" cy="76200"/>
          </a:xfrm>
          <a:custGeom>
            <a:avLst/>
            <a:gdLst>
              <a:gd name="connsiteX0" fmla="*/ 61241 w 66897"/>
              <a:gd name="connsiteY0" fmla="*/ 33923 h 66898"/>
              <a:gd name="connsiteX1" fmla="*/ 32975 w 66897"/>
              <a:gd name="connsiteY1" fmla="*/ 5657 h 66898"/>
              <a:gd name="connsiteX2" fmla="*/ 5657 w 66897"/>
              <a:gd name="connsiteY2" fmla="*/ 5657 h 66898"/>
              <a:gd name="connsiteX3" fmla="*/ 5657 w 66897"/>
              <a:gd name="connsiteY3" fmla="*/ 32975 h 66898"/>
              <a:gd name="connsiteX4" fmla="*/ 33925 w 66897"/>
              <a:gd name="connsiteY4" fmla="*/ 61241 h 66898"/>
              <a:gd name="connsiteX5" fmla="*/ 47583 w 66897"/>
              <a:gd name="connsiteY5" fmla="*/ 66898 h 66898"/>
              <a:gd name="connsiteX6" fmla="*/ 61241 w 66897"/>
              <a:gd name="connsiteY6" fmla="*/ 61241 h 66898"/>
              <a:gd name="connsiteX7" fmla="*/ 61241 w 66897"/>
              <a:gd name="connsiteY7" fmla="*/ 33923 h 6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97" h="66898">
                <a:moveTo>
                  <a:pt x="61241" y="33923"/>
                </a:moveTo>
                <a:lnTo>
                  <a:pt x="32975" y="5657"/>
                </a:lnTo>
                <a:cubicBezTo>
                  <a:pt x="25430" y="-1886"/>
                  <a:pt x="13203" y="-1886"/>
                  <a:pt x="5657" y="5657"/>
                </a:cubicBezTo>
                <a:cubicBezTo>
                  <a:pt x="-1886" y="13200"/>
                  <a:pt x="-1886" y="25430"/>
                  <a:pt x="5657" y="32975"/>
                </a:cubicBezTo>
                <a:lnTo>
                  <a:pt x="33925" y="61241"/>
                </a:lnTo>
                <a:cubicBezTo>
                  <a:pt x="37697" y="65013"/>
                  <a:pt x="42640" y="66898"/>
                  <a:pt x="47583" y="66898"/>
                </a:cubicBezTo>
                <a:cubicBezTo>
                  <a:pt x="52526" y="66898"/>
                  <a:pt x="57468" y="65013"/>
                  <a:pt x="61241" y="61241"/>
                </a:cubicBezTo>
                <a:cubicBezTo>
                  <a:pt x="68783" y="53698"/>
                  <a:pt x="68783" y="41468"/>
                  <a:pt x="61241" y="33923"/>
                </a:cubicBezTo>
                <a:close/>
              </a:path>
            </a:pathLst>
          </a:custGeom>
          <a:solidFill>
            <a:srgbClr val="2346F5"/>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68" name="任意多边形: 形状 42"/>
          <p:cNvSpPr/>
          <p:nvPr>
            <p:custDataLst>
              <p:tags r:id="rId29"/>
            </p:custDataLst>
          </p:nvPr>
        </p:nvSpPr>
        <p:spPr>
          <a:xfrm>
            <a:off x="1746885" y="2007870"/>
            <a:ext cx="76200" cy="76200"/>
          </a:xfrm>
          <a:custGeom>
            <a:avLst/>
            <a:gdLst>
              <a:gd name="connsiteX0" fmla="*/ 62185 w 67842"/>
              <a:gd name="connsiteY0" fmla="*/ 5657 h 67842"/>
              <a:gd name="connsiteX1" fmla="*/ 34868 w 67842"/>
              <a:gd name="connsiteY1" fmla="*/ 5657 h 67842"/>
              <a:gd name="connsiteX2" fmla="*/ 5657 w 67842"/>
              <a:gd name="connsiteY2" fmla="*/ 34868 h 67842"/>
              <a:gd name="connsiteX3" fmla="*/ 5657 w 67842"/>
              <a:gd name="connsiteY3" fmla="*/ 62185 h 67842"/>
              <a:gd name="connsiteX4" fmla="*/ 19317 w 67842"/>
              <a:gd name="connsiteY4" fmla="*/ 67843 h 67842"/>
              <a:gd name="connsiteX5" fmla="*/ 32975 w 67842"/>
              <a:gd name="connsiteY5" fmla="*/ 62185 h 67842"/>
              <a:gd name="connsiteX6" fmla="*/ 62185 w 67842"/>
              <a:gd name="connsiteY6" fmla="*/ 32975 h 67842"/>
              <a:gd name="connsiteX7" fmla="*/ 62185 w 67842"/>
              <a:gd name="connsiteY7" fmla="*/ 5657 h 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42" h="67842">
                <a:moveTo>
                  <a:pt x="62185" y="5657"/>
                </a:moveTo>
                <a:cubicBezTo>
                  <a:pt x="54641" y="-1886"/>
                  <a:pt x="42414" y="-1886"/>
                  <a:pt x="34868" y="5657"/>
                </a:cubicBezTo>
                <a:lnTo>
                  <a:pt x="5657" y="34868"/>
                </a:lnTo>
                <a:cubicBezTo>
                  <a:pt x="-1886" y="42410"/>
                  <a:pt x="-1886" y="54641"/>
                  <a:pt x="5657" y="62185"/>
                </a:cubicBezTo>
                <a:cubicBezTo>
                  <a:pt x="9431" y="65957"/>
                  <a:pt x="14372" y="67843"/>
                  <a:pt x="19317" y="67843"/>
                </a:cubicBezTo>
                <a:cubicBezTo>
                  <a:pt x="24262" y="67843"/>
                  <a:pt x="29202" y="65957"/>
                  <a:pt x="32975" y="62185"/>
                </a:cubicBezTo>
                <a:lnTo>
                  <a:pt x="62185" y="32975"/>
                </a:lnTo>
                <a:cubicBezTo>
                  <a:pt x="69728" y="25432"/>
                  <a:pt x="69728" y="13202"/>
                  <a:pt x="62185" y="5657"/>
                </a:cubicBezTo>
                <a:close/>
              </a:path>
            </a:pathLst>
          </a:custGeom>
          <a:solidFill>
            <a:srgbClr val="2346F5"/>
          </a:solidFill>
          <a:ln w="1916"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grpSp>
        <p:nvGrpSpPr>
          <p:cNvPr id="69" name="组合 68"/>
          <p:cNvGrpSpPr/>
          <p:nvPr/>
        </p:nvGrpSpPr>
        <p:grpSpPr>
          <a:xfrm>
            <a:off x="4941570" y="2064385"/>
            <a:ext cx="847725" cy="927100"/>
            <a:chOff x="4941632" y="2027184"/>
            <a:chExt cx="927139" cy="927136"/>
          </a:xfrm>
        </p:grpSpPr>
        <p:sp>
          <p:nvSpPr>
            <p:cNvPr id="70" name="任意多边形: 形状 46"/>
            <p:cNvSpPr/>
            <p:nvPr>
              <p:custDataLst>
                <p:tags r:id="rId30"/>
              </p:custDataLst>
            </p:nvPr>
          </p:nvSpPr>
          <p:spPr>
            <a:xfrm>
              <a:off x="5451556" y="2243516"/>
              <a:ext cx="92713" cy="154522"/>
            </a:xfrm>
            <a:custGeom>
              <a:avLst/>
              <a:gdLst>
                <a:gd name="connsiteX0" fmla="*/ 31878 w 92713"/>
                <a:gd name="connsiteY0" fmla="*/ 40933 h 154522"/>
                <a:gd name="connsiteX1" fmla="*/ 46357 w 92713"/>
                <a:gd name="connsiteY1" fmla="*/ 30905 h 154522"/>
                <a:gd name="connsiteX2" fmla="*/ 61809 w 92713"/>
                <a:gd name="connsiteY2" fmla="*/ 46357 h 154522"/>
                <a:gd name="connsiteX3" fmla="*/ 92714 w 92713"/>
                <a:gd name="connsiteY3" fmla="*/ 46357 h 154522"/>
                <a:gd name="connsiteX4" fmla="*/ 46357 w 92713"/>
                <a:gd name="connsiteY4" fmla="*/ 0 h 154522"/>
                <a:gd name="connsiteX5" fmla="*/ 0 w 92713"/>
                <a:gd name="connsiteY5" fmla="*/ 46357 h 154522"/>
                <a:gd name="connsiteX6" fmla="*/ 4528 w 92713"/>
                <a:gd name="connsiteY6" fmla="*/ 57282 h 154522"/>
                <a:gd name="connsiteX7" fmla="*/ 60836 w 92713"/>
                <a:gd name="connsiteY7" fmla="*/ 113590 h 154522"/>
                <a:gd name="connsiteX8" fmla="*/ 46357 w 92713"/>
                <a:gd name="connsiteY8" fmla="*/ 123618 h 154522"/>
                <a:gd name="connsiteX9" fmla="*/ 30905 w 92713"/>
                <a:gd name="connsiteY9" fmla="*/ 108166 h 154522"/>
                <a:gd name="connsiteX10" fmla="*/ 0 w 92713"/>
                <a:gd name="connsiteY10" fmla="*/ 108166 h 154522"/>
                <a:gd name="connsiteX11" fmla="*/ 46357 w 92713"/>
                <a:gd name="connsiteY11" fmla="*/ 154523 h 154522"/>
                <a:gd name="connsiteX12" fmla="*/ 92714 w 92713"/>
                <a:gd name="connsiteY12" fmla="*/ 108166 h 154522"/>
                <a:gd name="connsiteX13" fmla="*/ 88186 w 92713"/>
                <a:gd name="connsiteY13" fmla="*/ 97241 h 154522"/>
                <a:gd name="connsiteX14" fmla="*/ 31878 w 92713"/>
                <a:gd name="connsiteY14" fmla="*/ 40933 h 154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2713" h="154522">
                  <a:moveTo>
                    <a:pt x="31878" y="40933"/>
                  </a:moveTo>
                  <a:cubicBezTo>
                    <a:pt x="34088" y="35092"/>
                    <a:pt x="39743" y="30905"/>
                    <a:pt x="46357" y="30905"/>
                  </a:cubicBezTo>
                  <a:cubicBezTo>
                    <a:pt x="54871" y="30905"/>
                    <a:pt x="61809" y="37843"/>
                    <a:pt x="61809" y="46357"/>
                  </a:cubicBezTo>
                  <a:lnTo>
                    <a:pt x="92714" y="46357"/>
                  </a:lnTo>
                  <a:cubicBezTo>
                    <a:pt x="92714" y="20799"/>
                    <a:pt x="71915" y="0"/>
                    <a:pt x="46357" y="0"/>
                  </a:cubicBezTo>
                  <a:cubicBezTo>
                    <a:pt x="20799" y="0"/>
                    <a:pt x="0" y="20799"/>
                    <a:pt x="0" y="46357"/>
                  </a:cubicBezTo>
                  <a:cubicBezTo>
                    <a:pt x="0" y="50452"/>
                    <a:pt x="1622" y="54392"/>
                    <a:pt x="4528" y="57282"/>
                  </a:cubicBezTo>
                  <a:lnTo>
                    <a:pt x="60836" y="113590"/>
                  </a:lnTo>
                  <a:cubicBezTo>
                    <a:pt x="58626" y="119431"/>
                    <a:pt x="52970" y="123618"/>
                    <a:pt x="46357" y="123618"/>
                  </a:cubicBezTo>
                  <a:cubicBezTo>
                    <a:pt x="37843" y="123618"/>
                    <a:pt x="30905" y="116680"/>
                    <a:pt x="30905" y="108166"/>
                  </a:cubicBezTo>
                  <a:lnTo>
                    <a:pt x="0" y="108166"/>
                  </a:lnTo>
                  <a:cubicBezTo>
                    <a:pt x="0" y="133724"/>
                    <a:pt x="20799" y="154523"/>
                    <a:pt x="46357" y="154523"/>
                  </a:cubicBezTo>
                  <a:cubicBezTo>
                    <a:pt x="71915" y="154523"/>
                    <a:pt x="92714" y="133724"/>
                    <a:pt x="92714" y="108166"/>
                  </a:cubicBezTo>
                  <a:cubicBezTo>
                    <a:pt x="92714" y="104071"/>
                    <a:pt x="91091" y="100131"/>
                    <a:pt x="88186" y="97241"/>
                  </a:cubicBezTo>
                  <a:lnTo>
                    <a:pt x="31878" y="40933"/>
                  </a:lnTo>
                  <a:close/>
                </a:path>
              </a:pathLst>
            </a:custGeom>
            <a:solidFill>
              <a:sysClr val="windowText" lastClr="000000">
                <a:lumMod val="75000"/>
                <a:lumOff val="25000"/>
              </a:sysClr>
            </a:solidFill>
            <a:ln w="1925"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71" name="任意多边形: 形状 47"/>
            <p:cNvSpPr/>
            <p:nvPr>
              <p:custDataLst>
                <p:tags r:id="rId31"/>
              </p:custDataLst>
            </p:nvPr>
          </p:nvSpPr>
          <p:spPr>
            <a:xfrm>
              <a:off x="4941632" y="2027184"/>
              <a:ext cx="695352" cy="927136"/>
            </a:xfrm>
            <a:custGeom>
              <a:avLst/>
              <a:gdLst>
                <a:gd name="connsiteX0" fmla="*/ 556282 w 695352"/>
                <a:gd name="connsiteY0" fmla="*/ 154523 h 927136"/>
                <a:gd name="connsiteX1" fmla="*/ 509925 w 695352"/>
                <a:gd name="connsiteY1" fmla="*/ 162635 h 927136"/>
                <a:gd name="connsiteX2" fmla="*/ 509925 w 695352"/>
                <a:gd name="connsiteY2" fmla="*/ 77261 h 927136"/>
                <a:gd name="connsiteX3" fmla="*/ 432663 w 695352"/>
                <a:gd name="connsiteY3" fmla="*/ 0 h 927136"/>
                <a:gd name="connsiteX4" fmla="*/ 77261 w 695352"/>
                <a:gd name="connsiteY4" fmla="*/ 0 h 927136"/>
                <a:gd name="connsiteX5" fmla="*/ 0 w 695352"/>
                <a:gd name="connsiteY5" fmla="*/ 77261 h 927136"/>
                <a:gd name="connsiteX6" fmla="*/ 0 w 695352"/>
                <a:gd name="connsiteY6" fmla="*/ 726257 h 927136"/>
                <a:gd name="connsiteX7" fmla="*/ 77261 w 695352"/>
                <a:gd name="connsiteY7" fmla="*/ 803518 h 927136"/>
                <a:gd name="connsiteX8" fmla="*/ 185427 w 695352"/>
                <a:gd name="connsiteY8" fmla="*/ 803518 h 927136"/>
                <a:gd name="connsiteX9" fmla="*/ 189955 w 695352"/>
                <a:gd name="connsiteY9" fmla="*/ 814443 h 927136"/>
                <a:gd name="connsiteX10" fmla="*/ 247236 w 695352"/>
                <a:gd name="connsiteY10" fmla="*/ 871724 h 927136"/>
                <a:gd name="connsiteX11" fmla="*/ 247236 w 695352"/>
                <a:gd name="connsiteY11" fmla="*/ 927136 h 927136"/>
                <a:gd name="connsiteX12" fmla="*/ 278141 w 695352"/>
                <a:gd name="connsiteY12" fmla="*/ 927136 h 927136"/>
                <a:gd name="connsiteX13" fmla="*/ 278141 w 695352"/>
                <a:gd name="connsiteY13" fmla="*/ 865327 h 927136"/>
                <a:gd name="connsiteX14" fmla="*/ 273613 w 695352"/>
                <a:gd name="connsiteY14" fmla="*/ 854402 h 927136"/>
                <a:gd name="connsiteX15" fmla="*/ 216332 w 695352"/>
                <a:gd name="connsiteY15" fmla="*/ 797121 h 927136"/>
                <a:gd name="connsiteX16" fmla="*/ 216332 w 695352"/>
                <a:gd name="connsiteY16" fmla="*/ 728760 h 927136"/>
                <a:gd name="connsiteX17" fmla="*/ 230996 w 695352"/>
                <a:gd name="connsiteY17" fmla="*/ 684783 h 927136"/>
                <a:gd name="connsiteX18" fmla="*/ 231784 w 695352"/>
                <a:gd name="connsiteY18" fmla="*/ 679900 h 927136"/>
                <a:gd name="connsiteX19" fmla="*/ 231784 w 695352"/>
                <a:gd name="connsiteY19" fmla="*/ 463568 h 927136"/>
                <a:gd name="connsiteX20" fmla="*/ 247236 w 695352"/>
                <a:gd name="connsiteY20" fmla="*/ 448116 h 927136"/>
                <a:gd name="connsiteX21" fmla="*/ 262689 w 695352"/>
                <a:gd name="connsiteY21" fmla="*/ 463568 h 927136"/>
                <a:gd name="connsiteX22" fmla="*/ 262689 w 695352"/>
                <a:gd name="connsiteY22" fmla="*/ 602638 h 927136"/>
                <a:gd name="connsiteX23" fmla="*/ 262689 w 695352"/>
                <a:gd name="connsiteY23" fmla="*/ 679900 h 927136"/>
                <a:gd name="connsiteX24" fmla="*/ 262689 w 695352"/>
                <a:gd name="connsiteY24" fmla="*/ 695352 h 927136"/>
                <a:gd name="connsiteX25" fmla="*/ 293593 w 695352"/>
                <a:gd name="connsiteY25" fmla="*/ 695352 h 927136"/>
                <a:gd name="connsiteX26" fmla="*/ 293593 w 695352"/>
                <a:gd name="connsiteY26" fmla="*/ 679900 h 927136"/>
                <a:gd name="connsiteX27" fmla="*/ 293593 w 695352"/>
                <a:gd name="connsiteY27" fmla="*/ 602638 h 927136"/>
                <a:gd name="connsiteX28" fmla="*/ 309045 w 695352"/>
                <a:gd name="connsiteY28" fmla="*/ 587186 h 927136"/>
                <a:gd name="connsiteX29" fmla="*/ 324498 w 695352"/>
                <a:gd name="connsiteY29" fmla="*/ 602638 h 927136"/>
                <a:gd name="connsiteX30" fmla="*/ 324498 w 695352"/>
                <a:gd name="connsiteY30" fmla="*/ 648995 h 927136"/>
                <a:gd name="connsiteX31" fmla="*/ 324498 w 695352"/>
                <a:gd name="connsiteY31" fmla="*/ 695352 h 927136"/>
                <a:gd name="connsiteX32" fmla="*/ 355402 w 695352"/>
                <a:gd name="connsiteY32" fmla="*/ 695352 h 927136"/>
                <a:gd name="connsiteX33" fmla="*/ 355402 w 695352"/>
                <a:gd name="connsiteY33" fmla="*/ 648995 h 927136"/>
                <a:gd name="connsiteX34" fmla="*/ 355402 w 695352"/>
                <a:gd name="connsiteY34" fmla="*/ 602638 h 927136"/>
                <a:gd name="connsiteX35" fmla="*/ 370854 w 695352"/>
                <a:gd name="connsiteY35" fmla="*/ 587186 h 927136"/>
                <a:gd name="connsiteX36" fmla="*/ 386307 w 695352"/>
                <a:gd name="connsiteY36" fmla="*/ 602638 h 927136"/>
                <a:gd name="connsiteX37" fmla="*/ 386307 w 695352"/>
                <a:gd name="connsiteY37" fmla="*/ 618091 h 927136"/>
                <a:gd name="connsiteX38" fmla="*/ 386307 w 695352"/>
                <a:gd name="connsiteY38" fmla="*/ 679900 h 927136"/>
                <a:gd name="connsiteX39" fmla="*/ 386307 w 695352"/>
                <a:gd name="connsiteY39" fmla="*/ 695352 h 927136"/>
                <a:gd name="connsiteX40" fmla="*/ 417211 w 695352"/>
                <a:gd name="connsiteY40" fmla="*/ 695352 h 927136"/>
                <a:gd name="connsiteX41" fmla="*/ 417211 w 695352"/>
                <a:gd name="connsiteY41" fmla="*/ 679900 h 927136"/>
                <a:gd name="connsiteX42" fmla="*/ 417211 w 695352"/>
                <a:gd name="connsiteY42" fmla="*/ 618091 h 927136"/>
                <a:gd name="connsiteX43" fmla="*/ 432663 w 695352"/>
                <a:gd name="connsiteY43" fmla="*/ 602638 h 927136"/>
                <a:gd name="connsiteX44" fmla="*/ 448116 w 695352"/>
                <a:gd name="connsiteY44" fmla="*/ 618091 h 927136"/>
                <a:gd name="connsiteX45" fmla="*/ 448116 w 695352"/>
                <a:gd name="connsiteY45" fmla="*/ 648995 h 927136"/>
                <a:gd name="connsiteX46" fmla="*/ 448116 w 695352"/>
                <a:gd name="connsiteY46" fmla="*/ 695352 h 927136"/>
                <a:gd name="connsiteX47" fmla="*/ 479020 w 695352"/>
                <a:gd name="connsiteY47" fmla="*/ 695352 h 927136"/>
                <a:gd name="connsiteX48" fmla="*/ 479020 w 695352"/>
                <a:gd name="connsiteY48" fmla="*/ 648995 h 927136"/>
                <a:gd name="connsiteX49" fmla="*/ 494473 w 695352"/>
                <a:gd name="connsiteY49" fmla="*/ 633543 h 927136"/>
                <a:gd name="connsiteX50" fmla="*/ 509925 w 695352"/>
                <a:gd name="connsiteY50" fmla="*/ 648995 h 927136"/>
                <a:gd name="connsiteX51" fmla="*/ 509925 w 695352"/>
                <a:gd name="connsiteY51" fmla="*/ 739206 h 927136"/>
                <a:gd name="connsiteX52" fmla="*/ 464356 w 695352"/>
                <a:gd name="connsiteY52" fmla="*/ 875896 h 927136"/>
                <a:gd name="connsiteX53" fmla="*/ 463568 w 695352"/>
                <a:gd name="connsiteY53" fmla="*/ 880779 h 927136"/>
                <a:gd name="connsiteX54" fmla="*/ 463568 w 695352"/>
                <a:gd name="connsiteY54" fmla="*/ 927136 h 927136"/>
                <a:gd name="connsiteX55" fmla="*/ 494473 w 695352"/>
                <a:gd name="connsiteY55" fmla="*/ 927136 h 927136"/>
                <a:gd name="connsiteX56" fmla="*/ 494473 w 695352"/>
                <a:gd name="connsiteY56" fmla="*/ 883282 h 927136"/>
                <a:gd name="connsiteX57" fmla="*/ 540041 w 695352"/>
                <a:gd name="connsiteY57" fmla="*/ 746592 h 927136"/>
                <a:gd name="connsiteX58" fmla="*/ 540829 w 695352"/>
                <a:gd name="connsiteY58" fmla="*/ 741709 h 927136"/>
                <a:gd name="connsiteX59" fmla="*/ 540829 w 695352"/>
                <a:gd name="connsiteY59" fmla="*/ 648995 h 927136"/>
                <a:gd name="connsiteX60" fmla="*/ 509925 w 695352"/>
                <a:gd name="connsiteY60" fmla="*/ 605482 h 927136"/>
                <a:gd name="connsiteX61" fmla="*/ 509925 w 695352"/>
                <a:gd name="connsiteY61" fmla="*/ 424551 h 927136"/>
                <a:gd name="connsiteX62" fmla="*/ 556282 w 695352"/>
                <a:gd name="connsiteY62" fmla="*/ 432663 h 927136"/>
                <a:gd name="connsiteX63" fmla="*/ 695352 w 695352"/>
                <a:gd name="connsiteY63" fmla="*/ 293593 h 927136"/>
                <a:gd name="connsiteX64" fmla="*/ 556282 w 695352"/>
                <a:gd name="connsiteY64" fmla="*/ 154523 h 927136"/>
                <a:gd name="connsiteX65" fmla="*/ 30905 w 695352"/>
                <a:gd name="connsiteY65" fmla="*/ 77261 h 927136"/>
                <a:gd name="connsiteX66" fmla="*/ 77261 w 695352"/>
                <a:gd name="connsiteY66" fmla="*/ 30905 h 927136"/>
                <a:gd name="connsiteX67" fmla="*/ 432663 w 695352"/>
                <a:gd name="connsiteY67" fmla="*/ 30905 h 927136"/>
                <a:gd name="connsiteX68" fmla="*/ 479020 w 695352"/>
                <a:gd name="connsiteY68" fmla="*/ 77261 h 927136"/>
                <a:gd name="connsiteX69" fmla="*/ 479020 w 695352"/>
                <a:gd name="connsiteY69" fmla="*/ 92714 h 927136"/>
                <a:gd name="connsiteX70" fmla="*/ 30905 w 695352"/>
                <a:gd name="connsiteY70" fmla="*/ 92714 h 927136"/>
                <a:gd name="connsiteX71" fmla="*/ 30905 w 695352"/>
                <a:gd name="connsiteY71" fmla="*/ 77261 h 927136"/>
                <a:gd name="connsiteX72" fmla="*/ 186215 w 695352"/>
                <a:gd name="connsiteY72" fmla="*/ 721374 h 927136"/>
                <a:gd name="connsiteX73" fmla="*/ 185427 w 695352"/>
                <a:gd name="connsiteY73" fmla="*/ 726257 h 927136"/>
                <a:gd name="connsiteX74" fmla="*/ 185427 w 695352"/>
                <a:gd name="connsiteY74" fmla="*/ 772613 h 927136"/>
                <a:gd name="connsiteX75" fmla="*/ 77261 w 695352"/>
                <a:gd name="connsiteY75" fmla="*/ 772613 h 927136"/>
                <a:gd name="connsiteX76" fmla="*/ 30905 w 695352"/>
                <a:gd name="connsiteY76" fmla="*/ 726257 h 927136"/>
                <a:gd name="connsiteX77" fmla="*/ 30905 w 695352"/>
                <a:gd name="connsiteY77" fmla="*/ 679900 h 927136"/>
                <a:gd name="connsiteX78" fmla="*/ 200045 w 695352"/>
                <a:gd name="connsiteY78" fmla="*/ 679900 h 927136"/>
                <a:gd name="connsiteX79" fmla="*/ 186215 w 695352"/>
                <a:gd name="connsiteY79" fmla="*/ 721374 h 927136"/>
                <a:gd name="connsiteX80" fmla="*/ 247236 w 695352"/>
                <a:gd name="connsiteY80" fmla="*/ 417211 h 927136"/>
                <a:gd name="connsiteX81" fmla="*/ 200879 w 695352"/>
                <a:gd name="connsiteY81" fmla="*/ 463568 h 927136"/>
                <a:gd name="connsiteX82" fmla="*/ 200879 w 695352"/>
                <a:gd name="connsiteY82" fmla="*/ 479020 h 927136"/>
                <a:gd name="connsiteX83" fmla="*/ 169975 w 695352"/>
                <a:gd name="connsiteY83" fmla="*/ 479020 h 927136"/>
                <a:gd name="connsiteX84" fmla="*/ 154523 w 695352"/>
                <a:gd name="connsiteY84" fmla="*/ 463568 h 927136"/>
                <a:gd name="connsiteX85" fmla="*/ 154523 w 695352"/>
                <a:gd name="connsiteY85" fmla="*/ 401759 h 927136"/>
                <a:gd name="connsiteX86" fmla="*/ 169975 w 695352"/>
                <a:gd name="connsiteY86" fmla="*/ 386307 h 927136"/>
                <a:gd name="connsiteX87" fmla="*/ 324498 w 695352"/>
                <a:gd name="connsiteY87" fmla="*/ 386307 h 927136"/>
                <a:gd name="connsiteX88" fmla="*/ 339950 w 695352"/>
                <a:gd name="connsiteY88" fmla="*/ 401759 h 927136"/>
                <a:gd name="connsiteX89" fmla="*/ 339950 w 695352"/>
                <a:gd name="connsiteY89" fmla="*/ 463568 h 927136"/>
                <a:gd name="connsiteX90" fmla="*/ 324498 w 695352"/>
                <a:gd name="connsiteY90" fmla="*/ 479020 h 927136"/>
                <a:gd name="connsiteX91" fmla="*/ 293593 w 695352"/>
                <a:gd name="connsiteY91" fmla="*/ 479020 h 927136"/>
                <a:gd name="connsiteX92" fmla="*/ 293593 w 695352"/>
                <a:gd name="connsiteY92" fmla="*/ 463568 h 927136"/>
                <a:gd name="connsiteX93" fmla="*/ 247236 w 695352"/>
                <a:gd name="connsiteY93" fmla="*/ 417211 h 927136"/>
                <a:gd name="connsiteX94" fmla="*/ 479020 w 695352"/>
                <a:gd name="connsiteY94" fmla="*/ 605281 h 927136"/>
                <a:gd name="connsiteX95" fmla="*/ 477521 w 695352"/>
                <a:gd name="connsiteY95" fmla="*/ 605945 h 927136"/>
                <a:gd name="connsiteX96" fmla="*/ 477228 w 695352"/>
                <a:gd name="connsiteY96" fmla="*/ 606038 h 927136"/>
                <a:gd name="connsiteX97" fmla="*/ 432663 w 695352"/>
                <a:gd name="connsiteY97" fmla="*/ 571734 h 927136"/>
                <a:gd name="connsiteX98" fmla="*/ 409933 w 695352"/>
                <a:gd name="connsiteY98" fmla="*/ 577930 h 927136"/>
                <a:gd name="connsiteX99" fmla="*/ 370854 w 695352"/>
                <a:gd name="connsiteY99" fmla="*/ 556282 h 927136"/>
                <a:gd name="connsiteX100" fmla="*/ 339950 w 695352"/>
                <a:gd name="connsiteY100" fmla="*/ 568334 h 927136"/>
                <a:gd name="connsiteX101" fmla="*/ 309045 w 695352"/>
                <a:gd name="connsiteY101" fmla="*/ 556282 h 927136"/>
                <a:gd name="connsiteX102" fmla="*/ 293593 w 695352"/>
                <a:gd name="connsiteY102" fmla="*/ 559125 h 927136"/>
                <a:gd name="connsiteX103" fmla="*/ 293593 w 695352"/>
                <a:gd name="connsiteY103" fmla="*/ 509925 h 927136"/>
                <a:gd name="connsiteX104" fmla="*/ 324498 w 695352"/>
                <a:gd name="connsiteY104" fmla="*/ 509925 h 927136"/>
                <a:gd name="connsiteX105" fmla="*/ 370854 w 695352"/>
                <a:gd name="connsiteY105" fmla="*/ 463568 h 927136"/>
                <a:gd name="connsiteX106" fmla="*/ 370854 w 695352"/>
                <a:gd name="connsiteY106" fmla="*/ 401759 h 927136"/>
                <a:gd name="connsiteX107" fmla="*/ 324498 w 695352"/>
                <a:gd name="connsiteY107" fmla="*/ 355402 h 927136"/>
                <a:gd name="connsiteX108" fmla="*/ 169975 w 695352"/>
                <a:gd name="connsiteY108" fmla="*/ 355402 h 927136"/>
                <a:gd name="connsiteX109" fmla="*/ 123618 w 695352"/>
                <a:gd name="connsiteY109" fmla="*/ 401759 h 927136"/>
                <a:gd name="connsiteX110" fmla="*/ 123618 w 695352"/>
                <a:gd name="connsiteY110" fmla="*/ 463568 h 927136"/>
                <a:gd name="connsiteX111" fmla="*/ 169975 w 695352"/>
                <a:gd name="connsiteY111" fmla="*/ 509925 h 927136"/>
                <a:gd name="connsiteX112" fmla="*/ 200879 w 695352"/>
                <a:gd name="connsiteY112" fmla="*/ 509925 h 927136"/>
                <a:gd name="connsiteX113" fmla="*/ 200879 w 695352"/>
                <a:gd name="connsiteY113" fmla="*/ 648995 h 927136"/>
                <a:gd name="connsiteX114" fmla="*/ 30905 w 695352"/>
                <a:gd name="connsiteY114" fmla="*/ 648995 h 927136"/>
                <a:gd name="connsiteX115" fmla="*/ 30905 w 695352"/>
                <a:gd name="connsiteY115" fmla="*/ 123618 h 927136"/>
                <a:gd name="connsiteX116" fmla="*/ 479020 w 695352"/>
                <a:gd name="connsiteY116" fmla="*/ 123618 h 927136"/>
                <a:gd name="connsiteX117" fmla="*/ 479020 w 695352"/>
                <a:gd name="connsiteY117" fmla="*/ 178041 h 927136"/>
                <a:gd name="connsiteX118" fmla="*/ 465901 w 695352"/>
                <a:gd name="connsiteY118" fmla="*/ 188116 h 927136"/>
                <a:gd name="connsiteX119" fmla="*/ 464248 w 695352"/>
                <a:gd name="connsiteY119" fmla="*/ 189630 h 927136"/>
                <a:gd name="connsiteX120" fmla="*/ 454250 w 695352"/>
                <a:gd name="connsiteY120" fmla="*/ 199427 h 927136"/>
                <a:gd name="connsiteX121" fmla="*/ 452350 w 695352"/>
                <a:gd name="connsiteY121" fmla="*/ 201513 h 927136"/>
                <a:gd name="connsiteX122" fmla="*/ 442847 w 695352"/>
                <a:gd name="connsiteY122" fmla="*/ 213427 h 927136"/>
                <a:gd name="connsiteX123" fmla="*/ 442537 w 695352"/>
                <a:gd name="connsiteY123" fmla="*/ 213828 h 927136"/>
                <a:gd name="connsiteX124" fmla="*/ 426915 w 695352"/>
                <a:gd name="connsiteY124" fmla="*/ 242894 h 927136"/>
                <a:gd name="connsiteX125" fmla="*/ 426282 w 695352"/>
                <a:gd name="connsiteY125" fmla="*/ 244625 h 927136"/>
                <a:gd name="connsiteX126" fmla="*/ 422032 w 695352"/>
                <a:gd name="connsiteY126" fmla="*/ 257867 h 927136"/>
                <a:gd name="connsiteX127" fmla="*/ 421167 w 695352"/>
                <a:gd name="connsiteY127" fmla="*/ 261221 h 927136"/>
                <a:gd name="connsiteX128" fmla="*/ 418803 w 695352"/>
                <a:gd name="connsiteY128" fmla="*/ 273706 h 927136"/>
                <a:gd name="connsiteX129" fmla="*/ 418231 w 695352"/>
                <a:gd name="connsiteY129" fmla="*/ 277476 h 927136"/>
                <a:gd name="connsiteX130" fmla="*/ 417211 w 695352"/>
                <a:gd name="connsiteY130" fmla="*/ 293593 h 927136"/>
                <a:gd name="connsiteX131" fmla="*/ 418231 w 695352"/>
                <a:gd name="connsiteY131" fmla="*/ 309710 h 927136"/>
                <a:gd name="connsiteX132" fmla="*/ 418803 w 695352"/>
                <a:gd name="connsiteY132" fmla="*/ 313480 h 927136"/>
                <a:gd name="connsiteX133" fmla="*/ 421167 w 695352"/>
                <a:gd name="connsiteY133" fmla="*/ 325966 h 927136"/>
                <a:gd name="connsiteX134" fmla="*/ 422032 w 695352"/>
                <a:gd name="connsiteY134" fmla="*/ 329319 h 927136"/>
                <a:gd name="connsiteX135" fmla="*/ 426282 w 695352"/>
                <a:gd name="connsiteY135" fmla="*/ 342561 h 927136"/>
                <a:gd name="connsiteX136" fmla="*/ 426915 w 695352"/>
                <a:gd name="connsiteY136" fmla="*/ 344292 h 927136"/>
                <a:gd name="connsiteX137" fmla="*/ 442537 w 695352"/>
                <a:gd name="connsiteY137" fmla="*/ 373358 h 927136"/>
                <a:gd name="connsiteX138" fmla="*/ 442847 w 695352"/>
                <a:gd name="connsiteY138" fmla="*/ 373759 h 927136"/>
                <a:gd name="connsiteX139" fmla="*/ 452350 w 695352"/>
                <a:gd name="connsiteY139" fmla="*/ 385673 h 927136"/>
                <a:gd name="connsiteX140" fmla="*/ 454250 w 695352"/>
                <a:gd name="connsiteY140" fmla="*/ 387759 h 927136"/>
                <a:gd name="connsiteX141" fmla="*/ 464248 w 695352"/>
                <a:gd name="connsiteY141" fmla="*/ 397556 h 927136"/>
                <a:gd name="connsiteX142" fmla="*/ 465901 w 695352"/>
                <a:gd name="connsiteY142" fmla="*/ 399070 h 927136"/>
                <a:gd name="connsiteX143" fmla="*/ 479020 w 695352"/>
                <a:gd name="connsiteY143" fmla="*/ 409145 h 927136"/>
                <a:gd name="connsiteX144" fmla="*/ 479020 w 695352"/>
                <a:gd name="connsiteY144" fmla="*/ 605281 h 927136"/>
                <a:gd name="connsiteX145" fmla="*/ 556282 w 695352"/>
                <a:gd name="connsiteY145" fmla="*/ 401759 h 927136"/>
                <a:gd name="connsiteX146" fmla="*/ 501766 w 695352"/>
                <a:gd name="connsiteY146" fmla="*/ 386863 h 927136"/>
                <a:gd name="connsiteX147" fmla="*/ 490934 w 695352"/>
                <a:gd name="connsiteY147" fmla="*/ 379585 h 927136"/>
                <a:gd name="connsiteX148" fmla="*/ 489960 w 695352"/>
                <a:gd name="connsiteY148" fmla="*/ 378859 h 927136"/>
                <a:gd name="connsiteX149" fmla="*/ 470692 w 695352"/>
                <a:gd name="connsiteY149" fmla="*/ 359482 h 927136"/>
                <a:gd name="connsiteX150" fmla="*/ 470151 w 695352"/>
                <a:gd name="connsiteY150" fmla="*/ 358755 h 927136"/>
                <a:gd name="connsiteX151" fmla="*/ 462703 w 695352"/>
                <a:gd name="connsiteY151" fmla="*/ 347599 h 927136"/>
                <a:gd name="connsiteX152" fmla="*/ 462641 w 695352"/>
                <a:gd name="connsiteY152" fmla="*/ 347506 h 927136"/>
                <a:gd name="connsiteX153" fmla="*/ 452164 w 695352"/>
                <a:gd name="connsiteY153" fmla="*/ 322520 h 927136"/>
                <a:gd name="connsiteX154" fmla="*/ 451623 w 695352"/>
                <a:gd name="connsiteY154" fmla="*/ 320434 h 927136"/>
                <a:gd name="connsiteX155" fmla="*/ 449460 w 695352"/>
                <a:gd name="connsiteY155" fmla="*/ 309741 h 927136"/>
                <a:gd name="connsiteX156" fmla="*/ 449012 w 695352"/>
                <a:gd name="connsiteY156" fmla="*/ 306774 h 927136"/>
                <a:gd name="connsiteX157" fmla="*/ 448116 w 695352"/>
                <a:gd name="connsiteY157" fmla="*/ 293593 h 927136"/>
                <a:gd name="connsiteX158" fmla="*/ 448997 w 695352"/>
                <a:gd name="connsiteY158" fmla="*/ 280428 h 927136"/>
                <a:gd name="connsiteX159" fmla="*/ 449445 w 695352"/>
                <a:gd name="connsiteY159" fmla="*/ 277461 h 927136"/>
                <a:gd name="connsiteX160" fmla="*/ 451608 w 695352"/>
                <a:gd name="connsiteY160" fmla="*/ 266768 h 927136"/>
                <a:gd name="connsiteX161" fmla="*/ 452149 w 695352"/>
                <a:gd name="connsiteY161" fmla="*/ 264682 h 927136"/>
                <a:gd name="connsiteX162" fmla="*/ 462625 w 695352"/>
                <a:gd name="connsiteY162" fmla="*/ 239696 h 927136"/>
                <a:gd name="connsiteX163" fmla="*/ 462687 w 695352"/>
                <a:gd name="connsiteY163" fmla="*/ 239603 h 927136"/>
                <a:gd name="connsiteX164" fmla="*/ 470135 w 695352"/>
                <a:gd name="connsiteY164" fmla="*/ 228446 h 927136"/>
                <a:gd name="connsiteX165" fmla="*/ 470676 w 695352"/>
                <a:gd name="connsiteY165" fmla="*/ 227720 h 927136"/>
                <a:gd name="connsiteX166" fmla="*/ 489945 w 695352"/>
                <a:gd name="connsiteY166" fmla="*/ 208343 h 927136"/>
                <a:gd name="connsiteX167" fmla="*/ 490919 w 695352"/>
                <a:gd name="connsiteY167" fmla="*/ 207617 h 927136"/>
                <a:gd name="connsiteX168" fmla="*/ 501751 w 695352"/>
                <a:gd name="connsiteY168" fmla="*/ 200339 h 927136"/>
                <a:gd name="connsiteX169" fmla="*/ 556282 w 695352"/>
                <a:gd name="connsiteY169" fmla="*/ 185427 h 927136"/>
                <a:gd name="connsiteX170" fmla="*/ 664447 w 695352"/>
                <a:gd name="connsiteY170" fmla="*/ 293593 h 927136"/>
                <a:gd name="connsiteX171" fmla="*/ 556282 w 695352"/>
                <a:gd name="connsiteY171" fmla="*/ 401759 h 92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695352" h="927136">
                  <a:moveTo>
                    <a:pt x="556282" y="154523"/>
                  </a:moveTo>
                  <a:cubicBezTo>
                    <a:pt x="540010" y="154523"/>
                    <a:pt x="524450" y="157474"/>
                    <a:pt x="509925" y="162635"/>
                  </a:cubicBezTo>
                  <a:lnTo>
                    <a:pt x="509925" y="77261"/>
                  </a:lnTo>
                  <a:cubicBezTo>
                    <a:pt x="509925" y="34659"/>
                    <a:pt x="475265" y="0"/>
                    <a:pt x="432663" y="0"/>
                  </a:cubicBezTo>
                  <a:lnTo>
                    <a:pt x="77261" y="0"/>
                  </a:lnTo>
                  <a:cubicBezTo>
                    <a:pt x="34659" y="0"/>
                    <a:pt x="0" y="34659"/>
                    <a:pt x="0" y="77261"/>
                  </a:cubicBezTo>
                  <a:lnTo>
                    <a:pt x="0" y="726257"/>
                  </a:lnTo>
                  <a:cubicBezTo>
                    <a:pt x="0" y="768858"/>
                    <a:pt x="34659" y="803518"/>
                    <a:pt x="77261" y="803518"/>
                  </a:cubicBezTo>
                  <a:lnTo>
                    <a:pt x="185427" y="803518"/>
                  </a:lnTo>
                  <a:cubicBezTo>
                    <a:pt x="185427" y="807613"/>
                    <a:pt x="187050" y="811553"/>
                    <a:pt x="189955" y="814443"/>
                  </a:cubicBezTo>
                  <a:lnTo>
                    <a:pt x="247236" y="871724"/>
                  </a:lnTo>
                  <a:lnTo>
                    <a:pt x="247236" y="927136"/>
                  </a:lnTo>
                  <a:lnTo>
                    <a:pt x="278141" y="927136"/>
                  </a:lnTo>
                  <a:lnTo>
                    <a:pt x="278141" y="865327"/>
                  </a:lnTo>
                  <a:cubicBezTo>
                    <a:pt x="278141" y="861232"/>
                    <a:pt x="276518" y="857292"/>
                    <a:pt x="273613" y="854402"/>
                  </a:cubicBezTo>
                  <a:lnTo>
                    <a:pt x="216332" y="797121"/>
                  </a:lnTo>
                  <a:lnTo>
                    <a:pt x="216332" y="728760"/>
                  </a:lnTo>
                  <a:lnTo>
                    <a:pt x="230996" y="684783"/>
                  </a:lnTo>
                  <a:cubicBezTo>
                    <a:pt x="231521" y="683207"/>
                    <a:pt x="231784" y="681553"/>
                    <a:pt x="231784" y="679900"/>
                  </a:cubicBezTo>
                  <a:lnTo>
                    <a:pt x="231784" y="463568"/>
                  </a:lnTo>
                  <a:cubicBezTo>
                    <a:pt x="231784" y="455054"/>
                    <a:pt x="238722" y="448116"/>
                    <a:pt x="247236" y="448116"/>
                  </a:cubicBezTo>
                  <a:cubicBezTo>
                    <a:pt x="255750" y="448116"/>
                    <a:pt x="262689" y="455054"/>
                    <a:pt x="262689" y="463568"/>
                  </a:cubicBezTo>
                  <a:lnTo>
                    <a:pt x="262689" y="602638"/>
                  </a:lnTo>
                  <a:lnTo>
                    <a:pt x="262689" y="679900"/>
                  </a:lnTo>
                  <a:lnTo>
                    <a:pt x="262689" y="695352"/>
                  </a:lnTo>
                  <a:lnTo>
                    <a:pt x="293593" y="695352"/>
                  </a:lnTo>
                  <a:lnTo>
                    <a:pt x="293593" y="679900"/>
                  </a:lnTo>
                  <a:lnTo>
                    <a:pt x="293593" y="602638"/>
                  </a:lnTo>
                  <a:cubicBezTo>
                    <a:pt x="293593" y="594124"/>
                    <a:pt x="300531" y="587186"/>
                    <a:pt x="309045" y="587186"/>
                  </a:cubicBezTo>
                  <a:cubicBezTo>
                    <a:pt x="317560" y="587186"/>
                    <a:pt x="324498" y="594124"/>
                    <a:pt x="324498" y="602638"/>
                  </a:cubicBezTo>
                  <a:lnTo>
                    <a:pt x="324498" y="648995"/>
                  </a:lnTo>
                  <a:lnTo>
                    <a:pt x="324498" y="695352"/>
                  </a:lnTo>
                  <a:lnTo>
                    <a:pt x="355402" y="695352"/>
                  </a:lnTo>
                  <a:lnTo>
                    <a:pt x="355402" y="648995"/>
                  </a:lnTo>
                  <a:lnTo>
                    <a:pt x="355402" y="602638"/>
                  </a:lnTo>
                  <a:cubicBezTo>
                    <a:pt x="355402" y="594124"/>
                    <a:pt x="362340" y="587186"/>
                    <a:pt x="370854" y="587186"/>
                  </a:cubicBezTo>
                  <a:cubicBezTo>
                    <a:pt x="379369" y="587186"/>
                    <a:pt x="386307" y="594124"/>
                    <a:pt x="386307" y="602638"/>
                  </a:cubicBezTo>
                  <a:lnTo>
                    <a:pt x="386307" y="618091"/>
                  </a:lnTo>
                  <a:lnTo>
                    <a:pt x="386307" y="679900"/>
                  </a:lnTo>
                  <a:lnTo>
                    <a:pt x="386307" y="695352"/>
                  </a:lnTo>
                  <a:lnTo>
                    <a:pt x="417211" y="695352"/>
                  </a:lnTo>
                  <a:lnTo>
                    <a:pt x="417211" y="679900"/>
                  </a:lnTo>
                  <a:lnTo>
                    <a:pt x="417211" y="618091"/>
                  </a:lnTo>
                  <a:cubicBezTo>
                    <a:pt x="417211" y="609576"/>
                    <a:pt x="424149" y="602638"/>
                    <a:pt x="432663" y="602638"/>
                  </a:cubicBezTo>
                  <a:cubicBezTo>
                    <a:pt x="441178" y="602638"/>
                    <a:pt x="448116" y="609576"/>
                    <a:pt x="448116" y="618091"/>
                  </a:cubicBezTo>
                  <a:lnTo>
                    <a:pt x="448116" y="648995"/>
                  </a:lnTo>
                  <a:lnTo>
                    <a:pt x="448116" y="695352"/>
                  </a:lnTo>
                  <a:lnTo>
                    <a:pt x="479020" y="695352"/>
                  </a:lnTo>
                  <a:lnTo>
                    <a:pt x="479020" y="648995"/>
                  </a:lnTo>
                  <a:cubicBezTo>
                    <a:pt x="479020" y="640481"/>
                    <a:pt x="485958" y="633543"/>
                    <a:pt x="494473" y="633543"/>
                  </a:cubicBezTo>
                  <a:cubicBezTo>
                    <a:pt x="502987" y="633543"/>
                    <a:pt x="509925" y="640481"/>
                    <a:pt x="509925" y="648995"/>
                  </a:cubicBezTo>
                  <a:lnTo>
                    <a:pt x="509925" y="739206"/>
                  </a:lnTo>
                  <a:lnTo>
                    <a:pt x="464356" y="875896"/>
                  </a:lnTo>
                  <a:cubicBezTo>
                    <a:pt x="463831" y="877472"/>
                    <a:pt x="463568" y="879126"/>
                    <a:pt x="463568" y="880779"/>
                  </a:cubicBezTo>
                  <a:lnTo>
                    <a:pt x="463568" y="927136"/>
                  </a:lnTo>
                  <a:lnTo>
                    <a:pt x="494473" y="927136"/>
                  </a:lnTo>
                  <a:lnTo>
                    <a:pt x="494473" y="883282"/>
                  </a:lnTo>
                  <a:lnTo>
                    <a:pt x="540041" y="746592"/>
                  </a:lnTo>
                  <a:cubicBezTo>
                    <a:pt x="540567" y="745016"/>
                    <a:pt x="540829" y="743362"/>
                    <a:pt x="540829" y="741709"/>
                  </a:cubicBezTo>
                  <a:lnTo>
                    <a:pt x="540829" y="648995"/>
                  </a:lnTo>
                  <a:cubicBezTo>
                    <a:pt x="540829" y="628876"/>
                    <a:pt x="527865" y="611879"/>
                    <a:pt x="509925" y="605482"/>
                  </a:cubicBezTo>
                  <a:lnTo>
                    <a:pt x="509925" y="424551"/>
                  </a:lnTo>
                  <a:cubicBezTo>
                    <a:pt x="524450" y="429712"/>
                    <a:pt x="540010" y="432663"/>
                    <a:pt x="556282" y="432663"/>
                  </a:cubicBezTo>
                  <a:cubicBezTo>
                    <a:pt x="632956" y="432663"/>
                    <a:pt x="695352" y="370267"/>
                    <a:pt x="695352" y="293593"/>
                  </a:cubicBezTo>
                  <a:cubicBezTo>
                    <a:pt x="695352" y="216919"/>
                    <a:pt x="632956" y="154523"/>
                    <a:pt x="556282" y="154523"/>
                  </a:cubicBezTo>
                  <a:close/>
                  <a:moveTo>
                    <a:pt x="30905" y="77261"/>
                  </a:moveTo>
                  <a:cubicBezTo>
                    <a:pt x="30905" y="51703"/>
                    <a:pt x="51703" y="30905"/>
                    <a:pt x="77261" y="30905"/>
                  </a:cubicBezTo>
                  <a:lnTo>
                    <a:pt x="432663" y="30905"/>
                  </a:lnTo>
                  <a:cubicBezTo>
                    <a:pt x="458222" y="30905"/>
                    <a:pt x="479020" y="51703"/>
                    <a:pt x="479020" y="77261"/>
                  </a:cubicBezTo>
                  <a:lnTo>
                    <a:pt x="479020" y="92714"/>
                  </a:lnTo>
                  <a:lnTo>
                    <a:pt x="30905" y="92714"/>
                  </a:lnTo>
                  <a:lnTo>
                    <a:pt x="30905" y="77261"/>
                  </a:lnTo>
                  <a:close/>
                  <a:moveTo>
                    <a:pt x="186215" y="721374"/>
                  </a:moveTo>
                  <a:cubicBezTo>
                    <a:pt x="185690" y="722950"/>
                    <a:pt x="185427" y="724603"/>
                    <a:pt x="185427" y="726257"/>
                  </a:cubicBezTo>
                  <a:lnTo>
                    <a:pt x="185427" y="772613"/>
                  </a:lnTo>
                  <a:lnTo>
                    <a:pt x="77261" y="772613"/>
                  </a:lnTo>
                  <a:cubicBezTo>
                    <a:pt x="51703" y="772613"/>
                    <a:pt x="30905" y="751815"/>
                    <a:pt x="30905" y="726257"/>
                  </a:cubicBezTo>
                  <a:lnTo>
                    <a:pt x="30905" y="679900"/>
                  </a:lnTo>
                  <a:lnTo>
                    <a:pt x="200045" y="679900"/>
                  </a:lnTo>
                  <a:lnTo>
                    <a:pt x="186215" y="721374"/>
                  </a:lnTo>
                  <a:close/>
                  <a:moveTo>
                    <a:pt x="247236" y="417211"/>
                  </a:moveTo>
                  <a:cubicBezTo>
                    <a:pt x="221678" y="417211"/>
                    <a:pt x="200879" y="438010"/>
                    <a:pt x="200879" y="463568"/>
                  </a:cubicBezTo>
                  <a:lnTo>
                    <a:pt x="200879" y="479020"/>
                  </a:lnTo>
                  <a:lnTo>
                    <a:pt x="169975" y="479020"/>
                  </a:lnTo>
                  <a:cubicBezTo>
                    <a:pt x="161461" y="479020"/>
                    <a:pt x="154523" y="472082"/>
                    <a:pt x="154523" y="463568"/>
                  </a:cubicBezTo>
                  <a:lnTo>
                    <a:pt x="154523" y="401759"/>
                  </a:lnTo>
                  <a:cubicBezTo>
                    <a:pt x="154523" y="393245"/>
                    <a:pt x="161461" y="386307"/>
                    <a:pt x="169975" y="386307"/>
                  </a:cubicBezTo>
                  <a:lnTo>
                    <a:pt x="324498" y="386307"/>
                  </a:lnTo>
                  <a:cubicBezTo>
                    <a:pt x="333012" y="386307"/>
                    <a:pt x="339950" y="393245"/>
                    <a:pt x="339950" y="401759"/>
                  </a:cubicBezTo>
                  <a:lnTo>
                    <a:pt x="339950" y="463568"/>
                  </a:lnTo>
                  <a:cubicBezTo>
                    <a:pt x="339950" y="472082"/>
                    <a:pt x="333012" y="479020"/>
                    <a:pt x="324498" y="479020"/>
                  </a:cubicBezTo>
                  <a:lnTo>
                    <a:pt x="293593" y="479020"/>
                  </a:lnTo>
                  <a:lnTo>
                    <a:pt x="293593" y="463568"/>
                  </a:lnTo>
                  <a:cubicBezTo>
                    <a:pt x="293593" y="438010"/>
                    <a:pt x="272794" y="417211"/>
                    <a:pt x="247236" y="417211"/>
                  </a:cubicBezTo>
                  <a:close/>
                  <a:moveTo>
                    <a:pt x="479020" y="605281"/>
                  </a:moveTo>
                  <a:cubicBezTo>
                    <a:pt x="478495" y="605466"/>
                    <a:pt x="478031" y="605744"/>
                    <a:pt x="477521" y="605945"/>
                  </a:cubicBezTo>
                  <a:cubicBezTo>
                    <a:pt x="477429" y="605976"/>
                    <a:pt x="477321" y="605992"/>
                    <a:pt x="477228" y="606038"/>
                  </a:cubicBezTo>
                  <a:cubicBezTo>
                    <a:pt x="471897" y="586336"/>
                    <a:pt x="454034" y="571734"/>
                    <a:pt x="432663" y="571734"/>
                  </a:cubicBezTo>
                  <a:cubicBezTo>
                    <a:pt x="424366" y="571734"/>
                    <a:pt x="416686" y="574098"/>
                    <a:pt x="409933" y="577930"/>
                  </a:cubicBezTo>
                  <a:cubicBezTo>
                    <a:pt x="401713" y="564966"/>
                    <a:pt x="387311" y="556282"/>
                    <a:pt x="370854" y="556282"/>
                  </a:cubicBezTo>
                  <a:cubicBezTo>
                    <a:pt x="358941" y="556282"/>
                    <a:pt x="348170" y="560933"/>
                    <a:pt x="339950" y="568334"/>
                  </a:cubicBezTo>
                  <a:cubicBezTo>
                    <a:pt x="331729" y="560917"/>
                    <a:pt x="320959" y="556282"/>
                    <a:pt x="309045" y="556282"/>
                  </a:cubicBezTo>
                  <a:cubicBezTo>
                    <a:pt x="303606" y="556282"/>
                    <a:pt x="298445" y="557394"/>
                    <a:pt x="293593" y="559125"/>
                  </a:cubicBezTo>
                  <a:lnTo>
                    <a:pt x="293593" y="509925"/>
                  </a:lnTo>
                  <a:lnTo>
                    <a:pt x="324498" y="509925"/>
                  </a:lnTo>
                  <a:cubicBezTo>
                    <a:pt x="350056" y="509925"/>
                    <a:pt x="370854" y="489126"/>
                    <a:pt x="370854" y="463568"/>
                  </a:cubicBezTo>
                  <a:lnTo>
                    <a:pt x="370854" y="401759"/>
                  </a:lnTo>
                  <a:cubicBezTo>
                    <a:pt x="370854" y="376201"/>
                    <a:pt x="350056" y="355402"/>
                    <a:pt x="324498" y="355402"/>
                  </a:cubicBezTo>
                  <a:lnTo>
                    <a:pt x="169975" y="355402"/>
                  </a:lnTo>
                  <a:cubicBezTo>
                    <a:pt x="144417" y="355402"/>
                    <a:pt x="123618" y="376201"/>
                    <a:pt x="123618" y="401759"/>
                  </a:cubicBezTo>
                  <a:lnTo>
                    <a:pt x="123618" y="463568"/>
                  </a:lnTo>
                  <a:cubicBezTo>
                    <a:pt x="123618" y="489126"/>
                    <a:pt x="144417" y="509925"/>
                    <a:pt x="169975" y="509925"/>
                  </a:cubicBezTo>
                  <a:lnTo>
                    <a:pt x="200879" y="509925"/>
                  </a:lnTo>
                  <a:lnTo>
                    <a:pt x="200879" y="648995"/>
                  </a:lnTo>
                  <a:lnTo>
                    <a:pt x="30905" y="648995"/>
                  </a:lnTo>
                  <a:lnTo>
                    <a:pt x="30905" y="123618"/>
                  </a:lnTo>
                  <a:lnTo>
                    <a:pt x="479020" y="123618"/>
                  </a:lnTo>
                  <a:lnTo>
                    <a:pt x="479020" y="178041"/>
                  </a:lnTo>
                  <a:cubicBezTo>
                    <a:pt x="474431" y="181116"/>
                    <a:pt x="470089" y="184516"/>
                    <a:pt x="465901" y="188116"/>
                  </a:cubicBezTo>
                  <a:cubicBezTo>
                    <a:pt x="465330" y="188610"/>
                    <a:pt x="464804" y="189120"/>
                    <a:pt x="464248" y="189630"/>
                  </a:cubicBezTo>
                  <a:cubicBezTo>
                    <a:pt x="460756" y="192736"/>
                    <a:pt x="457418" y="195997"/>
                    <a:pt x="454250" y="199427"/>
                  </a:cubicBezTo>
                  <a:cubicBezTo>
                    <a:pt x="453617" y="200122"/>
                    <a:pt x="452983" y="200802"/>
                    <a:pt x="452350" y="201513"/>
                  </a:cubicBezTo>
                  <a:cubicBezTo>
                    <a:pt x="448981" y="205314"/>
                    <a:pt x="445798" y="209270"/>
                    <a:pt x="442847" y="213427"/>
                  </a:cubicBezTo>
                  <a:cubicBezTo>
                    <a:pt x="442754" y="213566"/>
                    <a:pt x="442646" y="213689"/>
                    <a:pt x="442537" y="213828"/>
                  </a:cubicBezTo>
                  <a:cubicBezTo>
                    <a:pt x="436217" y="222806"/>
                    <a:pt x="430979" y="232541"/>
                    <a:pt x="426915" y="242894"/>
                  </a:cubicBezTo>
                  <a:cubicBezTo>
                    <a:pt x="426683" y="243466"/>
                    <a:pt x="426498" y="244053"/>
                    <a:pt x="426282" y="244625"/>
                  </a:cubicBezTo>
                  <a:cubicBezTo>
                    <a:pt x="424644" y="248951"/>
                    <a:pt x="423238" y="253355"/>
                    <a:pt x="422032" y="257867"/>
                  </a:cubicBezTo>
                  <a:cubicBezTo>
                    <a:pt x="421739" y="258980"/>
                    <a:pt x="421445" y="260093"/>
                    <a:pt x="421167" y="261221"/>
                  </a:cubicBezTo>
                  <a:cubicBezTo>
                    <a:pt x="420178" y="265315"/>
                    <a:pt x="419405" y="269472"/>
                    <a:pt x="418803" y="273706"/>
                  </a:cubicBezTo>
                  <a:cubicBezTo>
                    <a:pt x="418617" y="274973"/>
                    <a:pt x="418370" y="276209"/>
                    <a:pt x="418231" y="277476"/>
                  </a:cubicBezTo>
                  <a:cubicBezTo>
                    <a:pt x="417613" y="282776"/>
                    <a:pt x="417211" y="288138"/>
                    <a:pt x="417211" y="293593"/>
                  </a:cubicBezTo>
                  <a:cubicBezTo>
                    <a:pt x="417211" y="299048"/>
                    <a:pt x="417613" y="304410"/>
                    <a:pt x="418231" y="309710"/>
                  </a:cubicBezTo>
                  <a:cubicBezTo>
                    <a:pt x="418386" y="310977"/>
                    <a:pt x="418617" y="312213"/>
                    <a:pt x="418803" y="313480"/>
                  </a:cubicBezTo>
                  <a:cubicBezTo>
                    <a:pt x="419405" y="317699"/>
                    <a:pt x="420194" y="321871"/>
                    <a:pt x="421167" y="325966"/>
                  </a:cubicBezTo>
                  <a:cubicBezTo>
                    <a:pt x="421445" y="327094"/>
                    <a:pt x="421723" y="328191"/>
                    <a:pt x="422032" y="329319"/>
                  </a:cubicBezTo>
                  <a:cubicBezTo>
                    <a:pt x="423238" y="333831"/>
                    <a:pt x="424644" y="338250"/>
                    <a:pt x="426282" y="342561"/>
                  </a:cubicBezTo>
                  <a:cubicBezTo>
                    <a:pt x="426498" y="343133"/>
                    <a:pt x="426699" y="343720"/>
                    <a:pt x="426915" y="344292"/>
                  </a:cubicBezTo>
                  <a:cubicBezTo>
                    <a:pt x="430995" y="354645"/>
                    <a:pt x="436233" y="364380"/>
                    <a:pt x="442537" y="373358"/>
                  </a:cubicBezTo>
                  <a:cubicBezTo>
                    <a:pt x="442630" y="373497"/>
                    <a:pt x="442738" y="373620"/>
                    <a:pt x="442847" y="373759"/>
                  </a:cubicBezTo>
                  <a:cubicBezTo>
                    <a:pt x="445798" y="377916"/>
                    <a:pt x="448981" y="381872"/>
                    <a:pt x="452350" y="385673"/>
                  </a:cubicBezTo>
                  <a:cubicBezTo>
                    <a:pt x="452968" y="386384"/>
                    <a:pt x="453601" y="387064"/>
                    <a:pt x="454250" y="387759"/>
                  </a:cubicBezTo>
                  <a:cubicBezTo>
                    <a:pt x="457418" y="391190"/>
                    <a:pt x="460740" y="394465"/>
                    <a:pt x="464248" y="397556"/>
                  </a:cubicBezTo>
                  <a:cubicBezTo>
                    <a:pt x="464804" y="398050"/>
                    <a:pt x="465345" y="398576"/>
                    <a:pt x="465901" y="399070"/>
                  </a:cubicBezTo>
                  <a:cubicBezTo>
                    <a:pt x="470089" y="402655"/>
                    <a:pt x="474431" y="406055"/>
                    <a:pt x="479020" y="409145"/>
                  </a:cubicBezTo>
                  <a:lnTo>
                    <a:pt x="479020" y="605281"/>
                  </a:lnTo>
                  <a:close/>
                  <a:moveTo>
                    <a:pt x="556282" y="401759"/>
                  </a:moveTo>
                  <a:cubicBezTo>
                    <a:pt x="536395" y="401759"/>
                    <a:pt x="517805" y="396273"/>
                    <a:pt x="501766" y="386863"/>
                  </a:cubicBezTo>
                  <a:cubicBezTo>
                    <a:pt x="497980" y="384653"/>
                    <a:pt x="494380" y="382212"/>
                    <a:pt x="490934" y="379585"/>
                  </a:cubicBezTo>
                  <a:cubicBezTo>
                    <a:pt x="490609" y="379338"/>
                    <a:pt x="490270" y="379106"/>
                    <a:pt x="489960" y="378859"/>
                  </a:cubicBezTo>
                  <a:cubicBezTo>
                    <a:pt x="482698" y="373188"/>
                    <a:pt x="476223" y="366667"/>
                    <a:pt x="470692" y="359482"/>
                  </a:cubicBezTo>
                  <a:cubicBezTo>
                    <a:pt x="470506" y="359234"/>
                    <a:pt x="470336" y="359003"/>
                    <a:pt x="470151" y="358755"/>
                  </a:cubicBezTo>
                  <a:cubicBezTo>
                    <a:pt x="467447" y="355186"/>
                    <a:pt x="464943" y="351462"/>
                    <a:pt x="462703" y="347599"/>
                  </a:cubicBezTo>
                  <a:cubicBezTo>
                    <a:pt x="462687" y="347568"/>
                    <a:pt x="462656" y="347537"/>
                    <a:pt x="462641" y="347506"/>
                  </a:cubicBezTo>
                  <a:cubicBezTo>
                    <a:pt x="458113" y="339672"/>
                    <a:pt x="454621" y="331266"/>
                    <a:pt x="452164" y="322520"/>
                  </a:cubicBezTo>
                  <a:cubicBezTo>
                    <a:pt x="451979" y="321824"/>
                    <a:pt x="451809" y="321129"/>
                    <a:pt x="451623" y="320434"/>
                  </a:cubicBezTo>
                  <a:cubicBezTo>
                    <a:pt x="450712" y="316926"/>
                    <a:pt x="450016" y="313341"/>
                    <a:pt x="449460" y="309741"/>
                  </a:cubicBezTo>
                  <a:cubicBezTo>
                    <a:pt x="449306" y="308752"/>
                    <a:pt x="449120" y="307763"/>
                    <a:pt x="449012" y="306774"/>
                  </a:cubicBezTo>
                  <a:cubicBezTo>
                    <a:pt x="448456" y="302416"/>
                    <a:pt x="448116" y="298028"/>
                    <a:pt x="448116" y="293593"/>
                  </a:cubicBezTo>
                  <a:cubicBezTo>
                    <a:pt x="448116" y="289158"/>
                    <a:pt x="448456" y="284770"/>
                    <a:pt x="448997" y="280428"/>
                  </a:cubicBezTo>
                  <a:cubicBezTo>
                    <a:pt x="449120" y="279423"/>
                    <a:pt x="449306" y="278450"/>
                    <a:pt x="449445" y="277461"/>
                  </a:cubicBezTo>
                  <a:cubicBezTo>
                    <a:pt x="450001" y="273845"/>
                    <a:pt x="450696" y="270276"/>
                    <a:pt x="451608" y="266768"/>
                  </a:cubicBezTo>
                  <a:cubicBezTo>
                    <a:pt x="451793" y="266073"/>
                    <a:pt x="451948" y="265377"/>
                    <a:pt x="452149" y="264682"/>
                  </a:cubicBezTo>
                  <a:cubicBezTo>
                    <a:pt x="454606" y="255936"/>
                    <a:pt x="458098" y="247530"/>
                    <a:pt x="462625" y="239696"/>
                  </a:cubicBezTo>
                  <a:cubicBezTo>
                    <a:pt x="462641" y="239665"/>
                    <a:pt x="462672" y="239634"/>
                    <a:pt x="462687" y="239603"/>
                  </a:cubicBezTo>
                  <a:cubicBezTo>
                    <a:pt x="464928" y="235740"/>
                    <a:pt x="467431" y="232016"/>
                    <a:pt x="470135" y="228446"/>
                  </a:cubicBezTo>
                  <a:cubicBezTo>
                    <a:pt x="470321" y="228199"/>
                    <a:pt x="470491" y="227967"/>
                    <a:pt x="470676" y="227720"/>
                  </a:cubicBezTo>
                  <a:cubicBezTo>
                    <a:pt x="476223" y="220519"/>
                    <a:pt x="482682" y="213998"/>
                    <a:pt x="489945" y="208343"/>
                  </a:cubicBezTo>
                  <a:cubicBezTo>
                    <a:pt x="490270" y="208096"/>
                    <a:pt x="490594" y="207864"/>
                    <a:pt x="490919" y="207617"/>
                  </a:cubicBezTo>
                  <a:cubicBezTo>
                    <a:pt x="494364" y="204990"/>
                    <a:pt x="497965" y="202564"/>
                    <a:pt x="501751" y="200339"/>
                  </a:cubicBezTo>
                  <a:cubicBezTo>
                    <a:pt x="517805" y="190913"/>
                    <a:pt x="536395" y="185427"/>
                    <a:pt x="556282" y="185427"/>
                  </a:cubicBezTo>
                  <a:cubicBezTo>
                    <a:pt x="615927" y="185427"/>
                    <a:pt x="664447" y="233947"/>
                    <a:pt x="664447" y="293593"/>
                  </a:cubicBezTo>
                  <a:cubicBezTo>
                    <a:pt x="664447" y="353239"/>
                    <a:pt x="615927" y="401759"/>
                    <a:pt x="556282" y="401759"/>
                  </a:cubicBezTo>
                  <a:close/>
                </a:path>
              </a:pathLst>
            </a:custGeom>
            <a:solidFill>
              <a:sysClr val="windowText" lastClr="000000">
                <a:lumMod val="75000"/>
                <a:lumOff val="25000"/>
              </a:sysClr>
            </a:solidFill>
            <a:ln w="1925"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72" name="任意多边形: 形状 48"/>
            <p:cNvSpPr/>
            <p:nvPr>
              <p:custDataLst>
                <p:tags r:id="rId32"/>
              </p:custDataLst>
            </p:nvPr>
          </p:nvSpPr>
          <p:spPr>
            <a:xfrm>
              <a:off x="5667888" y="2232591"/>
              <a:ext cx="200883" cy="145467"/>
            </a:xfrm>
            <a:custGeom>
              <a:avLst/>
              <a:gdLst>
                <a:gd name="connsiteX0" fmla="*/ 196352 w 200883"/>
                <a:gd name="connsiteY0" fmla="*/ 61809 h 145467"/>
                <a:gd name="connsiteX1" fmla="*/ 134543 w 200883"/>
                <a:gd name="connsiteY1" fmla="*/ 0 h 145467"/>
                <a:gd name="connsiteX2" fmla="*/ 112693 w 200883"/>
                <a:gd name="connsiteY2" fmla="*/ 21849 h 145467"/>
                <a:gd name="connsiteX3" fmla="*/ 148125 w 200883"/>
                <a:gd name="connsiteY3" fmla="*/ 57282 h 145467"/>
                <a:gd name="connsiteX4" fmla="*/ 0 w 200883"/>
                <a:gd name="connsiteY4" fmla="*/ 57282 h 145467"/>
                <a:gd name="connsiteX5" fmla="*/ 0 w 200883"/>
                <a:gd name="connsiteY5" fmla="*/ 88186 h 145467"/>
                <a:gd name="connsiteX6" fmla="*/ 148125 w 200883"/>
                <a:gd name="connsiteY6" fmla="*/ 88186 h 145467"/>
                <a:gd name="connsiteX7" fmla="*/ 112693 w 200883"/>
                <a:gd name="connsiteY7" fmla="*/ 123618 h 145467"/>
                <a:gd name="connsiteX8" fmla="*/ 134543 w 200883"/>
                <a:gd name="connsiteY8" fmla="*/ 145468 h 145467"/>
                <a:gd name="connsiteX9" fmla="*/ 196352 w 200883"/>
                <a:gd name="connsiteY9" fmla="*/ 83659 h 145467"/>
                <a:gd name="connsiteX10" fmla="*/ 196352 w 200883"/>
                <a:gd name="connsiteY10" fmla="*/ 61809 h 1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0883" h="145467">
                  <a:moveTo>
                    <a:pt x="196352" y="61809"/>
                  </a:moveTo>
                  <a:lnTo>
                    <a:pt x="134543" y="0"/>
                  </a:lnTo>
                  <a:lnTo>
                    <a:pt x="112693" y="21849"/>
                  </a:lnTo>
                  <a:lnTo>
                    <a:pt x="148125" y="57282"/>
                  </a:lnTo>
                  <a:lnTo>
                    <a:pt x="0" y="57282"/>
                  </a:lnTo>
                  <a:lnTo>
                    <a:pt x="0" y="88186"/>
                  </a:lnTo>
                  <a:lnTo>
                    <a:pt x="148125" y="88186"/>
                  </a:lnTo>
                  <a:lnTo>
                    <a:pt x="112693" y="123618"/>
                  </a:lnTo>
                  <a:lnTo>
                    <a:pt x="134543" y="145468"/>
                  </a:lnTo>
                  <a:lnTo>
                    <a:pt x="196352" y="83659"/>
                  </a:lnTo>
                  <a:cubicBezTo>
                    <a:pt x="202394" y="77617"/>
                    <a:pt x="202394" y="67851"/>
                    <a:pt x="196352" y="61809"/>
                  </a:cubicBezTo>
                  <a:close/>
                </a:path>
              </a:pathLst>
            </a:custGeom>
            <a:solidFill>
              <a:sysClr val="windowText" lastClr="000000">
                <a:lumMod val="75000"/>
                <a:lumOff val="25000"/>
              </a:sysClr>
            </a:solidFill>
            <a:ln w="1925"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73" name="任意多边形: 形状 49"/>
            <p:cNvSpPr/>
            <p:nvPr>
              <p:custDataLst>
                <p:tags r:id="rId33"/>
              </p:custDataLst>
            </p:nvPr>
          </p:nvSpPr>
          <p:spPr>
            <a:xfrm>
              <a:off x="5133240" y="2258968"/>
              <a:ext cx="111256" cy="43266"/>
            </a:xfrm>
            <a:custGeom>
              <a:avLst/>
              <a:gdLst>
                <a:gd name="connsiteX0" fmla="*/ 55628 w 111256"/>
                <a:gd name="connsiteY0" fmla="*/ 0 h 43266"/>
                <a:gd name="connsiteX1" fmla="*/ 0 w 111256"/>
                <a:gd name="connsiteY1" fmla="*/ 18543 h 43266"/>
                <a:gd name="connsiteX2" fmla="*/ 18543 w 111256"/>
                <a:gd name="connsiteY2" fmla="*/ 43266 h 43266"/>
                <a:gd name="connsiteX3" fmla="*/ 55628 w 111256"/>
                <a:gd name="connsiteY3" fmla="*/ 30905 h 43266"/>
                <a:gd name="connsiteX4" fmla="*/ 92714 w 111256"/>
                <a:gd name="connsiteY4" fmla="*/ 43266 h 43266"/>
                <a:gd name="connsiteX5" fmla="*/ 111256 w 111256"/>
                <a:gd name="connsiteY5" fmla="*/ 18543 h 43266"/>
                <a:gd name="connsiteX6" fmla="*/ 55628 w 111256"/>
                <a:gd name="connsiteY6" fmla="*/ 0 h 43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256" h="43266">
                  <a:moveTo>
                    <a:pt x="55628" y="0"/>
                  </a:moveTo>
                  <a:cubicBezTo>
                    <a:pt x="28741" y="0"/>
                    <a:pt x="9240" y="11620"/>
                    <a:pt x="0" y="18543"/>
                  </a:cubicBezTo>
                  <a:lnTo>
                    <a:pt x="18543" y="43266"/>
                  </a:lnTo>
                  <a:cubicBezTo>
                    <a:pt x="24693" y="38662"/>
                    <a:pt x="37704" y="30905"/>
                    <a:pt x="55628" y="30905"/>
                  </a:cubicBezTo>
                  <a:cubicBezTo>
                    <a:pt x="63323" y="30905"/>
                    <a:pt x="78374" y="32512"/>
                    <a:pt x="92714" y="43266"/>
                  </a:cubicBezTo>
                  <a:lnTo>
                    <a:pt x="111256" y="18543"/>
                  </a:lnTo>
                  <a:cubicBezTo>
                    <a:pt x="89747" y="2411"/>
                    <a:pt x="67171" y="0"/>
                    <a:pt x="55628" y="0"/>
                  </a:cubicBezTo>
                  <a:close/>
                </a:path>
              </a:pathLst>
            </a:custGeom>
            <a:solidFill>
              <a:srgbClr val="2346F5"/>
            </a:solidFill>
            <a:ln w="1925"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74" name="任意多边形: 形状 50"/>
            <p:cNvSpPr/>
            <p:nvPr>
              <p:custDataLst>
                <p:tags r:id="rId34"/>
              </p:custDataLst>
            </p:nvPr>
          </p:nvSpPr>
          <p:spPr>
            <a:xfrm>
              <a:off x="5086883" y="2197159"/>
              <a:ext cx="203969" cy="58718"/>
            </a:xfrm>
            <a:custGeom>
              <a:avLst/>
              <a:gdLst>
                <a:gd name="connsiteX0" fmla="*/ 101985 w 203969"/>
                <a:gd name="connsiteY0" fmla="*/ 0 h 58718"/>
                <a:gd name="connsiteX1" fmla="*/ 0 w 203969"/>
                <a:gd name="connsiteY1" fmla="*/ 33995 h 58718"/>
                <a:gd name="connsiteX2" fmla="*/ 18543 w 203969"/>
                <a:gd name="connsiteY2" fmla="*/ 58719 h 58718"/>
                <a:gd name="connsiteX3" fmla="*/ 101985 w 203969"/>
                <a:gd name="connsiteY3" fmla="*/ 30905 h 58718"/>
                <a:gd name="connsiteX4" fmla="*/ 185427 w 203969"/>
                <a:gd name="connsiteY4" fmla="*/ 58719 h 58718"/>
                <a:gd name="connsiteX5" fmla="*/ 203970 w 203969"/>
                <a:gd name="connsiteY5" fmla="*/ 33980 h 58718"/>
                <a:gd name="connsiteX6" fmla="*/ 101985 w 203969"/>
                <a:gd name="connsiteY6" fmla="*/ 0 h 58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969" h="58718">
                  <a:moveTo>
                    <a:pt x="101985" y="0"/>
                  </a:moveTo>
                  <a:cubicBezTo>
                    <a:pt x="52677" y="0"/>
                    <a:pt x="16920" y="21293"/>
                    <a:pt x="0" y="33995"/>
                  </a:cubicBezTo>
                  <a:lnTo>
                    <a:pt x="18543" y="58719"/>
                  </a:lnTo>
                  <a:cubicBezTo>
                    <a:pt x="32388" y="48335"/>
                    <a:pt x="61639" y="30905"/>
                    <a:pt x="101985" y="30905"/>
                  </a:cubicBezTo>
                  <a:cubicBezTo>
                    <a:pt x="119292" y="30905"/>
                    <a:pt x="153163" y="34520"/>
                    <a:pt x="185427" y="58719"/>
                  </a:cubicBezTo>
                  <a:lnTo>
                    <a:pt x="203970" y="33980"/>
                  </a:lnTo>
                  <a:cubicBezTo>
                    <a:pt x="164520" y="4419"/>
                    <a:pt x="123139" y="0"/>
                    <a:pt x="101985" y="0"/>
                  </a:cubicBezTo>
                  <a:close/>
                </a:path>
              </a:pathLst>
            </a:custGeom>
            <a:solidFill>
              <a:srgbClr val="2346F5"/>
            </a:solidFill>
            <a:ln w="1925"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sp>
          <p:nvSpPr>
            <p:cNvPr id="75" name="任意多边形: 形状 51"/>
            <p:cNvSpPr/>
            <p:nvPr>
              <p:custDataLst>
                <p:tags r:id="rId35"/>
              </p:custDataLst>
            </p:nvPr>
          </p:nvSpPr>
          <p:spPr>
            <a:xfrm>
              <a:off x="5173416" y="2320777"/>
              <a:ext cx="30904" cy="30904"/>
            </a:xfrm>
            <a:custGeom>
              <a:avLst/>
              <a:gdLst>
                <a:gd name="connsiteX0" fmla="*/ 0 w 30904"/>
                <a:gd name="connsiteY0" fmla="*/ 0 h 30904"/>
                <a:gd name="connsiteX1" fmla="*/ 30905 w 30904"/>
                <a:gd name="connsiteY1" fmla="*/ 0 h 30904"/>
                <a:gd name="connsiteX2" fmla="*/ 30905 w 30904"/>
                <a:gd name="connsiteY2" fmla="*/ 30905 h 30904"/>
                <a:gd name="connsiteX3" fmla="*/ 0 w 30904"/>
                <a:gd name="connsiteY3" fmla="*/ 30905 h 30904"/>
              </a:gdLst>
              <a:ahLst/>
              <a:cxnLst>
                <a:cxn ang="0">
                  <a:pos x="connsiteX0" y="connsiteY0"/>
                </a:cxn>
                <a:cxn ang="0">
                  <a:pos x="connsiteX1" y="connsiteY1"/>
                </a:cxn>
                <a:cxn ang="0">
                  <a:pos x="connsiteX2" y="connsiteY2"/>
                </a:cxn>
                <a:cxn ang="0">
                  <a:pos x="connsiteX3" y="connsiteY3"/>
                </a:cxn>
              </a:cxnLst>
              <a:rect l="l" t="t" r="r" b="b"/>
              <a:pathLst>
                <a:path w="30904" h="30904">
                  <a:moveTo>
                    <a:pt x="0" y="0"/>
                  </a:moveTo>
                  <a:lnTo>
                    <a:pt x="30905" y="0"/>
                  </a:lnTo>
                  <a:lnTo>
                    <a:pt x="30905" y="30905"/>
                  </a:lnTo>
                  <a:lnTo>
                    <a:pt x="0" y="30905"/>
                  </a:lnTo>
                  <a:close/>
                </a:path>
              </a:pathLst>
            </a:custGeom>
            <a:solidFill>
              <a:srgbClr val="2346F5"/>
            </a:solidFill>
            <a:ln w="1925" cap="flat">
              <a:noFill/>
              <a:prstDash val="solid"/>
              <a:miter/>
            </a:ln>
          </p:spPr>
          <p:txBody>
            <a:bodyPr rtlCol="0" anchor="ctr"/>
            <a:lstStyle/>
            <a:p>
              <a:endParaRPr lang="zh-CN" altLang="en-US">
                <a:latin typeface="微软雅黑" panose="020B0503020204020204" charset="-122"/>
                <a:ea typeface="微软雅黑" panose="020B0503020204020204" charset="-122"/>
              </a:endParaRPr>
            </a:p>
          </p:txBody>
        </p:sp>
      </p:grpSp>
      <p:pic>
        <p:nvPicPr>
          <p:cNvPr id="76" name="图形 56"/>
          <p:cNvPicPr>
            <a:picLocks noChangeAspect="1"/>
          </p:cNvPicPr>
          <p:nvPr>
            <p:custDataLst>
              <p:tags r:id="rId36"/>
            </p:custDataLst>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a:xfrm>
            <a:off x="8529320" y="2038985"/>
            <a:ext cx="871220" cy="952500"/>
          </a:xfrm>
          <a:prstGeom prst="rect">
            <a:avLst/>
          </a:prstGeom>
        </p:spPr>
      </p:pic>
      <p:sp>
        <p:nvSpPr>
          <p:cNvPr id="77" name="文本框 76"/>
          <p:cNvSpPr txBox="1"/>
          <p:nvPr>
            <p:custDataLst>
              <p:tags r:id="rId39"/>
            </p:custDataLst>
          </p:nvPr>
        </p:nvSpPr>
        <p:spPr>
          <a:xfrm>
            <a:off x="1016000" y="4215765"/>
            <a:ext cx="2529205" cy="730885"/>
          </a:xfrm>
          <a:prstGeom prst="rect">
            <a:avLst/>
          </a:prstGeom>
          <a:noFill/>
        </p:spPr>
        <p:txBody>
          <a:bodyPr wrap="square">
            <a:spAutoFit/>
          </a:bodyPr>
          <a:lstStyle/>
          <a:p>
            <a:pPr lvl="0" algn="l">
              <a:lnSpc>
                <a:spcPct val="130000"/>
              </a:lnSpc>
              <a:buClrTx/>
              <a:buSzTx/>
              <a:buFontTx/>
            </a:pPr>
            <a:r>
              <a:rPr lang="zh-CN" altLang="en-US" sz="1600" dirty="0">
                <a:latin typeface="微软雅黑" panose="020B0503020204020204" charset="-122"/>
                <a:ea typeface="微软雅黑" panose="020B0503020204020204" charset="-122"/>
                <a:sym typeface="MiSans Heavy" panose="00000A00000000000000" pitchFamily="2" charset="-122"/>
              </a:rPr>
              <a:t>供应商入驻平台激活账号时收取</a:t>
            </a:r>
            <a:endParaRPr lang="zh-CN" altLang="en-US" sz="1600" dirty="0">
              <a:latin typeface="微软雅黑" panose="020B0503020204020204" charset="-122"/>
              <a:ea typeface="微软雅黑" panose="020B0503020204020204" charset="-122"/>
              <a:sym typeface="MiSans Heavy" panose="00000A00000000000000" pitchFamily="2" charset="-122"/>
            </a:endParaRPr>
          </a:p>
        </p:txBody>
      </p:sp>
      <p:sp>
        <p:nvSpPr>
          <p:cNvPr id="78" name="文本框 77"/>
          <p:cNvSpPr txBox="1"/>
          <p:nvPr/>
        </p:nvSpPr>
        <p:spPr>
          <a:xfrm>
            <a:off x="201930" y="176530"/>
            <a:ext cx="3957320"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sym typeface="+mn-ea"/>
              </a:rPr>
              <a:t>二、商城资费</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sym typeface="+mn-ea"/>
              </a:rPr>
              <a:t>收取</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sym typeface="+mn-ea"/>
            </a:endParaRPr>
          </a:p>
        </p:txBody>
      </p:sp>
    </p:spTree>
    <p:custDataLst>
      <p:tags r:id="rId4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p:custDataLst>
              <p:tags r:id="rId1"/>
            </p:custDataLst>
          </p:nvPr>
        </p:nvSpPr>
        <p:spPr>
          <a:xfrm>
            <a:off x="695960" y="1440000"/>
            <a:ext cx="10800080" cy="4932000"/>
          </a:xfrm>
          <a:prstGeom prst="rect">
            <a:avLst/>
          </a:prstGeom>
          <a:gradFill>
            <a:gsLst>
              <a:gs pos="0">
                <a:schemeClr val="accent1">
                  <a:alpha val="5000"/>
                </a:schemeClr>
              </a:gs>
              <a:gs pos="10000">
                <a:schemeClr val="accent1">
                  <a:lumMod val="45000"/>
                  <a:lumOff val="55000"/>
                  <a:alpha val="0"/>
                </a:schemeClr>
              </a:gs>
              <a:gs pos="86000">
                <a:schemeClr val="accent1">
                  <a:lumMod val="45000"/>
                  <a:lumOff val="55000"/>
                  <a:alpha val="0"/>
                </a:schemeClr>
              </a:gs>
              <a:gs pos="100000">
                <a:schemeClr val="accent1">
                  <a:alpha val="5000"/>
                </a:schemeClr>
              </a:gs>
            </a:gsLst>
            <a:lin ang="0" scaled="0"/>
          </a:gradFill>
          <a:ln w="22225">
            <a:gradFill>
              <a:gsLst>
                <a:gs pos="100000">
                  <a:schemeClr val="accent1">
                    <a:alpha val="40000"/>
                  </a:schemeClr>
                </a:gs>
                <a:gs pos="27000">
                  <a:schemeClr val="accent1">
                    <a:lumMod val="20000"/>
                    <a:lumOff val="80000"/>
                    <a:alpha val="0"/>
                  </a:schemeClr>
                </a:gs>
                <a:gs pos="73000">
                  <a:schemeClr val="accent1">
                    <a:lumMod val="20000"/>
                    <a:lumOff val="80000"/>
                    <a:alpha val="0"/>
                  </a:schemeClr>
                </a:gs>
                <a:gs pos="0">
                  <a:schemeClr val="accent1">
                    <a:alpha val="40000"/>
                  </a:schemeClr>
                </a:gs>
              </a:gsLst>
              <a:lin ang="0" scaled="1"/>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50000"/>
              </a:lnSpc>
              <a:buClrTx/>
              <a:buSzTx/>
              <a:buFontTx/>
            </a:pPr>
            <a:endParaRPr lang="zh-CN" altLang="en-US" sz="1000" dirty="0">
              <a:solidFill>
                <a:schemeClr val="accent1"/>
              </a:solidFill>
              <a:cs typeface="微软雅黑" panose="020B0503020204020204" charset="-122"/>
              <a:sym typeface="+mn-ea"/>
            </a:endParaRPr>
          </a:p>
        </p:txBody>
      </p:sp>
      <p:sp>
        <p:nvSpPr>
          <p:cNvPr id="15" name="任意多边形: 形状 14"/>
          <p:cNvSpPr/>
          <p:nvPr>
            <p:custDataLst>
              <p:tags r:id="rId2"/>
            </p:custDataLst>
          </p:nvPr>
        </p:nvSpPr>
        <p:spPr>
          <a:xfrm>
            <a:off x="650074" y="6080227"/>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18900000" algn="b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任意多边形: 形状 14"/>
          <p:cNvSpPr/>
          <p:nvPr>
            <p:custDataLst>
              <p:tags r:id="rId3"/>
            </p:custDataLst>
          </p:nvPr>
        </p:nvSpPr>
        <p:spPr>
          <a:xfrm rot="5400000">
            <a:off x="650074" y="1393292"/>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任意多边形: 形状 14"/>
          <p:cNvSpPr/>
          <p:nvPr>
            <p:custDataLst>
              <p:tags r:id="rId4"/>
            </p:custDataLst>
          </p:nvPr>
        </p:nvSpPr>
        <p:spPr>
          <a:xfrm flipH="1">
            <a:off x="11196789" y="6080862"/>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13500000" algn="br"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任意多边形: 形状 14"/>
          <p:cNvSpPr/>
          <p:nvPr>
            <p:custDataLst>
              <p:tags r:id="rId5"/>
            </p:custDataLst>
          </p:nvPr>
        </p:nvSpPr>
        <p:spPr>
          <a:xfrm rot="16200000" flipH="1">
            <a:off x="11196789" y="1393927"/>
            <a:ext cx="352425" cy="352425"/>
          </a:xfrm>
          <a:custGeom>
            <a:avLst/>
            <a:gdLst>
              <a:gd name="connsiteX0" fmla="*/ 38113 w 352425"/>
              <a:gd name="connsiteY0" fmla="*/ 0 h 352425"/>
              <a:gd name="connsiteX1" fmla="*/ 62232 w 352425"/>
              <a:gd name="connsiteY1" fmla="*/ 0 h 352425"/>
              <a:gd name="connsiteX2" fmla="*/ 100328 w 352425"/>
              <a:gd name="connsiteY2" fmla="*/ 38098 h 352425"/>
              <a:gd name="connsiteX3" fmla="*/ 100328 w 352425"/>
              <a:gd name="connsiteY3" fmla="*/ 209562 h 352425"/>
              <a:gd name="connsiteX4" fmla="*/ 138416 w 352425"/>
              <a:gd name="connsiteY4" fmla="*/ 247653 h 352425"/>
              <a:gd name="connsiteX5" fmla="*/ 314342 w 352425"/>
              <a:gd name="connsiteY5" fmla="*/ 247653 h 352425"/>
              <a:gd name="connsiteX6" fmla="*/ 352425 w 352425"/>
              <a:gd name="connsiteY6" fmla="*/ 285734 h 352425"/>
              <a:gd name="connsiteX7" fmla="*/ 352425 w 352425"/>
              <a:gd name="connsiteY7" fmla="*/ 314327 h 352425"/>
              <a:gd name="connsiteX8" fmla="*/ 314323 w 352425"/>
              <a:gd name="connsiteY8" fmla="*/ 352425 h 352425"/>
              <a:gd name="connsiteX9" fmla="*/ 38109 w 352425"/>
              <a:gd name="connsiteY9" fmla="*/ 352425 h 352425"/>
              <a:gd name="connsiteX10" fmla="*/ 0 w 352425"/>
              <a:gd name="connsiteY10" fmla="*/ 314316 h 352425"/>
              <a:gd name="connsiteX11" fmla="*/ 0 w 352425"/>
              <a:gd name="connsiteY11" fmla="*/ 38113 h 352425"/>
              <a:gd name="connsiteX12" fmla="*/ 38113 w 352425"/>
              <a:gd name="connsiteY12" fmla="*/ 0 h 352425"/>
              <a:gd name="connsiteX0-1" fmla="*/ 38113 w 352425"/>
              <a:gd name="connsiteY0-2" fmla="*/ 0 h 352425"/>
              <a:gd name="connsiteX1-3" fmla="*/ 62232 w 352425"/>
              <a:gd name="connsiteY1-4" fmla="*/ 0 h 352425"/>
              <a:gd name="connsiteX2-5" fmla="*/ 100328 w 352425"/>
              <a:gd name="connsiteY2-6" fmla="*/ 38098 h 352425"/>
              <a:gd name="connsiteX3-7" fmla="*/ 100328 w 352425"/>
              <a:gd name="connsiteY3-8" fmla="*/ 209562 h 352425"/>
              <a:gd name="connsiteX4-9" fmla="*/ 138416 w 352425"/>
              <a:gd name="connsiteY4-10" fmla="*/ 247653 h 352425"/>
              <a:gd name="connsiteX5-11" fmla="*/ 314342 w 352425"/>
              <a:gd name="connsiteY5-12" fmla="*/ 247653 h 352425"/>
              <a:gd name="connsiteX6-13" fmla="*/ 352425 w 352425"/>
              <a:gd name="connsiteY6-14" fmla="*/ 285734 h 352425"/>
              <a:gd name="connsiteX7-15" fmla="*/ 352425 w 352425"/>
              <a:gd name="connsiteY7-16" fmla="*/ 314327 h 352425"/>
              <a:gd name="connsiteX8-17" fmla="*/ 314323 w 352425"/>
              <a:gd name="connsiteY8-18" fmla="*/ 352425 h 352425"/>
              <a:gd name="connsiteX9-19" fmla="*/ 38109 w 352425"/>
              <a:gd name="connsiteY9-20" fmla="*/ 352425 h 352425"/>
              <a:gd name="connsiteX10-21" fmla="*/ 0 w 352425"/>
              <a:gd name="connsiteY10-22" fmla="*/ 314316 h 352425"/>
              <a:gd name="connsiteX11-23" fmla="*/ 0 w 352425"/>
              <a:gd name="connsiteY11-24" fmla="*/ 38113 h 352425"/>
              <a:gd name="connsiteX12-25" fmla="*/ 38113 w 352425"/>
              <a:gd name="connsiteY12-26" fmla="*/ 0 h 352425"/>
              <a:gd name="connsiteX0-27" fmla="*/ 38113 w 352425"/>
              <a:gd name="connsiteY0-28" fmla="*/ 0 h 352425"/>
              <a:gd name="connsiteX1-29" fmla="*/ 62232 w 352425"/>
              <a:gd name="connsiteY1-30" fmla="*/ 0 h 352425"/>
              <a:gd name="connsiteX2-31" fmla="*/ 100328 w 352425"/>
              <a:gd name="connsiteY2-32" fmla="*/ 38098 h 352425"/>
              <a:gd name="connsiteX3-33" fmla="*/ 100328 w 352425"/>
              <a:gd name="connsiteY3-34" fmla="*/ 209562 h 352425"/>
              <a:gd name="connsiteX4-35" fmla="*/ 138416 w 352425"/>
              <a:gd name="connsiteY4-36" fmla="*/ 247653 h 352425"/>
              <a:gd name="connsiteX5-37" fmla="*/ 314342 w 352425"/>
              <a:gd name="connsiteY5-38" fmla="*/ 247653 h 352425"/>
              <a:gd name="connsiteX6-39" fmla="*/ 352425 w 352425"/>
              <a:gd name="connsiteY6-40" fmla="*/ 285734 h 352425"/>
              <a:gd name="connsiteX7-41" fmla="*/ 352425 w 352425"/>
              <a:gd name="connsiteY7-42" fmla="*/ 314327 h 352425"/>
              <a:gd name="connsiteX8-43" fmla="*/ 314323 w 352425"/>
              <a:gd name="connsiteY8-44" fmla="*/ 352425 h 352425"/>
              <a:gd name="connsiteX9-45" fmla="*/ 38109 w 352425"/>
              <a:gd name="connsiteY9-46" fmla="*/ 352425 h 352425"/>
              <a:gd name="connsiteX10-47" fmla="*/ 0 w 352425"/>
              <a:gd name="connsiteY10-48" fmla="*/ 314316 h 352425"/>
              <a:gd name="connsiteX11-49" fmla="*/ 0 w 352425"/>
              <a:gd name="connsiteY11-50" fmla="*/ 38113 h 352425"/>
              <a:gd name="connsiteX12-51" fmla="*/ 38113 w 352425"/>
              <a:gd name="connsiteY12-52" fmla="*/ 0 h 352425"/>
              <a:gd name="connsiteX0-53" fmla="*/ 38113 w 352425"/>
              <a:gd name="connsiteY0-54" fmla="*/ 0 h 352425"/>
              <a:gd name="connsiteX1-55" fmla="*/ 62232 w 352425"/>
              <a:gd name="connsiteY1-56" fmla="*/ 0 h 352425"/>
              <a:gd name="connsiteX2-57" fmla="*/ 100328 w 352425"/>
              <a:gd name="connsiteY2-58" fmla="*/ 38098 h 352425"/>
              <a:gd name="connsiteX3-59" fmla="*/ 100328 w 352425"/>
              <a:gd name="connsiteY3-60" fmla="*/ 209562 h 352425"/>
              <a:gd name="connsiteX4-61" fmla="*/ 138416 w 352425"/>
              <a:gd name="connsiteY4-62" fmla="*/ 247653 h 352425"/>
              <a:gd name="connsiteX5-63" fmla="*/ 314342 w 352425"/>
              <a:gd name="connsiteY5-64" fmla="*/ 247653 h 352425"/>
              <a:gd name="connsiteX6-65" fmla="*/ 352425 w 352425"/>
              <a:gd name="connsiteY6-66" fmla="*/ 285734 h 352425"/>
              <a:gd name="connsiteX7-67" fmla="*/ 352425 w 352425"/>
              <a:gd name="connsiteY7-68" fmla="*/ 314327 h 352425"/>
              <a:gd name="connsiteX8-69" fmla="*/ 314323 w 352425"/>
              <a:gd name="connsiteY8-70" fmla="*/ 352425 h 352425"/>
              <a:gd name="connsiteX9-71" fmla="*/ 38109 w 352425"/>
              <a:gd name="connsiteY9-72" fmla="*/ 352425 h 352425"/>
              <a:gd name="connsiteX10-73" fmla="*/ 0 w 352425"/>
              <a:gd name="connsiteY10-74" fmla="*/ 314316 h 352425"/>
              <a:gd name="connsiteX11-75" fmla="*/ 0 w 352425"/>
              <a:gd name="connsiteY11-76" fmla="*/ 38113 h 352425"/>
              <a:gd name="connsiteX12-77" fmla="*/ 38113 w 352425"/>
              <a:gd name="connsiteY12-78" fmla="*/ 0 h 352425"/>
              <a:gd name="connsiteX0-79" fmla="*/ 38113 w 352425"/>
              <a:gd name="connsiteY0-80" fmla="*/ 0 h 352425"/>
              <a:gd name="connsiteX1-81" fmla="*/ 62232 w 352425"/>
              <a:gd name="connsiteY1-82" fmla="*/ 0 h 352425"/>
              <a:gd name="connsiteX2-83" fmla="*/ 100328 w 352425"/>
              <a:gd name="connsiteY2-84" fmla="*/ 38098 h 352425"/>
              <a:gd name="connsiteX3-85" fmla="*/ 100328 w 352425"/>
              <a:gd name="connsiteY3-86" fmla="*/ 209562 h 352425"/>
              <a:gd name="connsiteX4-87" fmla="*/ 138416 w 352425"/>
              <a:gd name="connsiteY4-88" fmla="*/ 247653 h 352425"/>
              <a:gd name="connsiteX5-89" fmla="*/ 314342 w 352425"/>
              <a:gd name="connsiteY5-90" fmla="*/ 247653 h 352425"/>
              <a:gd name="connsiteX6-91" fmla="*/ 352425 w 352425"/>
              <a:gd name="connsiteY6-92" fmla="*/ 285734 h 352425"/>
              <a:gd name="connsiteX7-93" fmla="*/ 352425 w 352425"/>
              <a:gd name="connsiteY7-94" fmla="*/ 314327 h 352425"/>
              <a:gd name="connsiteX8-95" fmla="*/ 314323 w 352425"/>
              <a:gd name="connsiteY8-96" fmla="*/ 352425 h 352425"/>
              <a:gd name="connsiteX9-97" fmla="*/ 38109 w 352425"/>
              <a:gd name="connsiteY9-98" fmla="*/ 352425 h 352425"/>
              <a:gd name="connsiteX10-99" fmla="*/ 0 w 352425"/>
              <a:gd name="connsiteY10-100" fmla="*/ 314316 h 352425"/>
              <a:gd name="connsiteX11-101" fmla="*/ 0 w 352425"/>
              <a:gd name="connsiteY11-102" fmla="*/ 38113 h 352425"/>
              <a:gd name="connsiteX12-103" fmla="*/ 38113 w 352425"/>
              <a:gd name="connsiteY12-104" fmla="*/ 0 h 352425"/>
              <a:gd name="connsiteX0-105" fmla="*/ 38113 w 352425"/>
              <a:gd name="connsiteY0-106" fmla="*/ 0 h 352425"/>
              <a:gd name="connsiteX1-107" fmla="*/ 62232 w 352425"/>
              <a:gd name="connsiteY1-108" fmla="*/ 0 h 352425"/>
              <a:gd name="connsiteX2-109" fmla="*/ 100328 w 352425"/>
              <a:gd name="connsiteY2-110" fmla="*/ 38098 h 352425"/>
              <a:gd name="connsiteX3-111" fmla="*/ 100328 w 352425"/>
              <a:gd name="connsiteY3-112" fmla="*/ 209562 h 352425"/>
              <a:gd name="connsiteX4-113" fmla="*/ 138416 w 352425"/>
              <a:gd name="connsiteY4-114" fmla="*/ 247653 h 352425"/>
              <a:gd name="connsiteX5-115" fmla="*/ 314342 w 352425"/>
              <a:gd name="connsiteY5-116" fmla="*/ 247653 h 352425"/>
              <a:gd name="connsiteX6-117" fmla="*/ 352425 w 352425"/>
              <a:gd name="connsiteY6-118" fmla="*/ 285734 h 352425"/>
              <a:gd name="connsiteX7-119" fmla="*/ 352425 w 352425"/>
              <a:gd name="connsiteY7-120" fmla="*/ 314327 h 352425"/>
              <a:gd name="connsiteX8-121" fmla="*/ 314323 w 352425"/>
              <a:gd name="connsiteY8-122" fmla="*/ 352425 h 352425"/>
              <a:gd name="connsiteX9-123" fmla="*/ 38109 w 352425"/>
              <a:gd name="connsiteY9-124" fmla="*/ 352425 h 352425"/>
              <a:gd name="connsiteX10-125" fmla="*/ 0 w 352425"/>
              <a:gd name="connsiteY10-126" fmla="*/ 314316 h 352425"/>
              <a:gd name="connsiteX11-127" fmla="*/ 0 w 352425"/>
              <a:gd name="connsiteY11-128" fmla="*/ 38113 h 352425"/>
              <a:gd name="connsiteX12-129" fmla="*/ 38113 w 352425"/>
              <a:gd name="connsiteY12-130" fmla="*/ 0 h 352425"/>
              <a:gd name="connsiteX0-131" fmla="*/ 38113 w 352425"/>
              <a:gd name="connsiteY0-132" fmla="*/ 0 h 352425"/>
              <a:gd name="connsiteX1-133" fmla="*/ 62232 w 352425"/>
              <a:gd name="connsiteY1-134" fmla="*/ 0 h 352425"/>
              <a:gd name="connsiteX2-135" fmla="*/ 100328 w 352425"/>
              <a:gd name="connsiteY2-136" fmla="*/ 38098 h 352425"/>
              <a:gd name="connsiteX3-137" fmla="*/ 100328 w 352425"/>
              <a:gd name="connsiteY3-138" fmla="*/ 209562 h 352425"/>
              <a:gd name="connsiteX4-139" fmla="*/ 138416 w 352425"/>
              <a:gd name="connsiteY4-140" fmla="*/ 247653 h 352425"/>
              <a:gd name="connsiteX5-141" fmla="*/ 314342 w 352425"/>
              <a:gd name="connsiteY5-142" fmla="*/ 247653 h 352425"/>
              <a:gd name="connsiteX6-143" fmla="*/ 352425 w 352425"/>
              <a:gd name="connsiteY6-144" fmla="*/ 285734 h 352425"/>
              <a:gd name="connsiteX7-145" fmla="*/ 352425 w 352425"/>
              <a:gd name="connsiteY7-146" fmla="*/ 314327 h 352425"/>
              <a:gd name="connsiteX8-147" fmla="*/ 314323 w 352425"/>
              <a:gd name="connsiteY8-148" fmla="*/ 352425 h 352425"/>
              <a:gd name="connsiteX9-149" fmla="*/ 38109 w 352425"/>
              <a:gd name="connsiteY9-150" fmla="*/ 352425 h 352425"/>
              <a:gd name="connsiteX10-151" fmla="*/ 0 w 352425"/>
              <a:gd name="connsiteY10-152" fmla="*/ 314316 h 352425"/>
              <a:gd name="connsiteX11-153" fmla="*/ 0 w 352425"/>
              <a:gd name="connsiteY11-154" fmla="*/ 38113 h 352425"/>
              <a:gd name="connsiteX12-155" fmla="*/ 38113 w 352425"/>
              <a:gd name="connsiteY12-156" fmla="*/ 0 h 352425"/>
              <a:gd name="connsiteX0-157" fmla="*/ 38113 w 352425"/>
              <a:gd name="connsiteY0-158" fmla="*/ 0 h 352425"/>
              <a:gd name="connsiteX1-159" fmla="*/ 62232 w 352425"/>
              <a:gd name="connsiteY1-160" fmla="*/ 0 h 352425"/>
              <a:gd name="connsiteX2-161" fmla="*/ 100328 w 352425"/>
              <a:gd name="connsiteY2-162" fmla="*/ 38098 h 352425"/>
              <a:gd name="connsiteX3-163" fmla="*/ 100328 w 352425"/>
              <a:gd name="connsiteY3-164" fmla="*/ 209562 h 352425"/>
              <a:gd name="connsiteX4-165" fmla="*/ 138416 w 352425"/>
              <a:gd name="connsiteY4-166" fmla="*/ 247653 h 352425"/>
              <a:gd name="connsiteX5-167" fmla="*/ 314342 w 352425"/>
              <a:gd name="connsiteY5-168" fmla="*/ 247653 h 352425"/>
              <a:gd name="connsiteX6-169" fmla="*/ 352425 w 352425"/>
              <a:gd name="connsiteY6-170" fmla="*/ 285734 h 352425"/>
              <a:gd name="connsiteX7-171" fmla="*/ 352425 w 352425"/>
              <a:gd name="connsiteY7-172" fmla="*/ 314327 h 352425"/>
              <a:gd name="connsiteX8-173" fmla="*/ 314323 w 352425"/>
              <a:gd name="connsiteY8-174" fmla="*/ 352425 h 352425"/>
              <a:gd name="connsiteX9-175" fmla="*/ 38109 w 352425"/>
              <a:gd name="connsiteY9-176" fmla="*/ 352425 h 352425"/>
              <a:gd name="connsiteX10-177" fmla="*/ 0 w 352425"/>
              <a:gd name="connsiteY10-178" fmla="*/ 314316 h 352425"/>
              <a:gd name="connsiteX11-179" fmla="*/ 0 w 352425"/>
              <a:gd name="connsiteY11-180" fmla="*/ 38113 h 352425"/>
              <a:gd name="connsiteX12-181" fmla="*/ 38113 w 352425"/>
              <a:gd name="connsiteY12-182" fmla="*/ 0 h 352425"/>
              <a:gd name="connsiteX0-183" fmla="*/ 38113 w 352425"/>
              <a:gd name="connsiteY0-184" fmla="*/ 0 h 352425"/>
              <a:gd name="connsiteX1-185" fmla="*/ 62232 w 352425"/>
              <a:gd name="connsiteY1-186" fmla="*/ 0 h 352425"/>
              <a:gd name="connsiteX2-187" fmla="*/ 100328 w 352425"/>
              <a:gd name="connsiteY2-188" fmla="*/ 38098 h 352425"/>
              <a:gd name="connsiteX3-189" fmla="*/ 100328 w 352425"/>
              <a:gd name="connsiteY3-190" fmla="*/ 209562 h 352425"/>
              <a:gd name="connsiteX4-191" fmla="*/ 138416 w 352425"/>
              <a:gd name="connsiteY4-192" fmla="*/ 247653 h 352425"/>
              <a:gd name="connsiteX5-193" fmla="*/ 314342 w 352425"/>
              <a:gd name="connsiteY5-194" fmla="*/ 247653 h 352425"/>
              <a:gd name="connsiteX6-195" fmla="*/ 352425 w 352425"/>
              <a:gd name="connsiteY6-196" fmla="*/ 285734 h 352425"/>
              <a:gd name="connsiteX7-197" fmla="*/ 352425 w 352425"/>
              <a:gd name="connsiteY7-198" fmla="*/ 314327 h 352425"/>
              <a:gd name="connsiteX8-199" fmla="*/ 314323 w 352425"/>
              <a:gd name="connsiteY8-200" fmla="*/ 352425 h 352425"/>
              <a:gd name="connsiteX9-201" fmla="*/ 38109 w 352425"/>
              <a:gd name="connsiteY9-202" fmla="*/ 352425 h 352425"/>
              <a:gd name="connsiteX10-203" fmla="*/ 0 w 352425"/>
              <a:gd name="connsiteY10-204" fmla="*/ 314316 h 352425"/>
              <a:gd name="connsiteX11-205" fmla="*/ 0 w 352425"/>
              <a:gd name="connsiteY11-206" fmla="*/ 38113 h 352425"/>
              <a:gd name="connsiteX12-207" fmla="*/ 38113 w 352425"/>
              <a:gd name="connsiteY12-208" fmla="*/ 0 h 352425"/>
              <a:gd name="connsiteX0-209" fmla="*/ 38113 w 352425"/>
              <a:gd name="connsiteY0-210" fmla="*/ 0 h 352425"/>
              <a:gd name="connsiteX1-211" fmla="*/ 62232 w 352425"/>
              <a:gd name="connsiteY1-212" fmla="*/ 0 h 352425"/>
              <a:gd name="connsiteX2-213" fmla="*/ 100328 w 352425"/>
              <a:gd name="connsiteY2-214" fmla="*/ 38098 h 352425"/>
              <a:gd name="connsiteX3-215" fmla="*/ 100328 w 352425"/>
              <a:gd name="connsiteY3-216" fmla="*/ 209562 h 352425"/>
              <a:gd name="connsiteX4-217" fmla="*/ 138416 w 352425"/>
              <a:gd name="connsiteY4-218" fmla="*/ 247653 h 352425"/>
              <a:gd name="connsiteX5-219" fmla="*/ 314342 w 352425"/>
              <a:gd name="connsiteY5-220" fmla="*/ 247653 h 352425"/>
              <a:gd name="connsiteX6-221" fmla="*/ 352425 w 352425"/>
              <a:gd name="connsiteY6-222" fmla="*/ 285734 h 352425"/>
              <a:gd name="connsiteX7-223" fmla="*/ 352425 w 352425"/>
              <a:gd name="connsiteY7-224" fmla="*/ 314327 h 352425"/>
              <a:gd name="connsiteX8-225" fmla="*/ 314323 w 352425"/>
              <a:gd name="connsiteY8-226" fmla="*/ 352425 h 352425"/>
              <a:gd name="connsiteX9-227" fmla="*/ 38109 w 352425"/>
              <a:gd name="connsiteY9-228" fmla="*/ 352425 h 352425"/>
              <a:gd name="connsiteX10-229" fmla="*/ 0 w 352425"/>
              <a:gd name="connsiteY10-230" fmla="*/ 314316 h 352425"/>
              <a:gd name="connsiteX11-231" fmla="*/ 0 w 352425"/>
              <a:gd name="connsiteY11-232" fmla="*/ 38113 h 352425"/>
              <a:gd name="connsiteX12-233" fmla="*/ 38113 w 352425"/>
              <a:gd name="connsiteY12-234" fmla="*/ 0 h 352425"/>
              <a:gd name="connsiteX0-235" fmla="*/ 38113 w 352425"/>
              <a:gd name="connsiteY0-236" fmla="*/ 0 h 352425"/>
              <a:gd name="connsiteX1-237" fmla="*/ 62232 w 352425"/>
              <a:gd name="connsiteY1-238" fmla="*/ 0 h 352425"/>
              <a:gd name="connsiteX2-239" fmla="*/ 100328 w 352425"/>
              <a:gd name="connsiteY2-240" fmla="*/ 38098 h 352425"/>
              <a:gd name="connsiteX3-241" fmla="*/ 100328 w 352425"/>
              <a:gd name="connsiteY3-242" fmla="*/ 209562 h 352425"/>
              <a:gd name="connsiteX4-243" fmla="*/ 138416 w 352425"/>
              <a:gd name="connsiteY4-244" fmla="*/ 247653 h 352425"/>
              <a:gd name="connsiteX5-245" fmla="*/ 314342 w 352425"/>
              <a:gd name="connsiteY5-246" fmla="*/ 247653 h 352425"/>
              <a:gd name="connsiteX6-247" fmla="*/ 352425 w 352425"/>
              <a:gd name="connsiteY6-248" fmla="*/ 285734 h 352425"/>
              <a:gd name="connsiteX7-249" fmla="*/ 352425 w 352425"/>
              <a:gd name="connsiteY7-250" fmla="*/ 314327 h 352425"/>
              <a:gd name="connsiteX8-251" fmla="*/ 314323 w 352425"/>
              <a:gd name="connsiteY8-252" fmla="*/ 352425 h 352425"/>
              <a:gd name="connsiteX9-253" fmla="*/ 38109 w 352425"/>
              <a:gd name="connsiteY9-254" fmla="*/ 352425 h 352425"/>
              <a:gd name="connsiteX10-255" fmla="*/ 0 w 352425"/>
              <a:gd name="connsiteY10-256" fmla="*/ 314316 h 352425"/>
              <a:gd name="connsiteX11-257" fmla="*/ 0 w 352425"/>
              <a:gd name="connsiteY11-258" fmla="*/ 38113 h 352425"/>
              <a:gd name="connsiteX12-259" fmla="*/ 38113 w 352425"/>
              <a:gd name="connsiteY12-260" fmla="*/ 0 h 352425"/>
              <a:gd name="connsiteX0-261" fmla="*/ 38113 w 352425"/>
              <a:gd name="connsiteY0-262" fmla="*/ 0 h 352425"/>
              <a:gd name="connsiteX1-263" fmla="*/ 62232 w 352425"/>
              <a:gd name="connsiteY1-264" fmla="*/ 0 h 352425"/>
              <a:gd name="connsiteX2-265" fmla="*/ 100328 w 352425"/>
              <a:gd name="connsiteY2-266" fmla="*/ 38098 h 352425"/>
              <a:gd name="connsiteX3-267" fmla="*/ 100328 w 352425"/>
              <a:gd name="connsiteY3-268" fmla="*/ 209562 h 352425"/>
              <a:gd name="connsiteX4-269" fmla="*/ 138416 w 352425"/>
              <a:gd name="connsiteY4-270" fmla="*/ 247653 h 352425"/>
              <a:gd name="connsiteX5-271" fmla="*/ 314342 w 352425"/>
              <a:gd name="connsiteY5-272" fmla="*/ 247653 h 352425"/>
              <a:gd name="connsiteX6-273" fmla="*/ 352425 w 352425"/>
              <a:gd name="connsiteY6-274" fmla="*/ 285734 h 352425"/>
              <a:gd name="connsiteX7-275" fmla="*/ 352425 w 352425"/>
              <a:gd name="connsiteY7-276" fmla="*/ 314327 h 352425"/>
              <a:gd name="connsiteX8-277" fmla="*/ 314323 w 352425"/>
              <a:gd name="connsiteY8-278" fmla="*/ 352425 h 352425"/>
              <a:gd name="connsiteX9-279" fmla="*/ 38109 w 352425"/>
              <a:gd name="connsiteY9-280" fmla="*/ 352425 h 352425"/>
              <a:gd name="connsiteX10-281" fmla="*/ 0 w 352425"/>
              <a:gd name="connsiteY10-282" fmla="*/ 314316 h 352425"/>
              <a:gd name="connsiteX11-283" fmla="*/ 0 w 352425"/>
              <a:gd name="connsiteY11-284" fmla="*/ 38113 h 352425"/>
              <a:gd name="connsiteX12-285" fmla="*/ 38113 w 352425"/>
              <a:gd name="connsiteY12-286" fmla="*/ 0 h 352425"/>
              <a:gd name="connsiteX0-287" fmla="*/ 38113 w 352425"/>
              <a:gd name="connsiteY0-288" fmla="*/ 0 h 352425"/>
              <a:gd name="connsiteX1-289" fmla="*/ 62232 w 352425"/>
              <a:gd name="connsiteY1-290" fmla="*/ 0 h 352425"/>
              <a:gd name="connsiteX2-291" fmla="*/ 100328 w 352425"/>
              <a:gd name="connsiteY2-292" fmla="*/ 38098 h 352425"/>
              <a:gd name="connsiteX3-293" fmla="*/ 100328 w 352425"/>
              <a:gd name="connsiteY3-294" fmla="*/ 209562 h 352425"/>
              <a:gd name="connsiteX4-295" fmla="*/ 138416 w 352425"/>
              <a:gd name="connsiteY4-296" fmla="*/ 247653 h 352425"/>
              <a:gd name="connsiteX5-297" fmla="*/ 314342 w 352425"/>
              <a:gd name="connsiteY5-298" fmla="*/ 247653 h 352425"/>
              <a:gd name="connsiteX6-299" fmla="*/ 352425 w 352425"/>
              <a:gd name="connsiteY6-300" fmla="*/ 285734 h 352425"/>
              <a:gd name="connsiteX7-301" fmla="*/ 352425 w 352425"/>
              <a:gd name="connsiteY7-302" fmla="*/ 314327 h 352425"/>
              <a:gd name="connsiteX8-303" fmla="*/ 314323 w 352425"/>
              <a:gd name="connsiteY8-304" fmla="*/ 352425 h 352425"/>
              <a:gd name="connsiteX9-305" fmla="*/ 38109 w 352425"/>
              <a:gd name="connsiteY9-306" fmla="*/ 352425 h 352425"/>
              <a:gd name="connsiteX10-307" fmla="*/ 0 w 352425"/>
              <a:gd name="connsiteY10-308" fmla="*/ 314316 h 352425"/>
              <a:gd name="connsiteX11-309" fmla="*/ 0 w 352425"/>
              <a:gd name="connsiteY11-310" fmla="*/ 38113 h 352425"/>
              <a:gd name="connsiteX12-311" fmla="*/ 38113 w 352425"/>
              <a:gd name="connsiteY12-312" fmla="*/ 0 h 352425"/>
              <a:gd name="connsiteX0-313" fmla="*/ 38113 w 352425"/>
              <a:gd name="connsiteY0-314" fmla="*/ 0 h 352425"/>
              <a:gd name="connsiteX1-315" fmla="*/ 62232 w 352425"/>
              <a:gd name="connsiteY1-316" fmla="*/ 0 h 352425"/>
              <a:gd name="connsiteX2-317" fmla="*/ 100328 w 352425"/>
              <a:gd name="connsiteY2-318" fmla="*/ 38098 h 352425"/>
              <a:gd name="connsiteX3-319" fmla="*/ 100328 w 352425"/>
              <a:gd name="connsiteY3-320" fmla="*/ 209562 h 352425"/>
              <a:gd name="connsiteX4-321" fmla="*/ 138416 w 352425"/>
              <a:gd name="connsiteY4-322" fmla="*/ 247653 h 352425"/>
              <a:gd name="connsiteX5-323" fmla="*/ 314342 w 352425"/>
              <a:gd name="connsiteY5-324" fmla="*/ 247653 h 352425"/>
              <a:gd name="connsiteX6-325" fmla="*/ 352425 w 352425"/>
              <a:gd name="connsiteY6-326" fmla="*/ 285734 h 352425"/>
              <a:gd name="connsiteX7-327" fmla="*/ 352425 w 352425"/>
              <a:gd name="connsiteY7-328" fmla="*/ 314327 h 352425"/>
              <a:gd name="connsiteX8-329" fmla="*/ 314323 w 352425"/>
              <a:gd name="connsiteY8-330" fmla="*/ 352425 h 352425"/>
              <a:gd name="connsiteX9-331" fmla="*/ 38109 w 352425"/>
              <a:gd name="connsiteY9-332" fmla="*/ 352425 h 352425"/>
              <a:gd name="connsiteX10-333" fmla="*/ 0 w 352425"/>
              <a:gd name="connsiteY10-334" fmla="*/ 314316 h 352425"/>
              <a:gd name="connsiteX11-335" fmla="*/ 0 w 352425"/>
              <a:gd name="connsiteY11-336" fmla="*/ 38113 h 352425"/>
              <a:gd name="connsiteX12-337" fmla="*/ 38113 w 352425"/>
              <a:gd name="connsiteY12-338" fmla="*/ 0 h 352425"/>
              <a:gd name="connsiteX0-339" fmla="*/ 38113 w 352425"/>
              <a:gd name="connsiteY0-340" fmla="*/ 0 h 352425"/>
              <a:gd name="connsiteX1-341" fmla="*/ 62232 w 352425"/>
              <a:gd name="connsiteY1-342" fmla="*/ 0 h 352425"/>
              <a:gd name="connsiteX2-343" fmla="*/ 100328 w 352425"/>
              <a:gd name="connsiteY2-344" fmla="*/ 38098 h 352425"/>
              <a:gd name="connsiteX3-345" fmla="*/ 100328 w 352425"/>
              <a:gd name="connsiteY3-346" fmla="*/ 209562 h 352425"/>
              <a:gd name="connsiteX4-347" fmla="*/ 138416 w 352425"/>
              <a:gd name="connsiteY4-348" fmla="*/ 247653 h 352425"/>
              <a:gd name="connsiteX5-349" fmla="*/ 314342 w 352425"/>
              <a:gd name="connsiteY5-350" fmla="*/ 247653 h 352425"/>
              <a:gd name="connsiteX6-351" fmla="*/ 352425 w 352425"/>
              <a:gd name="connsiteY6-352" fmla="*/ 285734 h 352425"/>
              <a:gd name="connsiteX7-353" fmla="*/ 352425 w 352425"/>
              <a:gd name="connsiteY7-354" fmla="*/ 314327 h 352425"/>
              <a:gd name="connsiteX8-355" fmla="*/ 314323 w 352425"/>
              <a:gd name="connsiteY8-356" fmla="*/ 352425 h 352425"/>
              <a:gd name="connsiteX9-357" fmla="*/ 38109 w 352425"/>
              <a:gd name="connsiteY9-358" fmla="*/ 352425 h 352425"/>
              <a:gd name="connsiteX10-359" fmla="*/ 0 w 352425"/>
              <a:gd name="connsiteY10-360" fmla="*/ 314316 h 352425"/>
              <a:gd name="connsiteX11-361" fmla="*/ 0 w 352425"/>
              <a:gd name="connsiteY11-362" fmla="*/ 38113 h 352425"/>
              <a:gd name="connsiteX12-363" fmla="*/ 38113 w 352425"/>
              <a:gd name="connsiteY12-364" fmla="*/ 0 h 352425"/>
              <a:gd name="connsiteX0-365" fmla="*/ 38113 w 352425"/>
              <a:gd name="connsiteY0-366" fmla="*/ 0 h 352425"/>
              <a:gd name="connsiteX1-367" fmla="*/ 62232 w 352425"/>
              <a:gd name="connsiteY1-368" fmla="*/ 0 h 352425"/>
              <a:gd name="connsiteX2-369" fmla="*/ 100328 w 352425"/>
              <a:gd name="connsiteY2-370" fmla="*/ 38098 h 352425"/>
              <a:gd name="connsiteX3-371" fmla="*/ 100328 w 352425"/>
              <a:gd name="connsiteY3-372" fmla="*/ 209562 h 352425"/>
              <a:gd name="connsiteX4-373" fmla="*/ 138416 w 352425"/>
              <a:gd name="connsiteY4-374" fmla="*/ 247653 h 352425"/>
              <a:gd name="connsiteX5-375" fmla="*/ 314342 w 352425"/>
              <a:gd name="connsiteY5-376" fmla="*/ 247653 h 352425"/>
              <a:gd name="connsiteX6-377" fmla="*/ 352425 w 352425"/>
              <a:gd name="connsiteY6-378" fmla="*/ 285734 h 352425"/>
              <a:gd name="connsiteX7-379" fmla="*/ 352425 w 352425"/>
              <a:gd name="connsiteY7-380" fmla="*/ 314327 h 352425"/>
              <a:gd name="connsiteX8-381" fmla="*/ 314323 w 352425"/>
              <a:gd name="connsiteY8-382" fmla="*/ 352425 h 352425"/>
              <a:gd name="connsiteX9-383" fmla="*/ 38109 w 352425"/>
              <a:gd name="connsiteY9-384" fmla="*/ 352425 h 352425"/>
              <a:gd name="connsiteX10-385" fmla="*/ 0 w 352425"/>
              <a:gd name="connsiteY10-386" fmla="*/ 314316 h 352425"/>
              <a:gd name="connsiteX11-387" fmla="*/ 0 w 352425"/>
              <a:gd name="connsiteY11-388" fmla="*/ 38113 h 352425"/>
              <a:gd name="connsiteX12-389" fmla="*/ 38113 w 352425"/>
              <a:gd name="connsiteY12-390" fmla="*/ 0 h 352425"/>
              <a:gd name="connsiteX0-391" fmla="*/ 38113 w 352425"/>
              <a:gd name="connsiteY0-392" fmla="*/ 0 h 352425"/>
              <a:gd name="connsiteX1-393" fmla="*/ 62232 w 352425"/>
              <a:gd name="connsiteY1-394" fmla="*/ 0 h 352425"/>
              <a:gd name="connsiteX2-395" fmla="*/ 100328 w 352425"/>
              <a:gd name="connsiteY2-396" fmla="*/ 38098 h 352425"/>
              <a:gd name="connsiteX3-397" fmla="*/ 100328 w 352425"/>
              <a:gd name="connsiteY3-398" fmla="*/ 209562 h 352425"/>
              <a:gd name="connsiteX4-399" fmla="*/ 138416 w 352425"/>
              <a:gd name="connsiteY4-400" fmla="*/ 247653 h 352425"/>
              <a:gd name="connsiteX5-401" fmla="*/ 314342 w 352425"/>
              <a:gd name="connsiteY5-402" fmla="*/ 247653 h 352425"/>
              <a:gd name="connsiteX6-403" fmla="*/ 352425 w 352425"/>
              <a:gd name="connsiteY6-404" fmla="*/ 285734 h 352425"/>
              <a:gd name="connsiteX7-405" fmla="*/ 352425 w 352425"/>
              <a:gd name="connsiteY7-406" fmla="*/ 314327 h 352425"/>
              <a:gd name="connsiteX8-407" fmla="*/ 314323 w 352425"/>
              <a:gd name="connsiteY8-408" fmla="*/ 352425 h 352425"/>
              <a:gd name="connsiteX9-409" fmla="*/ 38109 w 352425"/>
              <a:gd name="connsiteY9-410" fmla="*/ 352425 h 352425"/>
              <a:gd name="connsiteX10-411" fmla="*/ 0 w 352425"/>
              <a:gd name="connsiteY10-412" fmla="*/ 314316 h 352425"/>
              <a:gd name="connsiteX11-413" fmla="*/ 0 w 352425"/>
              <a:gd name="connsiteY11-414" fmla="*/ 38113 h 352425"/>
              <a:gd name="connsiteX12-415" fmla="*/ 38113 w 352425"/>
              <a:gd name="connsiteY12-416" fmla="*/ 0 h 352425"/>
              <a:gd name="connsiteX0-417" fmla="*/ 38113 w 352425"/>
              <a:gd name="connsiteY0-418" fmla="*/ 0 h 352425"/>
              <a:gd name="connsiteX1-419" fmla="*/ 62232 w 352425"/>
              <a:gd name="connsiteY1-420" fmla="*/ 0 h 352425"/>
              <a:gd name="connsiteX2-421" fmla="*/ 100328 w 352425"/>
              <a:gd name="connsiteY2-422" fmla="*/ 38098 h 352425"/>
              <a:gd name="connsiteX3-423" fmla="*/ 100328 w 352425"/>
              <a:gd name="connsiteY3-424" fmla="*/ 209562 h 352425"/>
              <a:gd name="connsiteX4-425" fmla="*/ 138416 w 352425"/>
              <a:gd name="connsiteY4-426" fmla="*/ 247653 h 352425"/>
              <a:gd name="connsiteX5-427" fmla="*/ 314342 w 352425"/>
              <a:gd name="connsiteY5-428" fmla="*/ 247653 h 352425"/>
              <a:gd name="connsiteX6-429" fmla="*/ 352425 w 352425"/>
              <a:gd name="connsiteY6-430" fmla="*/ 285734 h 352425"/>
              <a:gd name="connsiteX7-431" fmla="*/ 352425 w 352425"/>
              <a:gd name="connsiteY7-432" fmla="*/ 314327 h 352425"/>
              <a:gd name="connsiteX8-433" fmla="*/ 314323 w 352425"/>
              <a:gd name="connsiteY8-434" fmla="*/ 352425 h 352425"/>
              <a:gd name="connsiteX9-435" fmla="*/ 38109 w 352425"/>
              <a:gd name="connsiteY9-436" fmla="*/ 352425 h 352425"/>
              <a:gd name="connsiteX10-437" fmla="*/ 0 w 352425"/>
              <a:gd name="connsiteY10-438" fmla="*/ 314316 h 352425"/>
              <a:gd name="connsiteX11-439" fmla="*/ 0 w 352425"/>
              <a:gd name="connsiteY11-440" fmla="*/ 38113 h 352425"/>
              <a:gd name="connsiteX12-441" fmla="*/ 38113 w 352425"/>
              <a:gd name="connsiteY12-442" fmla="*/ 0 h 352425"/>
              <a:gd name="connsiteX0-443" fmla="*/ 38113 w 352425"/>
              <a:gd name="connsiteY0-444" fmla="*/ 0 h 352425"/>
              <a:gd name="connsiteX1-445" fmla="*/ 62232 w 352425"/>
              <a:gd name="connsiteY1-446" fmla="*/ 0 h 352425"/>
              <a:gd name="connsiteX2-447" fmla="*/ 100328 w 352425"/>
              <a:gd name="connsiteY2-448" fmla="*/ 38098 h 352425"/>
              <a:gd name="connsiteX3-449" fmla="*/ 100328 w 352425"/>
              <a:gd name="connsiteY3-450" fmla="*/ 209562 h 352425"/>
              <a:gd name="connsiteX4-451" fmla="*/ 138416 w 352425"/>
              <a:gd name="connsiteY4-452" fmla="*/ 247653 h 352425"/>
              <a:gd name="connsiteX5-453" fmla="*/ 314342 w 352425"/>
              <a:gd name="connsiteY5-454" fmla="*/ 247653 h 352425"/>
              <a:gd name="connsiteX6-455" fmla="*/ 352425 w 352425"/>
              <a:gd name="connsiteY6-456" fmla="*/ 285734 h 352425"/>
              <a:gd name="connsiteX7-457" fmla="*/ 352425 w 352425"/>
              <a:gd name="connsiteY7-458" fmla="*/ 314327 h 352425"/>
              <a:gd name="connsiteX8-459" fmla="*/ 314323 w 352425"/>
              <a:gd name="connsiteY8-460" fmla="*/ 352425 h 352425"/>
              <a:gd name="connsiteX9-461" fmla="*/ 38109 w 352425"/>
              <a:gd name="connsiteY9-462" fmla="*/ 352425 h 352425"/>
              <a:gd name="connsiteX10-463" fmla="*/ 0 w 352425"/>
              <a:gd name="connsiteY10-464" fmla="*/ 314316 h 352425"/>
              <a:gd name="connsiteX11-465" fmla="*/ 0 w 352425"/>
              <a:gd name="connsiteY11-466" fmla="*/ 38113 h 352425"/>
              <a:gd name="connsiteX12-467" fmla="*/ 38113 w 352425"/>
              <a:gd name="connsiteY12-468" fmla="*/ 0 h 352425"/>
              <a:gd name="connsiteX0-469" fmla="*/ 38113 w 352425"/>
              <a:gd name="connsiteY0-470" fmla="*/ 0 h 352425"/>
              <a:gd name="connsiteX1-471" fmla="*/ 62232 w 352425"/>
              <a:gd name="connsiteY1-472" fmla="*/ 0 h 352425"/>
              <a:gd name="connsiteX2-473" fmla="*/ 100328 w 352425"/>
              <a:gd name="connsiteY2-474" fmla="*/ 38098 h 352425"/>
              <a:gd name="connsiteX3-475" fmla="*/ 100328 w 352425"/>
              <a:gd name="connsiteY3-476" fmla="*/ 209562 h 352425"/>
              <a:gd name="connsiteX4-477" fmla="*/ 138416 w 352425"/>
              <a:gd name="connsiteY4-478" fmla="*/ 247653 h 352425"/>
              <a:gd name="connsiteX5-479" fmla="*/ 314342 w 352425"/>
              <a:gd name="connsiteY5-480" fmla="*/ 247653 h 352425"/>
              <a:gd name="connsiteX6-481" fmla="*/ 352425 w 352425"/>
              <a:gd name="connsiteY6-482" fmla="*/ 285734 h 352425"/>
              <a:gd name="connsiteX7-483" fmla="*/ 352425 w 352425"/>
              <a:gd name="connsiteY7-484" fmla="*/ 314327 h 352425"/>
              <a:gd name="connsiteX8-485" fmla="*/ 314323 w 352425"/>
              <a:gd name="connsiteY8-486" fmla="*/ 352425 h 352425"/>
              <a:gd name="connsiteX9-487" fmla="*/ 38109 w 352425"/>
              <a:gd name="connsiteY9-488" fmla="*/ 352425 h 352425"/>
              <a:gd name="connsiteX10-489" fmla="*/ 0 w 352425"/>
              <a:gd name="connsiteY10-490" fmla="*/ 314316 h 352425"/>
              <a:gd name="connsiteX11-491" fmla="*/ 0 w 352425"/>
              <a:gd name="connsiteY11-492" fmla="*/ 38113 h 352425"/>
              <a:gd name="connsiteX12-493" fmla="*/ 38113 w 352425"/>
              <a:gd name="connsiteY12-494" fmla="*/ 0 h 352425"/>
              <a:gd name="connsiteX0-495" fmla="*/ 38113 w 352425"/>
              <a:gd name="connsiteY0-496" fmla="*/ 0 h 352425"/>
              <a:gd name="connsiteX1-497" fmla="*/ 62232 w 352425"/>
              <a:gd name="connsiteY1-498" fmla="*/ 0 h 352425"/>
              <a:gd name="connsiteX2-499" fmla="*/ 100328 w 352425"/>
              <a:gd name="connsiteY2-500" fmla="*/ 38098 h 352425"/>
              <a:gd name="connsiteX3-501" fmla="*/ 100328 w 352425"/>
              <a:gd name="connsiteY3-502" fmla="*/ 209562 h 352425"/>
              <a:gd name="connsiteX4-503" fmla="*/ 138416 w 352425"/>
              <a:gd name="connsiteY4-504" fmla="*/ 247653 h 352425"/>
              <a:gd name="connsiteX5-505" fmla="*/ 314342 w 352425"/>
              <a:gd name="connsiteY5-506" fmla="*/ 247653 h 352425"/>
              <a:gd name="connsiteX6-507" fmla="*/ 352425 w 352425"/>
              <a:gd name="connsiteY6-508" fmla="*/ 285734 h 352425"/>
              <a:gd name="connsiteX7-509" fmla="*/ 352425 w 352425"/>
              <a:gd name="connsiteY7-510" fmla="*/ 314327 h 352425"/>
              <a:gd name="connsiteX8-511" fmla="*/ 314323 w 352425"/>
              <a:gd name="connsiteY8-512" fmla="*/ 352425 h 352425"/>
              <a:gd name="connsiteX9-513" fmla="*/ 38109 w 352425"/>
              <a:gd name="connsiteY9-514" fmla="*/ 352425 h 352425"/>
              <a:gd name="connsiteX10-515" fmla="*/ 0 w 352425"/>
              <a:gd name="connsiteY10-516" fmla="*/ 314316 h 352425"/>
              <a:gd name="connsiteX11-517" fmla="*/ 0 w 352425"/>
              <a:gd name="connsiteY11-518" fmla="*/ 38113 h 352425"/>
              <a:gd name="connsiteX12-519" fmla="*/ 38113 w 352425"/>
              <a:gd name="connsiteY12-520" fmla="*/ 0 h 352425"/>
              <a:gd name="connsiteX0-521" fmla="*/ 38113 w 352425"/>
              <a:gd name="connsiteY0-522" fmla="*/ 0 h 352425"/>
              <a:gd name="connsiteX1-523" fmla="*/ 62232 w 352425"/>
              <a:gd name="connsiteY1-524" fmla="*/ 0 h 352425"/>
              <a:gd name="connsiteX2-525" fmla="*/ 100328 w 352425"/>
              <a:gd name="connsiteY2-526" fmla="*/ 38098 h 352425"/>
              <a:gd name="connsiteX3-527" fmla="*/ 100328 w 352425"/>
              <a:gd name="connsiteY3-528" fmla="*/ 209562 h 352425"/>
              <a:gd name="connsiteX4-529" fmla="*/ 138416 w 352425"/>
              <a:gd name="connsiteY4-530" fmla="*/ 247653 h 352425"/>
              <a:gd name="connsiteX5-531" fmla="*/ 314342 w 352425"/>
              <a:gd name="connsiteY5-532" fmla="*/ 247653 h 352425"/>
              <a:gd name="connsiteX6-533" fmla="*/ 352425 w 352425"/>
              <a:gd name="connsiteY6-534" fmla="*/ 285734 h 352425"/>
              <a:gd name="connsiteX7-535" fmla="*/ 352425 w 352425"/>
              <a:gd name="connsiteY7-536" fmla="*/ 314327 h 352425"/>
              <a:gd name="connsiteX8-537" fmla="*/ 314323 w 352425"/>
              <a:gd name="connsiteY8-538" fmla="*/ 352425 h 352425"/>
              <a:gd name="connsiteX9-539" fmla="*/ 38109 w 352425"/>
              <a:gd name="connsiteY9-540" fmla="*/ 352425 h 352425"/>
              <a:gd name="connsiteX10-541" fmla="*/ 0 w 352425"/>
              <a:gd name="connsiteY10-542" fmla="*/ 314316 h 352425"/>
              <a:gd name="connsiteX11-543" fmla="*/ 0 w 352425"/>
              <a:gd name="connsiteY11-544" fmla="*/ 38113 h 352425"/>
              <a:gd name="connsiteX12-545" fmla="*/ 38113 w 352425"/>
              <a:gd name="connsiteY12-546" fmla="*/ 0 h 352425"/>
              <a:gd name="connsiteX0-547" fmla="*/ 38113 w 352425"/>
              <a:gd name="connsiteY0-548" fmla="*/ 0 h 352425"/>
              <a:gd name="connsiteX1-549" fmla="*/ 62232 w 352425"/>
              <a:gd name="connsiteY1-550" fmla="*/ 0 h 352425"/>
              <a:gd name="connsiteX2-551" fmla="*/ 100328 w 352425"/>
              <a:gd name="connsiteY2-552" fmla="*/ 38098 h 352425"/>
              <a:gd name="connsiteX3-553" fmla="*/ 100328 w 352425"/>
              <a:gd name="connsiteY3-554" fmla="*/ 209562 h 352425"/>
              <a:gd name="connsiteX4-555" fmla="*/ 138416 w 352425"/>
              <a:gd name="connsiteY4-556" fmla="*/ 247653 h 352425"/>
              <a:gd name="connsiteX5-557" fmla="*/ 314342 w 352425"/>
              <a:gd name="connsiteY5-558" fmla="*/ 247653 h 352425"/>
              <a:gd name="connsiteX6-559" fmla="*/ 352425 w 352425"/>
              <a:gd name="connsiteY6-560" fmla="*/ 285734 h 352425"/>
              <a:gd name="connsiteX7-561" fmla="*/ 352425 w 352425"/>
              <a:gd name="connsiteY7-562" fmla="*/ 314327 h 352425"/>
              <a:gd name="connsiteX8-563" fmla="*/ 314323 w 352425"/>
              <a:gd name="connsiteY8-564" fmla="*/ 352425 h 352425"/>
              <a:gd name="connsiteX9-565" fmla="*/ 38109 w 352425"/>
              <a:gd name="connsiteY9-566" fmla="*/ 352425 h 352425"/>
              <a:gd name="connsiteX10-567" fmla="*/ 0 w 352425"/>
              <a:gd name="connsiteY10-568" fmla="*/ 314316 h 352425"/>
              <a:gd name="connsiteX11-569" fmla="*/ 0 w 352425"/>
              <a:gd name="connsiteY11-570" fmla="*/ 38113 h 352425"/>
              <a:gd name="connsiteX12-571" fmla="*/ 38113 w 352425"/>
              <a:gd name="connsiteY12-572" fmla="*/ 0 h 3524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2425" h="352425">
                <a:moveTo>
                  <a:pt x="38113" y="0"/>
                </a:moveTo>
                <a:cubicBezTo>
                  <a:pt x="38113" y="0"/>
                  <a:pt x="62233" y="1"/>
                  <a:pt x="62232" y="0"/>
                </a:cubicBezTo>
                <a:cubicBezTo>
                  <a:pt x="84551" y="1"/>
                  <a:pt x="100329" y="15781"/>
                  <a:pt x="100328" y="38098"/>
                </a:cubicBezTo>
                <a:cubicBezTo>
                  <a:pt x="100329" y="38099"/>
                  <a:pt x="100329" y="209563"/>
                  <a:pt x="100328" y="209562"/>
                </a:cubicBezTo>
                <a:cubicBezTo>
                  <a:pt x="100329" y="231876"/>
                  <a:pt x="116104" y="247654"/>
                  <a:pt x="138416" y="247653"/>
                </a:cubicBezTo>
                <a:cubicBezTo>
                  <a:pt x="138417" y="247654"/>
                  <a:pt x="314343" y="247654"/>
                  <a:pt x="314342" y="247653"/>
                </a:cubicBezTo>
                <a:cubicBezTo>
                  <a:pt x="336652" y="247654"/>
                  <a:pt x="352426" y="263426"/>
                  <a:pt x="352425" y="285734"/>
                </a:cubicBezTo>
                <a:cubicBezTo>
                  <a:pt x="352426" y="285735"/>
                  <a:pt x="352426" y="314328"/>
                  <a:pt x="352425" y="314327"/>
                </a:cubicBezTo>
                <a:cubicBezTo>
                  <a:pt x="352426" y="336646"/>
                  <a:pt x="336644" y="352426"/>
                  <a:pt x="314323" y="352425"/>
                </a:cubicBezTo>
                <a:cubicBezTo>
                  <a:pt x="314324" y="352426"/>
                  <a:pt x="38110" y="352426"/>
                  <a:pt x="38109" y="352425"/>
                </a:cubicBezTo>
                <a:cubicBezTo>
                  <a:pt x="15787" y="352426"/>
                  <a:pt x="1" y="336640"/>
                  <a:pt x="0" y="314316"/>
                </a:cubicBezTo>
                <a:cubicBezTo>
                  <a:pt x="1" y="314317"/>
                  <a:pt x="1" y="38114"/>
                  <a:pt x="0" y="38113"/>
                </a:cubicBezTo>
                <a:cubicBezTo>
                  <a:pt x="1" y="15790"/>
                  <a:pt x="15788" y="0"/>
                  <a:pt x="38113" y="0"/>
                </a:cubicBezTo>
                <a:close/>
              </a:path>
            </a:pathLst>
          </a:custGeom>
          <a:gradFill>
            <a:gsLst>
              <a:gs pos="88000">
                <a:schemeClr val="accent1"/>
              </a:gs>
              <a:gs pos="0">
                <a:schemeClr val="accent1">
                  <a:lumMod val="25000"/>
                  <a:lumOff val="75000"/>
                </a:schemeClr>
              </a:gs>
            </a:gsLst>
            <a:lin ang="8100000" scaled="1"/>
          </a:gradFill>
          <a:ln>
            <a:noFill/>
          </a:ln>
          <a:effectLst>
            <a:outerShdw blurRad="101600" dist="38100" dir="8100000" algn="tr"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9" name="表格 8"/>
          <p:cNvGraphicFramePr/>
          <p:nvPr>
            <p:custDataLst>
              <p:tags r:id="rId6"/>
            </p:custDataLst>
          </p:nvPr>
        </p:nvGraphicFramePr>
        <p:xfrm>
          <a:off x="1002665" y="1558290"/>
          <a:ext cx="10194925" cy="4453255"/>
        </p:xfrm>
        <a:graphic>
          <a:graphicData uri="http://schemas.openxmlformats.org/drawingml/2006/table">
            <a:tbl>
              <a:tblPr firstRow="1" bandRow="1">
                <a:tableStyleId>{5C22544A-7EE6-4342-B048-85BDC9FD1C3A}</a:tableStyleId>
              </a:tblPr>
              <a:tblGrid>
                <a:gridCol w="1709420"/>
                <a:gridCol w="1336675"/>
                <a:gridCol w="1151890"/>
                <a:gridCol w="3716020"/>
                <a:gridCol w="2280920"/>
              </a:tblGrid>
              <a:tr h="342900">
                <a:tc rowSpan="2">
                  <a:txBody>
                    <a:bodyPr/>
                    <a:p>
                      <a:pPr algn="ctr" fontAlgn="ctr">
                        <a:lnSpc>
                          <a:spcPct val="120000"/>
                        </a:lnSpc>
                        <a:spcBef>
                          <a:spcPts val="0"/>
                        </a:spcBef>
                        <a:spcAft>
                          <a:spcPts val="0"/>
                        </a:spcAft>
                      </a:pPr>
                      <a:r>
                        <a:rPr lang="zh-CN" altLang="en-US" sz="1600" b="1" spc="120">
                          <a:latin typeface="微软雅黑" panose="020B0503020204020204" charset="-122"/>
                          <a:ea typeface="微软雅黑" panose="020B0503020204020204" charset="-122"/>
                        </a:rPr>
                        <a:t>平台主体</a:t>
                      </a:r>
                      <a:endParaRPr lang="zh-CN" altLang="en-US" sz="1600" b="1" spc="120">
                        <a:latin typeface="微软雅黑" panose="020B0503020204020204" charset="-122"/>
                        <a:ea typeface="微软雅黑" panose="020B0503020204020204" charset="-122"/>
                      </a:endParaRPr>
                    </a:p>
                  </a:txBody>
                  <a:tcPr marL="177800" marR="177800" marT="25400" marB="25400" anchor="ctr" anchorCtr="0"/>
                </a:tc>
                <a:tc gridSpan="3">
                  <a:txBody>
                    <a:bodyPr/>
                    <a:p>
                      <a:pPr algn="ctr" fontAlgn="ctr">
                        <a:lnSpc>
                          <a:spcPct val="120000"/>
                        </a:lnSpc>
                        <a:spcBef>
                          <a:spcPts val="0"/>
                        </a:spcBef>
                        <a:spcAft>
                          <a:spcPts val="0"/>
                        </a:spcAft>
                      </a:pPr>
                      <a:r>
                        <a:rPr lang="zh-CN" altLang="en-US" sz="1600" b="1" spc="120">
                          <a:latin typeface="微软雅黑" panose="020B0503020204020204" charset="-122"/>
                          <a:ea typeface="微软雅黑" panose="020B0503020204020204" charset="-122"/>
                        </a:rPr>
                        <a:t>收费标准</a:t>
                      </a:r>
                      <a:endParaRPr lang="zh-CN" altLang="en-US" sz="1600" b="1" spc="120">
                        <a:latin typeface="微软雅黑" panose="020B0503020204020204" charset="-122"/>
                        <a:ea typeface="微软雅黑" panose="020B0503020204020204" charset="-122"/>
                      </a:endParaRPr>
                    </a:p>
                  </a:txBody>
                  <a:tcPr marL="177800" marR="177800" marT="25400" marB="25400" anchor="ctr" anchorCtr="0"/>
                </a:tc>
                <a:tc hMerge="1">
                  <a:tcPr/>
                </a:tc>
                <a:tc hMerge="1">
                  <a:tcPr/>
                </a:tc>
                <a:tc rowSpan="2">
                  <a:txBody>
                    <a:bodyPr/>
                    <a:p>
                      <a:pPr algn="ctr" fontAlgn="ctr">
                        <a:lnSpc>
                          <a:spcPct val="120000"/>
                        </a:lnSpc>
                        <a:spcBef>
                          <a:spcPts val="0"/>
                        </a:spcBef>
                        <a:spcAft>
                          <a:spcPts val="0"/>
                        </a:spcAft>
                      </a:pPr>
                      <a:r>
                        <a:rPr lang="zh-CN" altLang="en-US" sz="1600" b="1" spc="120">
                          <a:latin typeface="微软雅黑" panose="020B0503020204020204" charset="-122"/>
                          <a:ea typeface="微软雅黑" panose="020B0503020204020204" charset="-122"/>
                        </a:rPr>
                        <a:t>备注</a:t>
                      </a:r>
                      <a:endParaRPr lang="zh-CN" altLang="en-US" sz="1600" b="1" spc="120">
                        <a:latin typeface="微软雅黑" panose="020B0503020204020204" charset="-122"/>
                        <a:ea typeface="微软雅黑" panose="020B0503020204020204" charset="-122"/>
                      </a:endParaRPr>
                    </a:p>
                  </a:txBody>
                  <a:tcPr marL="177800" marR="177800" marT="25400" marB="25400" anchor="ctr" anchorCtr="0"/>
                </a:tc>
              </a:tr>
              <a:tr h="342900">
                <a:tc vMerge="1">
                  <a:tcPr/>
                </a:tc>
                <a:tc>
                  <a:txBody>
                    <a:bodyPr/>
                    <a:p>
                      <a:pPr algn="ctr" fontAlgn="ctr">
                        <a:lnSpc>
                          <a:spcPct val="120000"/>
                        </a:lnSpc>
                        <a:spcBef>
                          <a:spcPts val="0"/>
                        </a:spcBef>
                        <a:spcAft>
                          <a:spcPts val="0"/>
                        </a:spcAft>
                      </a:pPr>
                      <a:r>
                        <a:rPr lang="zh-CN" altLang="en-US" sz="1600" b="1" spc="120">
                          <a:latin typeface="微软雅黑" panose="020B0503020204020204" charset="-122"/>
                          <a:ea typeface="微软雅黑" panose="020B0503020204020204" charset="-122"/>
                        </a:rPr>
                        <a:t>入驻费</a:t>
                      </a:r>
                      <a:endParaRPr lang="zh-CN" altLang="en-US" sz="1600" b="1" spc="120">
                        <a:latin typeface="微软雅黑" panose="020B0503020204020204" charset="-122"/>
                        <a:ea typeface="微软雅黑" panose="020B0503020204020204" charset="-122"/>
                      </a:endParaRPr>
                    </a:p>
                  </a:txBody>
                  <a:tcPr marL="177800" marR="177800" marT="25400" marB="25400" anchor="ctr" anchorCtr="0"/>
                </a:tc>
                <a:tc>
                  <a:txBody>
                    <a:bodyPr/>
                    <a:p>
                      <a:pPr algn="ctr" fontAlgn="ctr">
                        <a:lnSpc>
                          <a:spcPct val="120000"/>
                        </a:lnSpc>
                        <a:spcBef>
                          <a:spcPts val="0"/>
                        </a:spcBef>
                        <a:spcAft>
                          <a:spcPts val="0"/>
                        </a:spcAft>
                      </a:pPr>
                      <a:r>
                        <a:rPr lang="zh-CN" altLang="en-US" sz="1600" b="1" spc="120">
                          <a:latin typeface="微软雅黑" panose="020B0503020204020204" charset="-122"/>
                          <a:ea typeface="微软雅黑" panose="020B0503020204020204" charset="-122"/>
                        </a:rPr>
                        <a:t>保证金</a:t>
                      </a:r>
                      <a:endParaRPr lang="zh-CN" altLang="en-US" sz="1600" b="1" spc="120">
                        <a:latin typeface="微软雅黑" panose="020B0503020204020204" charset="-122"/>
                        <a:ea typeface="微软雅黑" panose="020B0503020204020204" charset="-122"/>
                      </a:endParaRPr>
                    </a:p>
                  </a:txBody>
                  <a:tcPr marL="177800" marR="177800" marT="25400" marB="25400" anchor="ctr" anchorCtr="0"/>
                </a:tc>
                <a:tc>
                  <a:txBody>
                    <a:bodyPr/>
                    <a:p>
                      <a:pPr algn="ctr" fontAlgn="ctr">
                        <a:lnSpc>
                          <a:spcPct val="120000"/>
                        </a:lnSpc>
                        <a:spcBef>
                          <a:spcPts val="0"/>
                        </a:spcBef>
                        <a:spcAft>
                          <a:spcPts val="0"/>
                        </a:spcAft>
                      </a:pPr>
                      <a:r>
                        <a:rPr lang="zh-CN" altLang="en-US" sz="1600" b="1" spc="120">
                          <a:latin typeface="微软雅黑" panose="020B0503020204020204" charset="-122"/>
                          <a:ea typeface="微软雅黑" panose="020B0503020204020204" charset="-122"/>
                          <a:cs typeface="微软雅黑" panose="020B0503020204020204" charset="-122"/>
                        </a:rPr>
                        <a:t>交易服务费</a:t>
                      </a:r>
                      <a:r>
                        <a:rPr lang="en-US" altLang="zh-CN" sz="1600" b="1" spc="120">
                          <a:latin typeface="微软雅黑" panose="020B0503020204020204" charset="-122"/>
                          <a:ea typeface="微软雅黑" panose="020B0503020204020204" charset="-122"/>
                          <a:cs typeface="微软雅黑" panose="020B0503020204020204" charset="-122"/>
                        </a:rPr>
                        <a:t>/</a:t>
                      </a:r>
                      <a:r>
                        <a:rPr lang="zh-CN" altLang="en-US" sz="1600" b="1" spc="120">
                          <a:latin typeface="微软雅黑" panose="020B0503020204020204" charset="-122"/>
                          <a:ea typeface="微软雅黑" panose="020B0503020204020204" charset="-122"/>
                          <a:cs typeface="微软雅黑" panose="020B0503020204020204" charset="-122"/>
                        </a:rPr>
                        <a:t>中标服务费</a:t>
                      </a:r>
                      <a:endParaRPr lang="zh-CN" altLang="en-US" sz="1600" b="1"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vMerge="1">
                  <a:tcPr/>
                </a:tc>
              </a:tr>
              <a:tr h="562610">
                <a:tc>
                  <a:txBody>
                    <a:bodyPr/>
                    <a:p>
                      <a:pPr algn="l" fontAlgn="ctr">
                        <a:lnSpc>
                          <a:spcPct val="120000"/>
                        </a:lnSpc>
                        <a:spcBef>
                          <a:spcPts val="0"/>
                        </a:spcBef>
                        <a:spcAft>
                          <a:spcPts val="0"/>
                        </a:spcAft>
                      </a:pPr>
                      <a:r>
                        <a:rPr lang="zh-CN" altLang="en-US" sz="1400" b="0" spc="120">
                          <a:latin typeface="微软雅黑" panose="020B0503020204020204" charset="-122"/>
                          <a:ea typeface="微软雅黑" panose="020B0503020204020204" charset="-122"/>
                        </a:rPr>
                        <a:t>政采云</a:t>
                      </a:r>
                      <a:endParaRPr lang="zh-CN" altLang="en-US" sz="1400" b="0" spc="120">
                        <a:latin typeface="微软雅黑" panose="020B0503020204020204" charset="-122"/>
                        <a:ea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rPr>
                        <a:t>/</a:t>
                      </a:r>
                      <a:endParaRPr lang="en-US" altLang="zh-CN" sz="1400" b="0" spc="120">
                        <a:latin typeface="微软雅黑" panose="020B0503020204020204" charset="-122"/>
                        <a:ea typeface="微软雅黑" panose="020B0503020204020204" charset="-122"/>
                      </a:endParaRPr>
                    </a:p>
                  </a:txBody>
                  <a:tcPr marL="177800" marR="177800" marT="25400" marB="25400" anchor="ctr" anchorCtr="0"/>
                </a:tc>
                <a:tc>
                  <a:txBody>
                    <a:bodyPr/>
                    <a:p>
                      <a:pPr algn="ctr"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rPr>
                        <a:t>5000</a:t>
                      </a:r>
                      <a:endParaRPr lang="en-US" altLang="zh-CN" sz="1400" b="0" spc="120">
                        <a:latin typeface="微软雅黑" panose="020B0503020204020204" charset="-122"/>
                        <a:ea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zh-CN" altLang="en-US" sz="1400" b="0" spc="120">
                          <a:latin typeface="微软雅黑" panose="020B0503020204020204" charset="-122"/>
                          <a:ea typeface="微软雅黑" panose="020B0503020204020204" charset="-122"/>
                          <a:cs typeface="微软雅黑" panose="020B0503020204020204" charset="-122"/>
                        </a:rPr>
                        <a:t>分散服务订单</a:t>
                      </a:r>
                      <a:r>
                        <a:rPr lang="en-US" altLang="zh-CN" sz="1400" b="0" spc="120">
                          <a:latin typeface="微软雅黑" panose="020B0503020204020204" charset="-122"/>
                          <a:ea typeface="微软雅黑" panose="020B0503020204020204" charset="-122"/>
                          <a:cs typeface="微软雅黑" panose="020B0503020204020204" charset="-122"/>
                        </a:rPr>
                        <a:t>*1.5%</a:t>
                      </a:r>
                      <a:endParaRPr lang="en-US" altLang="zh-CN"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zh-CN" altLang="en-US" sz="1400" b="0" spc="120">
                          <a:latin typeface="微软雅黑" panose="020B0503020204020204" charset="-122"/>
                          <a:ea typeface="微软雅黑" panose="020B0503020204020204" charset="-122"/>
                        </a:rPr>
                        <a:t>货物类订单无交易服务费</a:t>
                      </a:r>
                      <a:endParaRPr lang="zh-CN" altLang="en-US" sz="1400" b="0" spc="120">
                        <a:latin typeface="微软雅黑" panose="020B0503020204020204" charset="-122"/>
                        <a:ea typeface="微软雅黑" panose="020B0503020204020204" charset="-122"/>
                      </a:endParaRPr>
                    </a:p>
                  </a:txBody>
                  <a:tcPr marL="177800" marR="177800" marT="25400" marB="25400" anchor="ctr" anchorCtr="0"/>
                </a:tc>
              </a:tr>
              <a:tr h="818515">
                <a:tc>
                  <a:txBody>
                    <a:bodyPr/>
                    <a:p>
                      <a:pPr algn="l" fontAlgn="ctr">
                        <a:lnSpc>
                          <a:spcPct val="120000"/>
                        </a:lnSpc>
                        <a:spcBef>
                          <a:spcPts val="0"/>
                        </a:spcBef>
                        <a:spcAft>
                          <a:spcPts val="0"/>
                        </a:spcAft>
                      </a:pPr>
                      <a:r>
                        <a:rPr lang="zh-CN" altLang="en-US" sz="1400" b="0" spc="120">
                          <a:latin typeface="微软雅黑" panose="020B0503020204020204" charset="-122"/>
                          <a:ea typeface="微软雅黑" panose="020B0503020204020204" charset="-122"/>
                        </a:rPr>
                        <a:t>乐采云</a:t>
                      </a:r>
                      <a:endParaRPr lang="zh-CN" altLang="en-US" sz="1400" b="0" spc="120">
                        <a:latin typeface="微软雅黑" panose="020B0503020204020204" charset="-122"/>
                        <a:ea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rPr>
                        <a:t>/</a:t>
                      </a:r>
                      <a:endParaRPr lang="en-US" altLang="zh-CN" sz="1400" b="0" spc="120">
                        <a:latin typeface="微软雅黑" panose="020B0503020204020204" charset="-122"/>
                        <a:ea typeface="微软雅黑" panose="020B0503020204020204" charset="-122"/>
                      </a:endParaRPr>
                    </a:p>
                  </a:txBody>
                  <a:tcPr marL="177800" marR="177800" marT="25400" marB="25400" anchor="ctr" anchorCtr="0"/>
                </a:tc>
                <a:tc>
                  <a:txBody>
                    <a:bodyPr/>
                    <a:p>
                      <a:pPr algn="ctr"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cs typeface="微软雅黑" panose="020B0503020204020204" charset="-122"/>
                        </a:rPr>
                        <a:t>5000</a:t>
                      </a:r>
                      <a:r>
                        <a:rPr lang="zh-CN" altLang="en-US" sz="1400" b="0" spc="120">
                          <a:latin typeface="微软雅黑" panose="020B0503020204020204" charset="-122"/>
                          <a:ea typeface="微软雅黑" panose="020B0503020204020204" charset="-122"/>
                          <a:cs typeface="微软雅黑" panose="020B0503020204020204" charset="-122"/>
                        </a:rPr>
                        <a:t>元</a:t>
                      </a:r>
                      <a:endParaRPr lang="zh-CN" altLang="en-US"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cs typeface="微软雅黑" panose="020B0503020204020204" charset="-122"/>
                        </a:rPr>
                        <a:t>1</a:t>
                      </a:r>
                      <a:r>
                        <a:rPr lang="zh-CN" altLang="en-US" sz="1400" b="0" spc="120">
                          <a:latin typeface="微软雅黑" panose="020B0503020204020204" charset="-122"/>
                          <a:ea typeface="微软雅黑" panose="020B0503020204020204" charset="-122"/>
                          <a:cs typeface="微软雅黑" panose="020B0503020204020204" charset="-122"/>
                        </a:rPr>
                        <a:t>、车辆订单金额</a:t>
                      </a:r>
                      <a:r>
                        <a:rPr lang="en-US" altLang="zh-CN" sz="1400" b="0" spc="120">
                          <a:latin typeface="微软雅黑" panose="020B0503020204020204" charset="-122"/>
                          <a:ea typeface="微软雅黑" panose="020B0503020204020204" charset="-122"/>
                          <a:cs typeface="微软雅黑" panose="020B0503020204020204" charset="-122"/>
                        </a:rPr>
                        <a:t>*0.5%</a:t>
                      </a:r>
                      <a:r>
                        <a:rPr lang="zh-CN" altLang="en-US" sz="1400" b="0" spc="120">
                          <a:latin typeface="微软雅黑" panose="020B0503020204020204" charset="-122"/>
                          <a:ea typeface="微软雅黑" panose="020B0503020204020204" charset="-122"/>
                          <a:cs typeface="微软雅黑" panose="020B0503020204020204" charset="-122"/>
                        </a:rPr>
                        <a:t>；</a:t>
                      </a:r>
                      <a:br>
                        <a:rPr lang="zh-CN" altLang="en-US" sz="1400" b="0" spc="120">
                          <a:latin typeface="微软雅黑" panose="020B0503020204020204" charset="-122"/>
                          <a:ea typeface="微软雅黑" panose="020B0503020204020204" charset="-122"/>
                          <a:cs typeface="微软雅黑" panose="020B0503020204020204" charset="-122"/>
                        </a:rPr>
                      </a:br>
                      <a:r>
                        <a:rPr lang="en-US" altLang="zh-CN" sz="1400" b="0" spc="120">
                          <a:latin typeface="微软雅黑" panose="020B0503020204020204" charset="-122"/>
                          <a:ea typeface="微软雅黑" panose="020B0503020204020204" charset="-122"/>
                          <a:cs typeface="微软雅黑" panose="020B0503020204020204" charset="-122"/>
                        </a:rPr>
                        <a:t>2</a:t>
                      </a:r>
                      <a:r>
                        <a:rPr lang="zh-CN" altLang="en-US" sz="1400" b="0" spc="120">
                          <a:latin typeface="微软雅黑" panose="020B0503020204020204" charset="-122"/>
                          <a:ea typeface="微软雅黑" panose="020B0503020204020204" charset="-122"/>
                          <a:cs typeface="微软雅黑" panose="020B0503020204020204" charset="-122"/>
                        </a:rPr>
                        <a:t>、其他订单金额</a:t>
                      </a:r>
                      <a:r>
                        <a:rPr lang="en-US" altLang="zh-CN" sz="1400" b="0" spc="120">
                          <a:latin typeface="微软雅黑" panose="020B0503020204020204" charset="-122"/>
                          <a:ea typeface="微软雅黑" panose="020B0503020204020204" charset="-122"/>
                          <a:cs typeface="微软雅黑" panose="020B0503020204020204" charset="-122"/>
                        </a:rPr>
                        <a:t>*2%</a:t>
                      </a:r>
                      <a:br>
                        <a:rPr lang="en-US" altLang="zh-CN" sz="1400" b="0" spc="120">
                          <a:latin typeface="微软雅黑" panose="020B0503020204020204" charset="-122"/>
                          <a:ea typeface="微软雅黑" panose="020B0503020204020204" charset="-122"/>
                          <a:cs typeface="微软雅黑" panose="020B0503020204020204" charset="-122"/>
                        </a:rPr>
                      </a:br>
                      <a:r>
                        <a:rPr lang="en-US" altLang="zh-CN" sz="1400" b="0" spc="120">
                          <a:latin typeface="微软雅黑" panose="020B0503020204020204" charset="-122"/>
                          <a:ea typeface="微软雅黑" panose="020B0503020204020204" charset="-122"/>
                          <a:cs typeface="微软雅黑" panose="020B0503020204020204" charset="-122"/>
                        </a:rPr>
                        <a:t>3</a:t>
                      </a:r>
                      <a:r>
                        <a:rPr lang="zh-CN" altLang="en-US" sz="1400" b="0" spc="120">
                          <a:latin typeface="微软雅黑" panose="020B0503020204020204" charset="-122"/>
                          <a:ea typeface="微软雅黑" panose="020B0503020204020204" charset="-122"/>
                          <a:cs typeface="微软雅黑" panose="020B0503020204020204" charset="-122"/>
                        </a:rPr>
                        <a:t>、竞价类订单金额</a:t>
                      </a:r>
                      <a:r>
                        <a:rPr lang="en-US" altLang="zh-CN" sz="1400" b="0" spc="120">
                          <a:latin typeface="微软雅黑" panose="020B0503020204020204" charset="-122"/>
                          <a:ea typeface="微软雅黑" panose="020B0503020204020204" charset="-122"/>
                          <a:cs typeface="微软雅黑" panose="020B0503020204020204" charset="-122"/>
                        </a:rPr>
                        <a:t>*2%</a:t>
                      </a:r>
                      <a:r>
                        <a:rPr lang="zh-CN" altLang="en-US" sz="1400" b="0" spc="120">
                          <a:latin typeface="微软雅黑" panose="020B0503020204020204" charset="-122"/>
                          <a:ea typeface="微软雅黑" panose="020B0503020204020204" charset="-122"/>
                          <a:cs typeface="微软雅黑" panose="020B0503020204020204" charset="-122"/>
                        </a:rPr>
                        <a:t>，封顶</a:t>
                      </a:r>
                      <a:r>
                        <a:rPr lang="en-US" altLang="zh-CN" sz="1400" b="0" spc="120">
                          <a:latin typeface="微软雅黑" panose="020B0503020204020204" charset="-122"/>
                          <a:ea typeface="微软雅黑" panose="020B0503020204020204" charset="-122"/>
                          <a:cs typeface="微软雅黑" panose="020B0503020204020204" charset="-122"/>
                        </a:rPr>
                        <a:t>2</a:t>
                      </a:r>
                      <a:r>
                        <a:rPr lang="zh-CN" altLang="en-US" sz="1400" b="0" spc="120">
                          <a:latin typeface="微软雅黑" panose="020B0503020204020204" charset="-122"/>
                          <a:ea typeface="微软雅黑" panose="020B0503020204020204" charset="-122"/>
                          <a:cs typeface="微软雅黑" panose="020B0503020204020204" charset="-122"/>
                        </a:rPr>
                        <a:t>万元</a:t>
                      </a:r>
                      <a:endParaRPr lang="zh-CN" altLang="en-US"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endParaRPr sz="1400" b="0" spc="120">
                        <a:latin typeface="微软雅黑" panose="020B0503020204020204" charset="-122"/>
                        <a:ea typeface="微软雅黑" panose="020B0503020204020204" charset="-122"/>
                      </a:endParaRPr>
                    </a:p>
                  </a:txBody>
                  <a:tcPr marL="177800" marR="177800" marT="25400" marB="25400" anchor="ctr" anchorCtr="0"/>
                </a:tc>
              </a:tr>
              <a:tr h="562610">
                <a:tc>
                  <a:txBody>
                    <a:bodyPr/>
                    <a:p>
                      <a:pPr algn="l" fontAlgn="ctr">
                        <a:lnSpc>
                          <a:spcPct val="120000"/>
                        </a:lnSpc>
                        <a:spcBef>
                          <a:spcPts val="0"/>
                        </a:spcBef>
                        <a:spcAft>
                          <a:spcPts val="0"/>
                        </a:spcAft>
                      </a:pPr>
                      <a:r>
                        <a:rPr lang="zh-CN" altLang="en-US" sz="1400" b="0" spc="120">
                          <a:latin typeface="微软雅黑" panose="020B0503020204020204" charset="-122"/>
                          <a:ea typeface="微软雅黑" panose="020B0503020204020204" charset="-122"/>
                        </a:rPr>
                        <a:t>温州市产交所</a:t>
                      </a:r>
                      <a:endParaRPr lang="zh-CN" altLang="en-US" sz="1400" b="0" spc="120">
                        <a:latin typeface="微软雅黑" panose="020B0503020204020204" charset="-122"/>
                        <a:ea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cs typeface="微软雅黑" panose="020B0503020204020204" charset="-122"/>
                        </a:rPr>
                        <a:t>2000/</a:t>
                      </a:r>
                      <a:r>
                        <a:rPr lang="zh-CN" altLang="en-US" sz="1400" b="0" spc="120">
                          <a:latin typeface="微软雅黑" panose="020B0503020204020204" charset="-122"/>
                          <a:ea typeface="微软雅黑" panose="020B0503020204020204" charset="-122"/>
                          <a:cs typeface="微软雅黑" panose="020B0503020204020204" charset="-122"/>
                        </a:rPr>
                        <a:t>年，首年免费</a:t>
                      </a:r>
                      <a:endParaRPr lang="zh-CN" altLang="en-US"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ctr"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cs typeface="微软雅黑" panose="020B0503020204020204" charset="-122"/>
                        </a:rPr>
                        <a:t>3000</a:t>
                      </a:r>
                      <a:r>
                        <a:rPr lang="zh-CN" altLang="en-US" sz="1400" b="0" spc="120">
                          <a:latin typeface="微软雅黑" panose="020B0503020204020204" charset="-122"/>
                          <a:ea typeface="微软雅黑" panose="020B0503020204020204" charset="-122"/>
                          <a:cs typeface="微软雅黑" panose="020B0503020204020204" charset="-122"/>
                        </a:rPr>
                        <a:t>元</a:t>
                      </a:r>
                      <a:endParaRPr lang="zh-CN" altLang="en-US"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zh-CN" altLang="en-US" sz="1400" b="0" spc="120">
                          <a:latin typeface="微软雅黑" panose="020B0503020204020204" charset="-122"/>
                          <a:ea typeface="微软雅黑" panose="020B0503020204020204" charset="-122"/>
                          <a:cs typeface="微软雅黑" panose="020B0503020204020204" charset="-122"/>
                        </a:rPr>
                        <a:t>订单金额</a:t>
                      </a:r>
                      <a:r>
                        <a:rPr lang="en-US" altLang="zh-CN" sz="1400" b="0" spc="120">
                          <a:latin typeface="微软雅黑" panose="020B0503020204020204" charset="-122"/>
                          <a:ea typeface="微软雅黑" panose="020B0503020204020204" charset="-122"/>
                          <a:cs typeface="微软雅黑" panose="020B0503020204020204" charset="-122"/>
                        </a:rPr>
                        <a:t>*1.5%</a:t>
                      </a:r>
                      <a:endParaRPr lang="en-US" altLang="zh-CN"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endParaRPr sz="1400" b="0" spc="120">
                        <a:latin typeface="微软雅黑" panose="020B0503020204020204" charset="-122"/>
                        <a:ea typeface="微软雅黑" panose="020B0503020204020204" charset="-122"/>
                      </a:endParaRPr>
                    </a:p>
                  </a:txBody>
                  <a:tcPr marL="177800" marR="177800" marT="25400" marB="25400" anchor="ctr" anchorCtr="0"/>
                </a:tc>
              </a:tr>
              <a:tr h="911860">
                <a:tc>
                  <a:txBody>
                    <a:bodyPr/>
                    <a:p>
                      <a:pPr algn="l" fontAlgn="ctr">
                        <a:lnSpc>
                          <a:spcPct val="120000"/>
                        </a:lnSpc>
                        <a:spcBef>
                          <a:spcPts val="0"/>
                        </a:spcBef>
                        <a:spcAft>
                          <a:spcPts val="0"/>
                        </a:spcAft>
                      </a:pPr>
                      <a:r>
                        <a:rPr lang="zh-CN" altLang="en-US" sz="1400" b="0" spc="120">
                          <a:latin typeface="微软雅黑" panose="020B0503020204020204" charset="-122"/>
                          <a:ea typeface="微软雅黑" panose="020B0503020204020204" charset="-122"/>
                        </a:rPr>
                        <a:t>衢州市产交所（乐采云）</a:t>
                      </a:r>
                      <a:endParaRPr lang="zh-CN" altLang="en-US" sz="1400" b="0" spc="120">
                        <a:latin typeface="微软雅黑" panose="020B0503020204020204" charset="-122"/>
                        <a:ea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rPr>
                        <a:t>/</a:t>
                      </a:r>
                      <a:endParaRPr lang="en-US" altLang="zh-CN" sz="1400" b="0" spc="120">
                        <a:latin typeface="微软雅黑" panose="020B0503020204020204" charset="-122"/>
                        <a:ea typeface="微软雅黑" panose="020B0503020204020204" charset="-122"/>
                      </a:endParaRPr>
                    </a:p>
                  </a:txBody>
                  <a:tcPr marL="177800" marR="177800" marT="25400" marB="25400" anchor="ctr" anchorCtr="0"/>
                </a:tc>
                <a:tc>
                  <a:txBody>
                    <a:bodyPr/>
                    <a:p>
                      <a:pPr algn="ctr"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cs typeface="微软雅黑" panose="020B0503020204020204" charset="-122"/>
                        </a:rPr>
                        <a:t>5000</a:t>
                      </a:r>
                      <a:r>
                        <a:rPr lang="zh-CN" altLang="en-US" sz="1400" b="0" spc="120">
                          <a:latin typeface="微软雅黑" panose="020B0503020204020204" charset="-122"/>
                          <a:ea typeface="微软雅黑" panose="020B0503020204020204" charset="-122"/>
                          <a:cs typeface="微软雅黑" panose="020B0503020204020204" charset="-122"/>
                        </a:rPr>
                        <a:t>元</a:t>
                      </a:r>
                      <a:endParaRPr lang="zh-CN" altLang="en-US"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en-US" altLang="zh-CN" sz="1400" b="0" spc="120">
                          <a:latin typeface="微软雅黑" panose="020B0503020204020204" charset="-122"/>
                          <a:ea typeface="微软雅黑" panose="020B0503020204020204" charset="-122"/>
                          <a:cs typeface="微软雅黑" panose="020B0503020204020204" charset="-122"/>
                        </a:rPr>
                        <a:t>1</a:t>
                      </a:r>
                      <a:r>
                        <a:rPr lang="zh-CN" altLang="en-US" sz="1400" b="0" spc="120">
                          <a:latin typeface="微软雅黑" panose="020B0503020204020204" charset="-122"/>
                          <a:ea typeface="微软雅黑" panose="020B0503020204020204" charset="-122"/>
                          <a:cs typeface="微软雅黑" panose="020B0503020204020204" charset="-122"/>
                        </a:rPr>
                        <a:t>、车辆订单金额</a:t>
                      </a:r>
                      <a:r>
                        <a:rPr lang="en-US" altLang="zh-CN" sz="1400" b="0" spc="120">
                          <a:latin typeface="微软雅黑" panose="020B0503020204020204" charset="-122"/>
                          <a:ea typeface="微软雅黑" panose="020B0503020204020204" charset="-122"/>
                          <a:cs typeface="微软雅黑" panose="020B0503020204020204" charset="-122"/>
                        </a:rPr>
                        <a:t>*0.5%</a:t>
                      </a:r>
                      <a:r>
                        <a:rPr lang="zh-CN" altLang="en-US" sz="1400" b="0" spc="120">
                          <a:latin typeface="微软雅黑" panose="020B0503020204020204" charset="-122"/>
                          <a:ea typeface="微软雅黑" panose="020B0503020204020204" charset="-122"/>
                          <a:cs typeface="微软雅黑" panose="020B0503020204020204" charset="-122"/>
                        </a:rPr>
                        <a:t>；</a:t>
                      </a:r>
                      <a:br>
                        <a:rPr lang="zh-CN" altLang="en-US" sz="1400" b="0" spc="120">
                          <a:latin typeface="微软雅黑" panose="020B0503020204020204" charset="-122"/>
                          <a:ea typeface="微软雅黑" panose="020B0503020204020204" charset="-122"/>
                          <a:cs typeface="微软雅黑" panose="020B0503020204020204" charset="-122"/>
                        </a:rPr>
                      </a:br>
                      <a:r>
                        <a:rPr lang="en-US" altLang="zh-CN" sz="1400" b="0" spc="120">
                          <a:latin typeface="微软雅黑" panose="020B0503020204020204" charset="-122"/>
                          <a:ea typeface="微软雅黑" panose="020B0503020204020204" charset="-122"/>
                          <a:cs typeface="微软雅黑" panose="020B0503020204020204" charset="-122"/>
                        </a:rPr>
                        <a:t>2</a:t>
                      </a:r>
                      <a:r>
                        <a:rPr lang="zh-CN" altLang="en-US" sz="1400" b="0" spc="120">
                          <a:latin typeface="微软雅黑" panose="020B0503020204020204" charset="-122"/>
                          <a:ea typeface="微软雅黑" panose="020B0503020204020204" charset="-122"/>
                          <a:cs typeface="微软雅黑" panose="020B0503020204020204" charset="-122"/>
                        </a:rPr>
                        <a:t>、其他订单金额</a:t>
                      </a:r>
                      <a:r>
                        <a:rPr lang="en-US" altLang="zh-CN" sz="1400" b="0" spc="120">
                          <a:latin typeface="微软雅黑" panose="020B0503020204020204" charset="-122"/>
                          <a:ea typeface="微软雅黑" panose="020B0503020204020204" charset="-122"/>
                          <a:cs typeface="微软雅黑" panose="020B0503020204020204" charset="-122"/>
                        </a:rPr>
                        <a:t>*2%</a:t>
                      </a:r>
                      <a:br>
                        <a:rPr lang="en-US" altLang="zh-CN" sz="1400" b="0" spc="120">
                          <a:latin typeface="微软雅黑" panose="020B0503020204020204" charset="-122"/>
                          <a:ea typeface="微软雅黑" panose="020B0503020204020204" charset="-122"/>
                          <a:cs typeface="微软雅黑" panose="020B0503020204020204" charset="-122"/>
                        </a:rPr>
                      </a:br>
                      <a:r>
                        <a:rPr lang="en-US" altLang="zh-CN" sz="1400" b="0" spc="120">
                          <a:latin typeface="微软雅黑" panose="020B0503020204020204" charset="-122"/>
                          <a:ea typeface="微软雅黑" panose="020B0503020204020204" charset="-122"/>
                          <a:cs typeface="微软雅黑" panose="020B0503020204020204" charset="-122"/>
                        </a:rPr>
                        <a:t>3</a:t>
                      </a:r>
                      <a:r>
                        <a:rPr lang="zh-CN" altLang="en-US" sz="1400" b="0" spc="120">
                          <a:latin typeface="微软雅黑" panose="020B0503020204020204" charset="-122"/>
                          <a:ea typeface="微软雅黑" panose="020B0503020204020204" charset="-122"/>
                          <a:cs typeface="微软雅黑" panose="020B0503020204020204" charset="-122"/>
                        </a:rPr>
                        <a:t>、竞价类订单金额</a:t>
                      </a:r>
                      <a:r>
                        <a:rPr lang="en-US" altLang="zh-CN" sz="1400" b="0" spc="120">
                          <a:latin typeface="微软雅黑" panose="020B0503020204020204" charset="-122"/>
                          <a:ea typeface="微软雅黑" panose="020B0503020204020204" charset="-122"/>
                          <a:cs typeface="微软雅黑" panose="020B0503020204020204" charset="-122"/>
                        </a:rPr>
                        <a:t>*2%</a:t>
                      </a:r>
                      <a:r>
                        <a:rPr lang="zh-CN" altLang="en-US" sz="1400" b="0" spc="120">
                          <a:latin typeface="微软雅黑" panose="020B0503020204020204" charset="-122"/>
                          <a:ea typeface="微软雅黑" panose="020B0503020204020204" charset="-122"/>
                          <a:cs typeface="微软雅黑" panose="020B0503020204020204" charset="-122"/>
                        </a:rPr>
                        <a:t>，封顶</a:t>
                      </a:r>
                      <a:endParaRPr lang="zh-CN" altLang="en-US"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pPr>
                      <a:r>
                        <a:rPr lang="zh-CN" altLang="en-US" sz="1400" b="0" spc="120">
                          <a:latin typeface="微软雅黑" panose="020B0503020204020204" charset="-122"/>
                          <a:ea typeface="微软雅黑" panose="020B0503020204020204" charset="-122"/>
                          <a:cs typeface="微软雅黑" panose="020B0503020204020204" charset="-122"/>
                        </a:rPr>
                        <a:t>交易服务费无保底，封顶</a:t>
                      </a:r>
                      <a:r>
                        <a:rPr lang="en-US" altLang="zh-CN" sz="1400" b="0" spc="120">
                          <a:latin typeface="微软雅黑" panose="020B0503020204020204" charset="-122"/>
                          <a:ea typeface="微软雅黑" panose="020B0503020204020204" charset="-122"/>
                          <a:cs typeface="微软雅黑" panose="020B0503020204020204" charset="-122"/>
                        </a:rPr>
                        <a:t>2</a:t>
                      </a:r>
                      <a:r>
                        <a:rPr lang="zh-CN" altLang="en-US" sz="1400" b="0" spc="120">
                          <a:latin typeface="微软雅黑" panose="020B0503020204020204" charset="-122"/>
                          <a:ea typeface="微软雅黑" panose="020B0503020204020204" charset="-122"/>
                          <a:cs typeface="微软雅黑" panose="020B0503020204020204" charset="-122"/>
                        </a:rPr>
                        <a:t>万元</a:t>
                      </a:r>
                      <a:r>
                        <a:rPr lang="en-US" altLang="zh-CN" sz="1400" b="0" spc="120">
                          <a:latin typeface="微软雅黑" panose="020B0503020204020204" charset="-122"/>
                          <a:ea typeface="微软雅黑" panose="020B0503020204020204" charset="-122"/>
                          <a:cs typeface="微软雅黑" panose="020B0503020204020204" charset="-122"/>
                        </a:rPr>
                        <a:t>/3</a:t>
                      </a:r>
                      <a:r>
                        <a:rPr lang="zh-CN" altLang="en-US" sz="1400" b="0" spc="120">
                          <a:latin typeface="微软雅黑" panose="020B0503020204020204" charset="-122"/>
                          <a:ea typeface="微软雅黑" panose="020B0503020204020204" charset="-122"/>
                          <a:cs typeface="微软雅黑" panose="020B0503020204020204" charset="-122"/>
                        </a:rPr>
                        <a:t>万元</a:t>
                      </a:r>
                      <a:endParaRPr lang="zh-CN" altLang="en-US"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r>
              <a:tr h="911860">
                <a:tc>
                  <a:txBody>
                    <a:bodyPr/>
                    <a:p>
                      <a:pPr algn="l" fontAlgn="ctr">
                        <a:lnSpc>
                          <a:spcPct val="120000"/>
                        </a:lnSpc>
                        <a:spcBef>
                          <a:spcPts val="0"/>
                        </a:spcBef>
                        <a:spcAft>
                          <a:spcPts val="0"/>
                        </a:spcAft>
                        <a:buNone/>
                      </a:pPr>
                      <a:r>
                        <a:rPr lang="zh-CN" altLang="en-US" sz="1400" b="0" spc="120">
                          <a:latin typeface="微软雅黑" panose="020B0503020204020204" charset="-122"/>
                          <a:ea typeface="微软雅黑" panose="020B0503020204020204" charset="-122"/>
                        </a:rPr>
                        <a:t>赣云</a:t>
                      </a:r>
                      <a:r>
                        <a:rPr lang="zh-CN" altLang="en-US" sz="1400" spc="120">
                          <a:latin typeface="微软雅黑" panose="020B0503020204020204" charset="-122"/>
                          <a:ea typeface="微软雅黑" panose="020B0503020204020204" charset="-122"/>
                          <a:sym typeface="+mn-ea"/>
                        </a:rPr>
                        <a:t>采</a:t>
                      </a:r>
                      <a:endParaRPr lang="zh-CN" altLang="en-US" sz="1400" b="0" spc="120">
                        <a:latin typeface="微软雅黑" panose="020B0503020204020204" charset="-122"/>
                        <a:ea typeface="微软雅黑" panose="020B0503020204020204" charset="-122"/>
                      </a:endParaRPr>
                    </a:p>
                  </a:txBody>
                  <a:tcPr marL="177800" marR="177800" marT="25400" marB="25400" anchor="ctr" anchorCtr="0"/>
                </a:tc>
                <a:tc>
                  <a:txBody>
                    <a:bodyPr/>
                    <a:p>
                      <a:pPr algn="ctr" fontAlgn="ctr">
                        <a:lnSpc>
                          <a:spcPct val="120000"/>
                        </a:lnSpc>
                        <a:spcBef>
                          <a:spcPts val="0"/>
                        </a:spcBef>
                        <a:spcAft>
                          <a:spcPts val="0"/>
                        </a:spcAft>
                        <a:buNone/>
                      </a:pPr>
                      <a:r>
                        <a:rPr lang="en-US" altLang="zh-CN" sz="1400" spc="120">
                          <a:latin typeface="微软雅黑" panose="020B0503020204020204" charset="-122"/>
                          <a:ea typeface="微软雅黑" panose="020B0503020204020204" charset="-122"/>
                          <a:cs typeface="微软雅黑" panose="020B0503020204020204" charset="-122"/>
                          <a:sym typeface="+mn-ea"/>
                        </a:rPr>
                        <a:t>1600/</a:t>
                      </a:r>
                      <a:r>
                        <a:rPr lang="zh-CN" altLang="en-US" sz="1400" spc="120">
                          <a:latin typeface="微软雅黑" panose="020B0503020204020204" charset="-122"/>
                          <a:ea typeface="微软雅黑" panose="020B0503020204020204" charset="-122"/>
                          <a:cs typeface="微软雅黑" panose="020B0503020204020204" charset="-122"/>
                          <a:sym typeface="+mn-ea"/>
                        </a:rPr>
                        <a:t>年（</a:t>
                      </a:r>
                      <a:r>
                        <a:rPr lang="en-US" altLang="zh-CN" sz="1400" spc="120">
                          <a:latin typeface="微软雅黑" panose="020B0503020204020204" charset="-122"/>
                          <a:ea typeface="微软雅黑" panose="020B0503020204020204" charset="-122"/>
                          <a:cs typeface="微软雅黑" panose="020B0503020204020204" charset="-122"/>
                          <a:sym typeface="+mn-ea"/>
                        </a:rPr>
                        <a:t>2024</a:t>
                      </a:r>
                      <a:r>
                        <a:rPr lang="zh-CN" altLang="en-US" sz="1400" spc="120">
                          <a:latin typeface="微软雅黑" panose="020B0503020204020204" charset="-122"/>
                          <a:ea typeface="微软雅黑" panose="020B0503020204020204" charset="-122"/>
                          <a:cs typeface="微软雅黑" panose="020B0503020204020204" charset="-122"/>
                          <a:sym typeface="+mn-ea"/>
                        </a:rPr>
                        <a:t>年</a:t>
                      </a:r>
                      <a:r>
                        <a:rPr lang="zh-CN" altLang="en-US" sz="1400" spc="120">
                          <a:latin typeface="微软雅黑" panose="020B0503020204020204" charset="-122"/>
                          <a:ea typeface="微软雅黑" panose="020B0503020204020204" charset="-122"/>
                          <a:cs typeface="微软雅黑" panose="020B0503020204020204" charset="-122"/>
                          <a:sym typeface="+mn-ea"/>
                        </a:rPr>
                        <a:t>免费）</a:t>
                      </a:r>
                      <a:endParaRPr lang="zh-CN" altLang="en-US" sz="1400" spc="120">
                        <a:latin typeface="微软雅黑" panose="020B0503020204020204" charset="-122"/>
                        <a:ea typeface="微软雅黑" panose="020B0503020204020204" charset="-122"/>
                        <a:cs typeface="微软雅黑" panose="020B0503020204020204" charset="-122"/>
                        <a:sym typeface="+mn-ea"/>
                      </a:endParaRPr>
                    </a:p>
                  </a:txBody>
                  <a:tcPr marL="177800" marR="177800" marT="25400" marB="25400" anchor="ctr" anchorCtr="0"/>
                </a:tc>
                <a:tc>
                  <a:txBody>
                    <a:bodyPr/>
                    <a:p>
                      <a:pPr algn="ctr" fontAlgn="ctr">
                        <a:lnSpc>
                          <a:spcPct val="120000"/>
                        </a:lnSpc>
                        <a:spcBef>
                          <a:spcPts val="0"/>
                        </a:spcBef>
                        <a:spcAft>
                          <a:spcPts val="0"/>
                        </a:spcAft>
                        <a:buNone/>
                      </a:pPr>
                      <a:endParaRPr lang="en-US" altLang="zh-CN"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buNone/>
                      </a:pPr>
                      <a:r>
                        <a:rPr lang="en-US" altLang="zh-CN" sz="1400" b="0" spc="120">
                          <a:latin typeface="微软雅黑" panose="020B0503020204020204" charset="-122"/>
                          <a:ea typeface="微软雅黑" panose="020B0503020204020204" charset="-122"/>
                          <a:cs typeface="微软雅黑" panose="020B0503020204020204" charset="-122"/>
                        </a:rPr>
                        <a:t>1</a:t>
                      </a:r>
                      <a:r>
                        <a:rPr lang="zh-CN" altLang="en-US" sz="1400" b="0" spc="120">
                          <a:latin typeface="微软雅黑" panose="020B0503020204020204" charset="-122"/>
                          <a:ea typeface="微软雅黑" panose="020B0503020204020204" charset="-122"/>
                          <a:cs typeface="微软雅黑" panose="020B0503020204020204" charset="-122"/>
                        </a:rPr>
                        <a:t>、经营性采购</a:t>
                      </a:r>
                      <a:r>
                        <a:rPr lang="en-US" altLang="zh-CN" sz="1400" b="0" spc="120">
                          <a:latin typeface="微软雅黑" panose="020B0503020204020204" charset="-122"/>
                          <a:ea typeface="微软雅黑" panose="020B0503020204020204" charset="-122"/>
                          <a:cs typeface="微软雅黑" panose="020B0503020204020204" charset="-122"/>
                        </a:rPr>
                        <a:t>:</a:t>
                      </a:r>
                      <a:r>
                        <a:rPr lang="zh-CN" altLang="en-US" sz="1400" spc="120">
                          <a:latin typeface="微软雅黑" panose="020B0503020204020204" charset="-122"/>
                          <a:ea typeface="微软雅黑" panose="020B0503020204020204" charset="-122"/>
                          <a:cs typeface="微软雅黑" panose="020B0503020204020204" charset="-122"/>
                          <a:sym typeface="+mn-ea"/>
                        </a:rPr>
                        <a:t>项目金额</a:t>
                      </a:r>
                      <a:r>
                        <a:rPr lang="en-US" altLang="zh-CN" sz="1400" b="0" spc="120">
                          <a:latin typeface="微软雅黑" panose="020B0503020204020204" charset="-122"/>
                          <a:ea typeface="微软雅黑" panose="020B0503020204020204" charset="-122"/>
                          <a:cs typeface="微软雅黑" panose="020B0503020204020204" charset="-122"/>
                        </a:rPr>
                        <a:t>0.4%</a:t>
                      </a:r>
                      <a:r>
                        <a:rPr lang="zh-CN" altLang="en-US" sz="1400" b="0" spc="120">
                          <a:latin typeface="微软雅黑" panose="020B0503020204020204" charset="-122"/>
                          <a:ea typeface="微软雅黑" panose="020B0503020204020204" charset="-122"/>
                          <a:cs typeface="微软雅黑" panose="020B0503020204020204" charset="-122"/>
                        </a:rPr>
                        <a:t>收取，最低收取</a:t>
                      </a:r>
                      <a:r>
                        <a:rPr lang="en-US" altLang="zh-CN" sz="1400" b="0" spc="120">
                          <a:latin typeface="微软雅黑" panose="020B0503020204020204" charset="-122"/>
                          <a:ea typeface="微软雅黑" panose="020B0503020204020204" charset="-122"/>
                          <a:cs typeface="微软雅黑" panose="020B0503020204020204" charset="-122"/>
                        </a:rPr>
                        <a:t>500</a:t>
                      </a:r>
                      <a:r>
                        <a:rPr lang="zh-CN" altLang="en-US" sz="1400" b="0" spc="120">
                          <a:latin typeface="微软雅黑" panose="020B0503020204020204" charset="-122"/>
                          <a:ea typeface="微软雅黑" panose="020B0503020204020204" charset="-122"/>
                          <a:cs typeface="微软雅黑" panose="020B0503020204020204" charset="-122"/>
                        </a:rPr>
                        <a:t>元，封顶</a:t>
                      </a:r>
                      <a:r>
                        <a:rPr lang="en-US" altLang="zh-CN" sz="1400" b="0" spc="120">
                          <a:latin typeface="微软雅黑" panose="020B0503020204020204" charset="-122"/>
                          <a:ea typeface="微软雅黑" panose="020B0503020204020204" charset="-122"/>
                          <a:cs typeface="微软雅黑" panose="020B0503020204020204" charset="-122"/>
                        </a:rPr>
                        <a:t>1</a:t>
                      </a:r>
                      <a:r>
                        <a:rPr lang="zh-CN" altLang="en-US" sz="1400" b="0" spc="120">
                          <a:latin typeface="微软雅黑" panose="020B0503020204020204" charset="-122"/>
                          <a:ea typeface="微软雅黑" panose="020B0503020204020204" charset="-122"/>
                          <a:cs typeface="微软雅黑" panose="020B0503020204020204" charset="-122"/>
                        </a:rPr>
                        <a:t>万元</a:t>
                      </a:r>
                      <a:endParaRPr lang="zh-CN" altLang="en-US" sz="1400" b="0" spc="120">
                        <a:latin typeface="微软雅黑" panose="020B0503020204020204" charset="-122"/>
                        <a:ea typeface="微软雅黑" panose="020B0503020204020204" charset="-122"/>
                        <a:cs typeface="微软雅黑" panose="020B0503020204020204" charset="-122"/>
                      </a:endParaRPr>
                    </a:p>
                    <a:p>
                      <a:pPr algn="l" fontAlgn="ctr">
                        <a:lnSpc>
                          <a:spcPct val="120000"/>
                        </a:lnSpc>
                        <a:spcBef>
                          <a:spcPts val="0"/>
                        </a:spcBef>
                        <a:spcAft>
                          <a:spcPts val="0"/>
                        </a:spcAft>
                        <a:buNone/>
                      </a:pPr>
                      <a:r>
                        <a:rPr lang="en-US" altLang="zh-CN" sz="1400" b="0" spc="120">
                          <a:latin typeface="微软雅黑" panose="020B0503020204020204" charset="-122"/>
                          <a:ea typeface="微软雅黑" panose="020B0503020204020204" charset="-122"/>
                          <a:cs typeface="微软雅黑" panose="020B0503020204020204" charset="-122"/>
                        </a:rPr>
                        <a:t>2</a:t>
                      </a:r>
                      <a:r>
                        <a:rPr lang="zh-CN" altLang="en-US" sz="1400" b="0" spc="120">
                          <a:latin typeface="微软雅黑" panose="020B0503020204020204" charset="-122"/>
                          <a:ea typeface="微软雅黑" panose="020B0503020204020204" charset="-122"/>
                          <a:cs typeface="微软雅黑" panose="020B0503020204020204" charset="-122"/>
                        </a:rPr>
                        <a:t>、非经营性采购：项目金额的</a:t>
                      </a:r>
                      <a:r>
                        <a:rPr lang="en-US" altLang="zh-CN" sz="1400" b="0" spc="120">
                          <a:latin typeface="微软雅黑" panose="020B0503020204020204" charset="-122"/>
                          <a:ea typeface="微软雅黑" panose="020B0503020204020204" charset="-122"/>
                          <a:cs typeface="微软雅黑" panose="020B0503020204020204" charset="-122"/>
                        </a:rPr>
                        <a:t>0.8%</a:t>
                      </a:r>
                      <a:r>
                        <a:rPr lang="zh-CN" altLang="en-US" sz="1400" b="0" spc="120">
                          <a:latin typeface="微软雅黑" panose="020B0503020204020204" charset="-122"/>
                          <a:ea typeface="微软雅黑" panose="020B0503020204020204" charset="-122"/>
                          <a:cs typeface="微软雅黑" panose="020B0503020204020204" charset="-122"/>
                        </a:rPr>
                        <a:t>收取，最低收取</a:t>
                      </a:r>
                      <a:r>
                        <a:rPr lang="en-US" altLang="zh-CN" sz="1400" b="0" spc="120">
                          <a:latin typeface="微软雅黑" panose="020B0503020204020204" charset="-122"/>
                          <a:ea typeface="微软雅黑" panose="020B0503020204020204" charset="-122"/>
                          <a:cs typeface="微软雅黑" panose="020B0503020204020204" charset="-122"/>
                        </a:rPr>
                        <a:t>500</a:t>
                      </a:r>
                      <a:r>
                        <a:rPr lang="zh-CN" altLang="en-US" sz="1400" b="0" spc="120">
                          <a:latin typeface="微软雅黑" panose="020B0503020204020204" charset="-122"/>
                          <a:ea typeface="微软雅黑" panose="020B0503020204020204" charset="-122"/>
                          <a:cs typeface="微软雅黑" panose="020B0503020204020204" charset="-122"/>
                        </a:rPr>
                        <a:t>元，封顶</a:t>
                      </a:r>
                      <a:r>
                        <a:rPr lang="en-US" altLang="zh-CN" sz="1400" b="0" spc="120">
                          <a:latin typeface="微软雅黑" panose="020B0503020204020204" charset="-122"/>
                          <a:ea typeface="微软雅黑" panose="020B0503020204020204" charset="-122"/>
                          <a:cs typeface="微软雅黑" panose="020B0503020204020204" charset="-122"/>
                        </a:rPr>
                        <a:t>1</a:t>
                      </a:r>
                      <a:r>
                        <a:rPr lang="zh-CN" altLang="en-US" sz="1400" b="0" spc="120">
                          <a:latin typeface="微软雅黑" panose="020B0503020204020204" charset="-122"/>
                          <a:ea typeface="微软雅黑" panose="020B0503020204020204" charset="-122"/>
                          <a:cs typeface="微软雅黑" panose="020B0503020204020204" charset="-122"/>
                        </a:rPr>
                        <a:t>万元</a:t>
                      </a:r>
                      <a:endParaRPr lang="zh-CN" altLang="en-US" sz="1400" b="0" spc="120">
                        <a:latin typeface="微软雅黑" panose="020B0503020204020204" charset="-122"/>
                        <a:ea typeface="微软雅黑" panose="020B0503020204020204" charset="-122"/>
                        <a:cs typeface="微软雅黑" panose="020B0503020204020204" charset="-122"/>
                      </a:endParaRPr>
                    </a:p>
                  </a:txBody>
                  <a:tcPr marL="177800" marR="177800" marT="25400" marB="25400" anchor="ctr" anchorCtr="0"/>
                </a:tc>
                <a:tc>
                  <a:txBody>
                    <a:bodyPr/>
                    <a:p>
                      <a:pPr algn="l" fontAlgn="ctr">
                        <a:lnSpc>
                          <a:spcPct val="120000"/>
                        </a:lnSpc>
                        <a:spcBef>
                          <a:spcPts val="0"/>
                        </a:spcBef>
                        <a:spcAft>
                          <a:spcPts val="0"/>
                        </a:spcAft>
                        <a:buNone/>
                      </a:pPr>
                      <a:r>
                        <a:rPr lang="en-US" altLang="zh-CN" sz="1400" spc="120">
                          <a:latin typeface="微软雅黑" panose="020B0503020204020204" charset="-122"/>
                          <a:ea typeface="微软雅黑" panose="020B0503020204020204" charset="-122"/>
                          <a:cs typeface="微软雅黑" panose="020B0503020204020204" charset="-122"/>
                          <a:sym typeface="+mn-ea"/>
                        </a:rPr>
                        <a:t>2024</a:t>
                      </a:r>
                      <a:r>
                        <a:rPr lang="zh-CN" altLang="en-US" sz="1400" spc="120">
                          <a:latin typeface="微软雅黑" panose="020B0503020204020204" charset="-122"/>
                          <a:ea typeface="微软雅黑" panose="020B0503020204020204" charset="-122"/>
                          <a:cs typeface="微软雅黑" panose="020B0503020204020204" charset="-122"/>
                          <a:sym typeface="+mn-ea"/>
                        </a:rPr>
                        <a:t>年交易佣金</a:t>
                      </a:r>
                      <a:r>
                        <a:rPr lang="en-US" altLang="zh-CN" sz="1400" spc="120">
                          <a:latin typeface="微软雅黑" panose="020B0503020204020204" charset="-122"/>
                          <a:ea typeface="微软雅黑" panose="020B0503020204020204" charset="-122"/>
                          <a:cs typeface="微软雅黑" panose="020B0503020204020204" charset="-122"/>
                          <a:sym typeface="+mn-ea"/>
                        </a:rPr>
                        <a:t>5</a:t>
                      </a:r>
                      <a:r>
                        <a:rPr lang="zh-CN" altLang="en-US" sz="1400" spc="120">
                          <a:latin typeface="微软雅黑" panose="020B0503020204020204" charset="-122"/>
                          <a:ea typeface="微软雅黑" panose="020B0503020204020204" charset="-122"/>
                          <a:cs typeface="微软雅黑" panose="020B0503020204020204" charset="-122"/>
                          <a:sym typeface="+mn-ea"/>
                        </a:rPr>
                        <a:t>折，折后</a:t>
                      </a:r>
                      <a:r>
                        <a:rPr lang="en-US" altLang="zh-CN" sz="1400" spc="120">
                          <a:latin typeface="微软雅黑" panose="020B0503020204020204" charset="-122"/>
                          <a:ea typeface="微软雅黑" panose="020B0503020204020204" charset="-122"/>
                          <a:cs typeface="微软雅黑" panose="020B0503020204020204" charset="-122"/>
                          <a:sym typeface="+mn-ea"/>
                        </a:rPr>
                        <a:t>0.8%</a:t>
                      </a:r>
                      <a:r>
                        <a:rPr lang="zh-CN" altLang="en-US" sz="1400" spc="120">
                          <a:latin typeface="微软雅黑" panose="020B0503020204020204" charset="-122"/>
                          <a:ea typeface="微软雅黑" panose="020B0503020204020204" charset="-122"/>
                          <a:cs typeface="微软雅黑" panose="020B0503020204020204" charset="-122"/>
                          <a:sym typeface="+mn-ea"/>
                        </a:rPr>
                        <a:t>。技术服务费保底</a:t>
                      </a:r>
                      <a:r>
                        <a:rPr lang="en-US" altLang="zh-CN" sz="1400" spc="120">
                          <a:latin typeface="微软雅黑" panose="020B0503020204020204" charset="-122"/>
                          <a:ea typeface="微软雅黑" panose="020B0503020204020204" charset="-122"/>
                          <a:cs typeface="微软雅黑" panose="020B0503020204020204" charset="-122"/>
                          <a:sym typeface="+mn-ea"/>
                        </a:rPr>
                        <a:t>500</a:t>
                      </a:r>
                      <a:r>
                        <a:rPr lang="zh-CN" altLang="en-US" sz="1400" spc="120">
                          <a:latin typeface="微软雅黑" panose="020B0503020204020204" charset="-122"/>
                          <a:ea typeface="微软雅黑" panose="020B0503020204020204" charset="-122"/>
                          <a:cs typeface="微软雅黑" panose="020B0503020204020204" charset="-122"/>
                          <a:sym typeface="+mn-ea"/>
                        </a:rPr>
                        <a:t>元，封顶</a:t>
                      </a:r>
                      <a:r>
                        <a:rPr lang="en-US" altLang="zh-CN" sz="1400" spc="120">
                          <a:latin typeface="微软雅黑" panose="020B0503020204020204" charset="-122"/>
                          <a:ea typeface="微软雅黑" panose="020B0503020204020204" charset="-122"/>
                          <a:cs typeface="微软雅黑" panose="020B0503020204020204" charset="-122"/>
                          <a:sym typeface="+mn-ea"/>
                        </a:rPr>
                        <a:t>1</a:t>
                      </a:r>
                      <a:r>
                        <a:rPr lang="zh-CN" altLang="en-US" sz="1400" spc="120">
                          <a:latin typeface="微软雅黑" panose="020B0503020204020204" charset="-122"/>
                          <a:ea typeface="微软雅黑" panose="020B0503020204020204" charset="-122"/>
                          <a:cs typeface="微软雅黑" panose="020B0503020204020204" charset="-122"/>
                          <a:sym typeface="+mn-ea"/>
                        </a:rPr>
                        <a:t>万元</a:t>
                      </a:r>
                      <a:endParaRPr lang="zh-CN" altLang="en-US" sz="1400" spc="120">
                        <a:latin typeface="微软雅黑" panose="020B0503020204020204" charset="-122"/>
                        <a:ea typeface="微软雅黑" panose="020B0503020204020204" charset="-122"/>
                        <a:cs typeface="微软雅黑" panose="020B0503020204020204" charset="-122"/>
                        <a:sym typeface="+mn-ea"/>
                      </a:endParaRPr>
                    </a:p>
                  </a:txBody>
                  <a:tcPr marL="177800" marR="177800" marT="25400" marB="25400" anchor="ctr" anchorCtr="0"/>
                </a:tc>
              </a:tr>
            </a:tbl>
          </a:graphicData>
        </a:graphic>
      </p:graphicFrame>
      <p:sp>
        <p:nvSpPr>
          <p:cNvPr id="21" name="文本框 20"/>
          <p:cNvSpPr txBox="1"/>
          <p:nvPr/>
        </p:nvSpPr>
        <p:spPr>
          <a:xfrm>
            <a:off x="201930" y="176530"/>
            <a:ext cx="3957320"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sym typeface="+mn-ea"/>
              </a:rPr>
              <a:t>二、商城</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sym typeface="+mn-ea"/>
              </a:rPr>
              <a:t>资费收取</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sym typeface="+mn-ea"/>
            </a:endParaRPr>
          </a:p>
        </p:txBody>
      </p:sp>
      <p:sp>
        <p:nvSpPr>
          <p:cNvPr id="3" name="文本框 2"/>
          <p:cNvSpPr txBox="1"/>
          <p:nvPr/>
        </p:nvSpPr>
        <p:spPr>
          <a:xfrm>
            <a:off x="4379595" y="519430"/>
            <a:ext cx="4151630" cy="460375"/>
          </a:xfrm>
          <a:prstGeom prst="rect">
            <a:avLst/>
          </a:prstGeom>
          <a:noFill/>
        </p:spPr>
        <p:txBody>
          <a:bodyPr wrap="square" rtlCol="0" anchor="t">
            <a:spAutoFit/>
          </a:bodyPr>
          <a:p>
            <a:pPr algn="ctr" eaLnBrk="1" hangingPunct="1">
              <a:lnSpc>
                <a:spcPct val="150000"/>
              </a:lnSpc>
            </a:pPr>
            <a:r>
              <a:rPr lang="zh-CN" altLang="en-US" sz="1600" b="1">
                <a:latin typeface="微软雅黑" panose="020B0503020204020204" charset="-122"/>
                <a:ea typeface="微软雅黑" panose="020B0503020204020204" charset="-122"/>
                <a:sym typeface="思源黑体 CN Medium" panose="020B0600000000000000" charset="-122"/>
              </a:rPr>
              <a:t>收费标准可参考以下</a:t>
            </a:r>
            <a:r>
              <a:rPr lang="zh-CN" altLang="en-US" sz="1600" b="1">
                <a:latin typeface="微软雅黑" panose="020B0503020204020204" charset="-122"/>
                <a:ea typeface="微软雅黑" panose="020B0503020204020204" charset="-122"/>
                <a:sym typeface="思源黑体 CN Medium" panose="020B0600000000000000" charset="-122"/>
              </a:rPr>
              <a:t>平台</a:t>
            </a:r>
            <a:endParaRPr lang="zh-CN" altLang="en-US" sz="1600" b="1">
              <a:latin typeface="微软雅黑" panose="020B0503020204020204" charset="-122"/>
              <a:ea typeface="微软雅黑" panose="020B0503020204020204" charset="-122"/>
              <a:sym typeface="思源黑体 CN Medium" panose="020B0600000000000000" charset="-122"/>
            </a:endParaRPr>
          </a:p>
        </p:txBody>
      </p:sp>
    </p:spTree>
    <p:custDataLst>
      <p:tags r:id="rId7"/>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201930" y="176530"/>
            <a:ext cx="4138295"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三、供应商</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入住</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
        <p:nvSpPr>
          <p:cNvPr id="2" name="文本框 1"/>
          <p:cNvSpPr txBox="1"/>
          <p:nvPr/>
        </p:nvSpPr>
        <p:spPr>
          <a:xfrm>
            <a:off x="5670550" y="1241425"/>
            <a:ext cx="6096000" cy="337185"/>
          </a:xfrm>
          <a:prstGeom prst="rect">
            <a:avLst/>
          </a:prstGeom>
          <a:noFill/>
        </p:spPr>
        <p:txBody>
          <a:bodyPr wrap="square" rtlCol="0" anchor="t">
            <a:spAutoFit/>
          </a:bodyPr>
          <a:p>
            <a:r>
              <a:rPr lang="zh-CN" altLang="en-US" sz="1600" b="1">
                <a:latin typeface="微软雅黑" panose="020B0503020204020204" charset="-122"/>
                <a:ea typeface="微软雅黑" panose="020B0503020204020204" charset="-122"/>
                <a:sym typeface="思源黑体 CN Medium" panose="020B0600000000000000" charset="-122"/>
              </a:rPr>
              <a:t>第三步：确认供应商（电商，本地供应商），上架商品、商品审核</a:t>
            </a:r>
            <a:endParaRPr lang="zh-CN" altLang="en-US" sz="1600" b="1">
              <a:latin typeface="微软雅黑" panose="020B0503020204020204" charset="-122"/>
              <a:ea typeface="微软雅黑" panose="020B0503020204020204" charset="-122"/>
              <a:sym typeface="思源黑体 CN Medium" panose="020B0600000000000000" charset="-122"/>
            </a:endParaRPr>
          </a:p>
        </p:txBody>
      </p:sp>
      <p:pic>
        <p:nvPicPr>
          <p:cNvPr id="3" name="图片 2"/>
          <p:cNvPicPr>
            <a:picLocks noChangeAspect="1"/>
          </p:cNvPicPr>
          <p:nvPr/>
        </p:nvPicPr>
        <p:blipFill>
          <a:blip r:embed="rId1"/>
          <a:stretch>
            <a:fillRect/>
          </a:stretch>
        </p:blipFill>
        <p:spPr>
          <a:xfrm>
            <a:off x="5670550" y="2212340"/>
            <a:ext cx="5927725" cy="3540125"/>
          </a:xfrm>
          <a:prstGeom prst="rect">
            <a:avLst/>
          </a:prstGeom>
          <a:ln>
            <a:solidFill>
              <a:schemeClr val="accent1"/>
            </a:solidFill>
          </a:ln>
        </p:spPr>
      </p:pic>
      <p:sp>
        <p:nvSpPr>
          <p:cNvPr id="39" name="任意多边形 35"/>
          <p:cNvSpPr/>
          <p:nvPr>
            <p:custDataLst>
              <p:tags r:id="rId2"/>
            </p:custDataLst>
          </p:nvPr>
        </p:nvSpPr>
        <p:spPr>
          <a:xfrm>
            <a:off x="941848" y="5611381"/>
            <a:ext cx="256546" cy="258470"/>
          </a:xfrm>
          <a:prstGeom prst="ellipse">
            <a:avLst/>
          </a:prstGeom>
          <a:solidFill>
            <a:schemeClr val="bg1"/>
          </a:solidFill>
          <a:ln w="63500" cap="flat" cmpd="sng" algn="ctr">
            <a:noFill/>
            <a:prstDash val="solid"/>
          </a:ln>
          <a:effectLst>
            <a:outerShdw blurRad="127000" dist="38100" dir="5400000" algn="ctr" rotWithShape="0">
              <a:srgbClr val="1F497D">
                <a:alpha val="40000"/>
              </a:srgbClr>
            </a:outerShdw>
          </a:effectLst>
        </p:spPr>
        <p:style>
          <a:lnRef idx="0">
            <a:scrgbClr r="0" g="0" b="0"/>
          </a:lnRef>
          <a:fillRef idx="0">
            <a:scrgbClr r="0" g="0" b="0"/>
          </a:fillRef>
          <a:effectRef idx="0">
            <a:scrgbClr r="0" g="0" b="0"/>
          </a:effectRef>
          <a:fontRef idx="major"/>
        </p:style>
        <p:txBody>
          <a:bodyPr lIns="62118" tIns="31058" rIns="62118" bIns="31058"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fontAlgn="auto">
              <a:lnSpc>
                <a:spcPct val="120000"/>
              </a:lnSpc>
              <a:spcBef>
                <a:spcPts val="0"/>
              </a:spcBef>
              <a:spcAft>
                <a:spcPts val="0"/>
              </a:spcAft>
            </a:pPr>
            <a:endParaRPr lang="zh-CN" altLang="en-US" kern="0" dirty="0">
              <a:solidFill>
                <a:schemeClr val="accent2"/>
              </a:solidFill>
              <a:latin typeface="微软雅黑" panose="020B0503020204020204" charset="-122"/>
              <a:ea typeface="微软雅黑" panose="020B0503020204020204" charset="-122"/>
              <a:cs typeface="+mj-cs"/>
            </a:endParaRPr>
          </a:p>
        </p:txBody>
      </p:sp>
      <p:sp>
        <p:nvSpPr>
          <p:cNvPr id="40" name="康帅slide5"/>
          <p:cNvSpPr/>
          <p:nvPr>
            <p:custDataLst>
              <p:tags r:id="rId3"/>
            </p:custDataLst>
          </p:nvPr>
        </p:nvSpPr>
        <p:spPr>
          <a:xfrm>
            <a:off x="843280" y="1129030"/>
            <a:ext cx="4537710" cy="2721610"/>
          </a:xfrm>
          <a:prstGeom prst="roundRect">
            <a:avLst>
              <a:gd name="adj" fmla="val 4933"/>
            </a:avLst>
          </a:prstGeom>
          <a:gradFill flip="none" rotWithShape="1">
            <a:gsLst>
              <a:gs pos="15000">
                <a:srgbClr val="2254F4"/>
              </a:gs>
              <a:gs pos="93000">
                <a:srgbClr val="2254F4"/>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Light" panose="020B0300000000000000" pitchFamily="34" charset="-122"/>
              <a:ea typeface="思源黑体 CN Light" panose="020B0300000000000000" pitchFamily="34" charset="-122"/>
              <a:cs typeface="+mn-cs"/>
            </a:endParaRPr>
          </a:p>
        </p:txBody>
      </p:sp>
      <p:sp>
        <p:nvSpPr>
          <p:cNvPr id="41" name="康帅slide6"/>
          <p:cNvSpPr/>
          <p:nvPr>
            <p:custDataLst>
              <p:tags r:id="rId4"/>
            </p:custDataLst>
          </p:nvPr>
        </p:nvSpPr>
        <p:spPr>
          <a:xfrm>
            <a:off x="786130" y="1075690"/>
            <a:ext cx="4537710" cy="2721610"/>
          </a:xfrm>
          <a:custGeom>
            <a:avLst/>
            <a:gdLst>
              <a:gd name="connsiteX0" fmla="*/ 2851444 w 5160528"/>
              <a:gd name="connsiteY0" fmla="*/ 1 h 4273391"/>
              <a:gd name="connsiteX1" fmla="*/ 2853531 w 5160528"/>
              <a:gd name="connsiteY1" fmla="*/ 1 h 4273391"/>
              <a:gd name="connsiteX2" fmla="*/ 2853682 w 5160528"/>
              <a:gd name="connsiteY2" fmla="*/ 475 h 4273391"/>
              <a:gd name="connsiteX3" fmla="*/ 2845135 w 5160528"/>
              <a:gd name="connsiteY3" fmla="*/ 0 h 4273391"/>
              <a:gd name="connsiteX4" fmla="*/ 2845140 w 5160528"/>
              <a:gd name="connsiteY4" fmla="*/ 1 h 4273391"/>
              <a:gd name="connsiteX5" fmla="*/ 2851444 w 5160528"/>
              <a:gd name="connsiteY5" fmla="*/ 1 h 4273391"/>
              <a:gd name="connsiteX6" fmla="*/ 2848306 w 5160528"/>
              <a:gd name="connsiteY6" fmla="*/ 665 h 4273391"/>
              <a:gd name="connsiteX7" fmla="*/ 2903344 w 5160528"/>
              <a:gd name="connsiteY7" fmla="*/ 12201 h 4273391"/>
              <a:gd name="connsiteX8" fmla="*/ 2950878 w 5160528"/>
              <a:gd name="connsiteY8" fmla="*/ 45473 h 4273391"/>
              <a:gd name="connsiteX9" fmla="*/ 2979935 w 5160528"/>
              <a:gd name="connsiteY9" fmla="*/ 90216 h 4273391"/>
              <a:gd name="connsiteX10" fmla="*/ 2979705 w 5160528"/>
              <a:gd name="connsiteY10" fmla="*/ 89026 h 4273391"/>
              <a:gd name="connsiteX11" fmla="*/ 2977209 w 5160528"/>
              <a:gd name="connsiteY11" fmla="*/ 85149 h 4273391"/>
              <a:gd name="connsiteX12" fmla="*/ 2978362 w 5160528"/>
              <a:gd name="connsiteY12" fmla="*/ 84733 h 4273391"/>
              <a:gd name="connsiteX13" fmla="*/ 2981162 w 5160528"/>
              <a:gd name="connsiteY13" fmla="*/ 92106 h 4273391"/>
              <a:gd name="connsiteX14" fmla="*/ 2982926 w 5160528"/>
              <a:gd name="connsiteY14" fmla="*/ 94823 h 4273391"/>
              <a:gd name="connsiteX15" fmla="*/ 2983695 w 5160528"/>
              <a:gd name="connsiteY15" fmla="*/ 98774 h 4273391"/>
              <a:gd name="connsiteX16" fmla="*/ 3094026 w 5160528"/>
              <a:gd name="connsiteY16" fmla="*/ 389297 h 4273391"/>
              <a:gd name="connsiteX17" fmla="*/ 3328190 w 5160528"/>
              <a:gd name="connsiteY17" fmla="*/ 555665 h 4273391"/>
              <a:gd name="connsiteX18" fmla="*/ 4803515 w 5160528"/>
              <a:gd name="connsiteY18" fmla="*/ 555665 h 4273391"/>
              <a:gd name="connsiteX19" fmla="*/ 4803515 w 5160528"/>
              <a:gd name="connsiteY19" fmla="*/ 556377 h 4273391"/>
              <a:gd name="connsiteX20" fmla="*/ 4823841 w 5160528"/>
              <a:gd name="connsiteY20" fmla="*/ 556377 h 4273391"/>
              <a:gd name="connsiteX21" fmla="*/ 5160528 w 5160528"/>
              <a:gd name="connsiteY21" fmla="*/ 878675 h 4273391"/>
              <a:gd name="connsiteX22" fmla="*/ 5160528 w 5160528"/>
              <a:gd name="connsiteY22" fmla="*/ 939041 h 4273391"/>
              <a:gd name="connsiteX23" fmla="*/ 5160528 w 5160528"/>
              <a:gd name="connsiteY23" fmla="*/ 3906983 h 4273391"/>
              <a:gd name="connsiteX24" fmla="*/ 5160528 w 5160528"/>
              <a:gd name="connsiteY24" fmla="*/ 4100372 h 4273391"/>
              <a:gd name="connsiteX25" fmla="*/ 4987509 w 5160528"/>
              <a:gd name="connsiteY25" fmla="*/ 4273391 h 4273391"/>
              <a:gd name="connsiteX26" fmla="*/ 173019 w 5160528"/>
              <a:gd name="connsiteY26" fmla="*/ 4273391 h 4273391"/>
              <a:gd name="connsiteX27" fmla="*/ 0 w 5160528"/>
              <a:gd name="connsiteY27" fmla="*/ 4100372 h 4273391"/>
              <a:gd name="connsiteX28" fmla="*/ 0 w 5160528"/>
              <a:gd name="connsiteY28" fmla="*/ 3906983 h 4273391"/>
              <a:gd name="connsiteX29" fmla="*/ 0 w 5160528"/>
              <a:gd name="connsiteY29" fmla="*/ 939041 h 4273391"/>
              <a:gd name="connsiteX30" fmla="*/ 0 w 5160528"/>
              <a:gd name="connsiteY30" fmla="*/ 355231 h 4273391"/>
              <a:gd name="connsiteX31" fmla="*/ 339241 w 5160528"/>
              <a:gd name="connsiteY31" fmla="*/ 1 h 4273391"/>
              <a:gd name="connsiteX32" fmla="*/ 2845130 w 5160528"/>
              <a:gd name="connsiteY32" fmla="*/ 1 h 427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60528" h="4273391">
                <a:moveTo>
                  <a:pt x="2851444" y="1"/>
                </a:moveTo>
                <a:lnTo>
                  <a:pt x="2853531" y="1"/>
                </a:lnTo>
                <a:lnTo>
                  <a:pt x="2853682" y="475"/>
                </a:lnTo>
                <a:close/>
                <a:moveTo>
                  <a:pt x="2845135" y="0"/>
                </a:moveTo>
                <a:lnTo>
                  <a:pt x="2845140" y="1"/>
                </a:lnTo>
                <a:lnTo>
                  <a:pt x="2851444" y="1"/>
                </a:lnTo>
                <a:lnTo>
                  <a:pt x="2848306" y="665"/>
                </a:lnTo>
                <a:lnTo>
                  <a:pt x="2903344" y="12201"/>
                </a:lnTo>
                <a:cubicBezTo>
                  <a:pt x="2921235" y="20057"/>
                  <a:pt x="2937347" y="31426"/>
                  <a:pt x="2950878" y="45473"/>
                </a:cubicBezTo>
                <a:lnTo>
                  <a:pt x="2979935" y="90216"/>
                </a:lnTo>
                <a:lnTo>
                  <a:pt x="2979705" y="89026"/>
                </a:lnTo>
                <a:lnTo>
                  <a:pt x="2977209" y="85149"/>
                </a:lnTo>
                <a:lnTo>
                  <a:pt x="2978362" y="84733"/>
                </a:lnTo>
                <a:lnTo>
                  <a:pt x="2981162" y="92106"/>
                </a:lnTo>
                <a:lnTo>
                  <a:pt x="2982926" y="94823"/>
                </a:lnTo>
                <a:lnTo>
                  <a:pt x="2983695" y="98774"/>
                </a:lnTo>
                <a:lnTo>
                  <a:pt x="3094026" y="389297"/>
                </a:lnTo>
                <a:cubicBezTo>
                  <a:pt x="3132188" y="489782"/>
                  <a:pt x="3224917" y="555665"/>
                  <a:pt x="3328190" y="555665"/>
                </a:cubicBezTo>
                <a:lnTo>
                  <a:pt x="4803515" y="555665"/>
                </a:lnTo>
                <a:lnTo>
                  <a:pt x="4803515" y="556377"/>
                </a:lnTo>
                <a:lnTo>
                  <a:pt x="4823841" y="556377"/>
                </a:lnTo>
                <a:cubicBezTo>
                  <a:pt x="5009788" y="556377"/>
                  <a:pt x="5160528" y="700675"/>
                  <a:pt x="5160528" y="878675"/>
                </a:cubicBezTo>
                <a:lnTo>
                  <a:pt x="5160528" y="939041"/>
                </a:lnTo>
                <a:lnTo>
                  <a:pt x="5160528" y="3906983"/>
                </a:lnTo>
                <a:lnTo>
                  <a:pt x="5160528" y="4100372"/>
                </a:lnTo>
                <a:cubicBezTo>
                  <a:pt x="5160528" y="4195928"/>
                  <a:pt x="5083065" y="4273391"/>
                  <a:pt x="4987509" y="4273391"/>
                </a:cubicBezTo>
                <a:lnTo>
                  <a:pt x="173019" y="4273391"/>
                </a:lnTo>
                <a:cubicBezTo>
                  <a:pt x="77463" y="4273391"/>
                  <a:pt x="0" y="4195928"/>
                  <a:pt x="0" y="4100372"/>
                </a:cubicBezTo>
                <a:lnTo>
                  <a:pt x="0" y="3906983"/>
                </a:lnTo>
                <a:lnTo>
                  <a:pt x="0" y="939041"/>
                </a:lnTo>
                <a:lnTo>
                  <a:pt x="0" y="355231"/>
                </a:lnTo>
                <a:cubicBezTo>
                  <a:pt x="0" y="159043"/>
                  <a:pt x="151883" y="1"/>
                  <a:pt x="339241" y="1"/>
                </a:cubicBezTo>
                <a:lnTo>
                  <a:pt x="2845130" y="1"/>
                </a:lnTo>
                <a:close/>
              </a:path>
            </a:pathLst>
          </a:custGeom>
          <a:solidFill>
            <a:schemeClr val="bg1"/>
          </a:solidFill>
          <a:ln w="19050">
            <a:solidFill>
              <a:schemeClr val="bg1"/>
            </a:solidFill>
          </a:ln>
          <a:effectLst>
            <a:outerShdw blurRad="88900" dist="127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lumMod val="75000"/>
                  <a:lumOff val="25000"/>
                </a:srgbClr>
              </a:solidFill>
              <a:effectLst/>
              <a:uLnTx/>
              <a:uFillTx/>
              <a:latin typeface="思源黑体 CN Light" panose="020B0300000000000000" pitchFamily="34" charset="-122"/>
              <a:ea typeface="思源黑体 CN Light" panose="020B0300000000000000" pitchFamily="34" charset="-122"/>
              <a:cs typeface="+mn-cs"/>
            </a:endParaRPr>
          </a:p>
        </p:txBody>
      </p:sp>
      <p:sp>
        <p:nvSpPr>
          <p:cNvPr id="42" name="康帅slide7"/>
          <p:cNvSpPr/>
          <p:nvPr>
            <p:custDataLst>
              <p:tags r:id="rId5"/>
            </p:custDataLst>
          </p:nvPr>
        </p:nvSpPr>
        <p:spPr>
          <a:xfrm flipH="1">
            <a:off x="1153160" y="1273810"/>
            <a:ext cx="1754505" cy="400050"/>
          </a:xfrm>
          <a:prstGeom prst="roundRect">
            <a:avLst>
              <a:gd name="adj" fmla="val 50000"/>
            </a:avLst>
          </a:prstGeom>
          <a:gradFill>
            <a:gsLst>
              <a:gs pos="0">
                <a:srgbClr val="708EEE"/>
              </a:gs>
              <a:gs pos="100000">
                <a:srgbClr val="2254F4"/>
              </a:gs>
            </a:gsLst>
            <a:lin ang="2700000" scaled="0"/>
          </a:gradFill>
          <a:ln w="9525" cap="flat">
            <a:noFill/>
            <a:prstDash val="solid"/>
            <a:miter/>
          </a:ln>
          <a:effectLst>
            <a:outerShdw blurRad="152400" dist="76200" dir="2700000" algn="tl" rotWithShape="0">
              <a:schemeClr val="accent1">
                <a:lumMod val="50000"/>
                <a:alpha val="2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CN Light" panose="020B0300000000000000" pitchFamily="34" charset="-122"/>
              <a:ea typeface="思源黑体 CN Light" panose="020B0300000000000000" pitchFamily="34" charset="-122"/>
              <a:cs typeface="+mn-cs"/>
            </a:endParaRPr>
          </a:p>
        </p:txBody>
      </p:sp>
      <p:sp>
        <p:nvSpPr>
          <p:cNvPr id="43" name="康帅slide8"/>
          <p:cNvSpPr txBox="1"/>
          <p:nvPr>
            <p:custDataLst>
              <p:tags r:id="rId6"/>
            </p:custDataLst>
          </p:nvPr>
        </p:nvSpPr>
        <p:spPr>
          <a:xfrm>
            <a:off x="1291590" y="1312545"/>
            <a:ext cx="1510665" cy="338455"/>
          </a:xfrm>
          <a:prstGeom prst="rect">
            <a:avLst/>
          </a:prstGeom>
          <a:noFill/>
        </p:spPr>
        <p:txBody>
          <a:bodyPr wrap="square">
            <a:noAutofit/>
          </a:bodyPr>
          <a:lstStyle>
            <a:defPPr>
              <a:defRPr lang="zh-CN"/>
            </a:defPPr>
            <a:lvl1pPr algn="ctr">
              <a:defRPr sz="2800">
                <a:gradFill flip="none" rotWithShape="1">
                  <a:gsLst>
                    <a:gs pos="0">
                      <a:schemeClr val="accent2"/>
                    </a:gs>
                    <a:gs pos="82000">
                      <a:schemeClr val="accent1"/>
                    </a:gs>
                  </a:gsLst>
                  <a:lin ang="5400000" scaled="0"/>
                  <a:tileRect/>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FFFFFF"/>
                </a:solidFill>
                <a:effectLst/>
                <a:uLnTx/>
                <a:uFillTx/>
                <a:latin typeface="思源黑体 CN Bold" panose="020B0800000000000000" charset="-122"/>
                <a:ea typeface="思源黑体 CN Bold" panose="020B0800000000000000" charset="-122"/>
                <a:cs typeface="+mn-cs"/>
              </a:rPr>
              <a:t>征集</a:t>
            </a:r>
            <a:endParaRPr kumimoji="0" lang="zh-CN" altLang="en-US" sz="2000" b="0" i="0" u="none" strike="noStrike" kern="1200" cap="none" spc="0" normalizeH="0" baseline="0" noProof="0">
              <a:ln>
                <a:noFill/>
              </a:ln>
              <a:solidFill>
                <a:srgbClr val="FFFFFF"/>
              </a:solidFill>
              <a:effectLst/>
              <a:uLnTx/>
              <a:uFillTx/>
              <a:latin typeface="思源黑体 CN Bold" panose="020B0800000000000000" charset="-122"/>
              <a:ea typeface="思源黑体 CN Bold" panose="020B0800000000000000" charset="-122"/>
              <a:cs typeface="+mn-cs"/>
            </a:endParaRPr>
          </a:p>
        </p:txBody>
      </p:sp>
      <p:sp>
        <p:nvSpPr>
          <p:cNvPr id="44" name="康帅slide10"/>
          <p:cNvSpPr/>
          <p:nvPr>
            <p:custDataLst>
              <p:tags r:id="rId7"/>
            </p:custDataLst>
          </p:nvPr>
        </p:nvSpPr>
        <p:spPr>
          <a:xfrm>
            <a:off x="1086485" y="1981835"/>
            <a:ext cx="163195" cy="127635"/>
          </a:xfrm>
          <a:prstGeom prst="ellipse">
            <a:avLst/>
          </a:prstGeom>
          <a:solidFill>
            <a:srgbClr val="0934BF"/>
          </a:solidFill>
          <a:ln>
            <a:noFill/>
          </a:ln>
          <a:effectLst>
            <a:outerShdw blurRad="139700" dist="127000" dir="2700000" algn="tl" rotWithShape="0">
              <a:srgbClr val="2254F4">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5" name="康帅slide11"/>
          <p:cNvSpPr/>
          <p:nvPr>
            <p:custDataLst>
              <p:tags r:id="rId8"/>
            </p:custDataLst>
          </p:nvPr>
        </p:nvSpPr>
        <p:spPr>
          <a:xfrm>
            <a:off x="1086485" y="2865755"/>
            <a:ext cx="163195" cy="127635"/>
          </a:xfrm>
          <a:prstGeom prst="ellipse">
            <a:avLst/>
          </a:prstGeom>
          <a:solidFill>
            <a:srgbClr val="0934BF"/>
          </a:solidFill>
          <a:ln>
            <a:noFill/>
          </a:ln>
          <a:effectLst>
            <a:outerShdw blurRad="139700" dist="127000" dir="2700000" algn="tl" rotWithShape="0">
              <a:srgbClr val="2254F4">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6" name="康帅slide12"/>
          <p:cNvSpPr/>
          <p:nvPr>
            <p:custDataLst>
              <p:tags r:id="rId9"/>
            </p:custDataLst>
          </p:nvPr>
        </p:nvSpPr>
        <p:spPr>
          <a:xfrm>
            <a:off x="1096645" y="3528060"/>
            <a:ext cx="163195" cy="127635"/>
          </a:xfrm>
          <a:prstGeom prst="ellipse">
            <a:avLst/>
          </a:prstGeom>
          <a:solidFill>
            <a:srgbClr val="0934BF"/>
          </a:solidFill>
          <a:ln>
            <a:noFill/>
          </a:ln>
          <a:effectLst>
            <a:outerShdw blurRad="139700" dist="127000" dir="2700000" algn="tl" rotWithShape="0">
              <a:srgbClr val="2254F4">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7" name="康帅slide21"/>
          <p:cNvSpPr txBox="1"/>
          <p:nvPr>
            <p:custDataLst>
              <p:tags r:id="rId10"/>
            </p:custDataLst>
          </p:nvPr>
        </p:nvSpPr>
        <p:spPr>
          <a:xfrm>
            <a:off x="1308735" y="1790700"/>
            <a:ext cx="3850005" cy="447675"/>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rPr>
              <a:t>公司或区域内面向企业且有一定影响力的自媒体发布征集公告</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endParaRPr>
          </a:p>
        </p:txBody>
      </p:sp>
      <p:sp>
        <p:nvSpPr>
          <p:cNvPr id="48" name="康帅slide22"/>
          <p:cNvSpPr txBox="1"/>
          <p:nvPr>
            <p:custDataLst>
              <p:tags r:id="rId11"/>
            </p:custDataLst>
          </p:nvPr>
        </p:nvSpPr>
        <p:spPr>
          <a:xfrm>
            <a:off x="1304290" y="2661285"/>
            <a:ext cx="3853815" cy="447675"/>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rPr>
              <a:t>大型活动现场或企业活动发布相关征集宣传册或举办供应商征集活动（平台提供支持服务）</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endParaRPr>
          </a:p>
        </p:txBody>
      </p:sp>
      <p:sp>
        <p:nvSpPr>
          <p:cNvPr id="49" name="康帅slide23"/>
          <p:cNvSpPr txBox="1"/>
          <p:nvPr>
            <p:custDataLst>
              <p:tags r:id="rId12"/>
            </p:custDataLst>
          </p:nvPr>
        </p:nvSpPr>
        <p:spPr>
          <a:xfrm>
            <a:off x="1282065" y="3439795"/>
            <a:ext cx="3653155" cy="255270"/>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rPr>
              <a:t>供应商主动电话邀请入驻等</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endParaRPr>
          </a:p>
        </p:txBody>
      </p:sp>
      <p:sp>
        <p:nvSpPr>
          <p:cNvPr id="50" name="康帅slide13"/>
          <p:cNvSpPr/>
          <p:nvPr>
            <p:custDataLst>
              <p:tags r:id="rId13"/>
            </p:custDataLst>
          </p:nvPr>
        </p:nvSpPr>
        <p:spPr>
          <a:xfrm>
            <a:off x="843915" y="4131945"/>
            <a:ext cx="4536440" cy="2511425"/>
          </a:xfrm>
          <a:prstGeom prst="roundRect">
            <a:avLst>
              <a:gd name="adj" fmla="val 4933"/>
            </a:avLst>
          </a:prstGeom>
          <a:gradFill flip="none" rotWithShape="1">
            <a:gsLst>
              <a:gs pos="15000">
                <a:srgbClr val="2254F4"/>
              </a:gs>
              <a:gs pos="93000">
                <a:srgbClr val="2254F4"/>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1" name="康帅slide14"/>
          <p:cNvSpPr/>
          <p:nvPr>
            <p:custDataLst>
              <p:tags r:id="rId14"/>
            </p:custDataLst>
          </p:nvPr>
        </p:nvSpPr>
        <p:spPr>
          <a:xfrm>
            <a:off x="786130" y="4078605"/>
            <a:ext cx="4536440" cy="2511425"/>
          </a:xfrm>
          <a:custGeom>
            <a:avLst/>
            <a:gdLst>
              <a:gd name="connsiteX0" fmla="*/ 2851444 w 5160528"/>
              <a:gd name="connsiteY0" fmla="*/ 1 h 4273391"/>
              <a:gd name="connsiteX1" fmla="*/ 2853531 w 5160528"/>
              <a:gd name="connsiteY1" fmla="*/ 1 h 4273391"/>
              <a:gd name="connsiteX2" fmla="*/ 2853682 w 5160528"/>
              <a:gd name="connsiteY2" fmla="*/ 475 h 4273391"/>
              <a:gd name="connsiteX3" fmla="*/ 2845135 w 5160528"/>
              <a:gd name="connsiteY3" fmla="*/ 0 h 4273391"/>
              <a:gd name="connsiteX4" fmla="*/ 2845140 w 5160528"/>
              <a:gd name="connsiteY4" fmla="*/ 1 h 4273391"/>
              <a:gd name="connsiteX5" fmla="*/ 2851444 w 5160528"/>
              <a:gd name="connsiteY5" fmla="*/ 1 h 4273391"/>
              <a:gd name="connsiteX6" fmla="*/ 2848306 w 5160528"/>
              <a:gd name="connsiteY6" fmla="*/ 665 h 4273391"/>
              <a:gd name="connsiteX7" fmla="*/ 2903344 w 5160528"/>
              <a:gd name="connsiteY7" fmla="*/ 12201 h 4273391"/>
              <a:gd name="connsiteX8" fmla="*/ 2950878 w 5160528"/>
              <a:gd name="connsiteY8" fmla="*/ 45473 h 4273391"/>
              <a:gd name="connsiteX9" fmla="*/ 2979935 w 5160528"/>
              <a:gd name="connsiteY9" fmla="*/ 90216 h 4273391"/>
              <a:gd name="connsiteX10" fmla="*/ 2979705 w 5160528"/>
              <a:gd name="connsiteY10" fmla="*/ 89026 h 4273391"/>
              <a:gd name="connsiteX11" fmla="*/ 2977209 w 5160528"/>
              <a:gd name="connsiteY11" fmla="*/ 85149 h 4273391"/>
              <a:gd name="connsiteX12" fmla="*/ 2978362 w 5160528"/>
              <a:gd name="connsiteY12" fmla="*/ 84733 h 4273391"/>
              <a:gd name="connsiteX13" fmla="*/ 2981162 w 5160528"/>
              <a:gd name="connsiteY13" fmla="*/ 92106 h 4273391"/>
              <a:gd name="connsiteX14" fmla="*/ 2982926 w 5160528"/>
              <a:gd name="connsiteY14" fmla="*/ 94823 h 4273391"/>
              <a:gd name="connsiteX15" fmla="*/ 2983695 w 5160528"/>
              <a:gd name="connsiteY15" fmla="*/ 98774 h 4273391"/>
              <a:gd name="connsiteX16" fmla="*/ 3094026 w 5160528"/>
              <a:gd name="connsiteY16" fmla="*/ 389297 h 4273391"/>
              <a:gd name="connsiteX17" fmla="*/ 3328190 w 5160528"/>
              <a:gd name="connsiteY17" fmla="*/ 555665 h 4273391"/>
              <a:gd name="connsiteX18" fmla="*/ 4803515 w 5160528"/>
              <a:gd name="connsiteY18" fmla="*/ 555665 h 4273391"/>
              <a:gd name="connsiteX19" fmla="*/ 4803515 w 5160528"/>
              <a:gd name="connsiteY19" fmla="*/ 556377 h 4273391"/>
              <a:gd name="connsiteX20" fmla="*/ 4823841 w 5160528"/>
              <a:gd name="connsiteY20" fmla="*/ 556377 h 4273391"/>
              <a:gd name="connsiteX21" fmla="*/ 5160528 w 5160528"/>
              <a:gd name="connsiteY21" fmla="*/ 878675 h 4273391"/>
              <a:gd name="connsiteX22" fmla="*/ 5160528 w 5160528"/>
              <a:gd name="connsiteY22" fmla="*/ 939041 h 4273391"/>
              <a:gd name="connsiteX23" fmla="*/ 5160528 w 5160528"/>
              <a:gd name="connsiteY23" fmla="*/ 3906983 h 4273391"/>
              <a:gd name="connsiteX24" fmla="*/ 5160528 w 5160528"/>
              <a:gd name="connsiteY24" fmla="*/ 4100372 h 4273391"/>
              <a:gd name="connsiteX25" fmla="*/ 4987509 w 5160528"/>
              <a:gd name="connsiteY25" fmla="*/ 4273391 h 4273391"/>
              <a:gd name="connsiteX26" fmla="*/ 173019 w 5160528"/>
              <a:gd name="connsiteY26" fmla="*/ 4273391 h 4273391"/>
              <a:gd name="connsiteX27" fmla="*/ 0 w 5160528"/>
              <a:gd name="connsiteY27" fmla="*/ 4100372 h 4273391"/>
              <a:gd name="connsiteX28" fmla="*/ 0 w 5160528"/>
              <a:gd name="connsiteY28" fmla="*/ 3906983 h 4273391"/>
              <a:gd name="connsiteX29" fmla="*/ 0 w 5160528"/>
              <a:gd name="connsiteY29" fmla="*/ 939041 h 4273391"/>
              <a:gd name="connsiteX30" fmla="*/ 0 w 5160528"/>
              <a:gd name="connsiteY30" fmla="*/ 355231 h 4273391"/>
              <a:gd name="connsiteX31" fmla="*/ 339241 w 5160528"/>
              <a:gd name="connsiteY31" fmla="*/ 1 h 4273391"/>
              <a:gd name="connsiteX32" fmla="*/ 2845130 w 5160528"/>
              <a:gd name="connsiteY32" fmla="*/ 1 h 427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60528" h="4273391">
                <a:moveTo>
                  <a:pt x="2851444" y="1"/>
                </a:moveTo>
                <a:lnTo>
                  <a:pt x="2853531" y="1"/>
                </a:lnTo>
                <a:lnTo>
                  <a:pt x="2853682" y="475"/>
                </a:lnTo>
                <a:close/>
                <a:moveTo>
                  <a:pt x="2845135" y="0"/>
                </a:moveTo>
                <a:lnTo>
                  <a:pt x="2845140" y="1"/>
                </a:lnTo>
                <a:lnTo>
                  <a:pt x="2851444" y="1"/>
                </a:lnTo>
                <a:lnTo>
                  <a:pt x="2848306" y="665"/>
                </a:lnTo>
                <a:lnTo>
                  <a:pt x="2903344" y="12201"/>
                </a:lnTo>
                <a:cubicBezTo>
                  <a:pt x="2921235" y="20057"/>
                  <a:pt x="2937347" y="31426"/>
                  <a:pt x="2950878" y="45473"/>
                </a:cubicBezTo>
                <a:lnTo>
                  <a:pt x="2979935" y="90216"/>
                </a:lnTo>
                <a:lnTo>
                  <a:pt x="2979705" y="89026"/>
                </a:lnTo>
                <a:lnTo>
                  <a:pt x="2977209" y="85149"/>
                </a:lnTo>
                <a:lnTo>
                  <a:pt x="2978362" y="84733"/>
                </a:lnTo>
                <a:lnTo>
                  <a:pt x="2981162" y="92106"/>
                </a:lnTo>
                <a:lnTo>
                  <a:pt x="2982926" y="94823"/>
                </a:lnTo>
                <a:lnTo>
                  <a:pt x="2983695" y="98774"/>
                </a:lnTo>
                <a:lnTo>
                  <a:pt x="3094026" y="389297"/>
                </a:lnTo>
                <a:cubicBezTo>
                  <a:pt x="3132188" y="489782"/>
                  <a:pt x="3224917" y="555665"/>
                  <a:pt x="3328190" y="555665"/>
                </a:cubicBezTo>
                <a:lnTo>
                  <a:pt x="4803515" y="555665"/>
                </a:lnTo>
                <a:lnTo>
                  <a:pt x="4803515" y="556377"/>
                </a:lnTo>
                <a:lnTo>
                  <a:pt x="4823841" y="556377"/>
                </a:lnTo>
                <a:cubicBezTo>
                  <a:pt x="5009788" y="556377"/>
                  <a:pt x="5160528" y="700675"/>
                  <a:pt x="5160528" y="878675"/>
                </a:cubicBezTo>
                <a:lnTo>
                  <a:pt x="5160528" y="939041"/>
                </a:lnTo>
                <a:lnTo>
                  <a:pt x="5160528" y="3906983"/>
                </a:lnTo>
                <a:lnTo>
                  <a:pt x="5160528" y="4100372"/>
                </a:lnTo>
                <a:cubicBezTo>
                  <a:pt x="5160528" y="4195928"/>
                  <a:pt x="5083065" y="4273391"/>
                  <a:pt x="4987509" y="4273391"/>
                </a:cubicBezTo>
                <a:lnTo>
                  <a:pt x="173019" y="4273391"/>
                </a:lnTo>
                <a:cubicBezTo>
                  <a:pt x="77463" y="4273391"/>
                  <a:pt x="0" y="4195928"/>
                  <a:pt x="0" y="4100372"/>
                </a:cubicBezTo>
                <a:lnTo>
                  <a:pt x="0" y="3906983"/>
                </a:lnTo>
                <a:lnTo>
                  <a:pt x="0" y="939041"/>
                </a:lnTo>
                <a:lnTo>
                  <a:pt x="0" y="355231"/>
                </a:lnTo>
                <a:cubicBezTo>
                  <a:pt x="0" y="159043"/>
                  <a:pt x="151883" y="1"/>
                  <a:pt x="339241" y="1"/>
                </a:cubicBezTo>
                <a:lnTo>
                  <a:pt x="2845130" y="1"/>
                </a:lnTo>
                <a:close/>
              </a:path>
            </a:pathLst>
          </a:custGeom>
          <a:solidFill>
            <a:schemeClr val="bg1"/>
          </a:solidFill>
          <a:ln w="19050">
            <a:solidFill>
              <a:schemeClr val="bg1"/>
            </a:solidFill>
          </a:ln>
          <a:effectLst>
            <a:outerShdw blurRad="88900" dist="127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endParaRPr>
          </a:p>
        </p:txBody>
      </p:sp>
      <p:sp>
        <p:nvSpPr>
          <p:cNvPr id="52" name="康帅slide15"/>
          <p:cNvSpPr/>
          <p:nvPr>
            <p:custDataLst>
              <p:tags r:id="rId15"/>
            </p:custDataLst>
          </p:nvPr>
        </p:nvSpPr>
        <p:spPr>
          <a:xfrm flipH="1">
            <a:off x="1153160" y="4196715"/>
            <a:ext cx="1754505" cy="369570"/>
          </a:xfrm>
          <a:prstGeom prst="roundRect">
            <a:avLst>
              <a:gd name="adj" fmla="val 50000"/>
            </a:avLst>
          </a:prstGeom>
          <a:gradFill>
            <a:gsLst>
              <a:gs pos="0">
                <a:srgbClr val="708EEE"/>
              </a:gs>
              <a:gs pos="100000">
                <a:srgbClr val="2254F4"/>
              </a:gs>
            </a:gsLst>
            <a:lin ang="2700000" scaled="0"/>
          </a:gradFill>
          <a:ln w="9525" cap="flat">
            <a:noFill/>
            <a:prstDash val="solid"/>
            <a:miter/>
          </a:ln>
          <a:effectLst>
            <a:outerShdw blurRad="152400" dist="76200" dir="2700000" algn="tl" rotWithShape="0">
              <a:schemeClr val="accent1">
                <a:lumMod val="50000"/>
                <a:alpha val="2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53" name="康帅slide16"/>
          <p:cNvSpPr txBox="1"/>
          <p:nvPr>
            <p:custDataLst>
              <p:tags r:id="rId16"/>
            </p:custDataLst>
          </p:nvPr>
        </p:nvSpPr>
        <p:spPr>
          <a:xfrm>
            <a:off x="1308735" y="4225925"/>
            <a:ext cx="1510030" cy="311785"/>
          </a:xfrm>
          <a:prstGeom prst="rect">
            <a:avLst/>
          </a:prstGeom>
          <a:noFill/>
        </p:spPr>
        <p:txBody>
          <a:bodyPr wrap="square">
            <a:noAutofit/>
          </a:bodyPr>
          <a:lstStyle>
            <a:defPPr>
              <a:defRPr lang="zh-CN"/>
            </a:defPPr>
            <a:lvl1pPr algn="ctr">
              <a:defRPr sz="2800">
                <a:gradFill flip="none" rotWithShape="1">
                  <a:gsLst>
                    <a:gs pos="0">
                      <a:schemeClr val="accent2"/>
                    </a:gs>
                    <a:gs pos="82000">
                      <a:schemeClr val="accent1"/>
                    </a:gs>
                  </a:gsLst>
                  <a:lin ang="5400000" scaled="0"/>
                  <a:tileRect/>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引导</a:t>
            </a:r>
            <a:endParaRPr kumimoji="0" lang="zh-CN" altLang="en-US" sz="20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5" name="康帅slide17"/>
          <p:cNvSpPr/>
          <p:nvPr>
            <p:custDataLst>
              <p:tags r:id="rId17"/>
            </p:custDataLst>
          </p:nvPr>
        </p:nvSpPr>
        <p:spPr>
          <a:xfrm>
            <a:off x="4337685" y="2811145"/>
            <a:ext cx="178435" cy="1282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Light" panose="020B0300000000000000" pitchFamily="34" charset="-122"/>
              <a:ea typeface="思源黑体 CN Light" panose="020B0300000000000000" pitchFamily="34" charset="-122"/>
              <a:cs typeface="+mn-cs"/>
            </a:endParaRPr>
          </a:p>
        </p:txBody>
      </p:sp>
      <p:sp>
        <p:nvSpPr>
          <p:cNvPr id="56" name="康帅slide18"/>
          <p:cNvSpPr/>
          <p:nvPr>
            <p:custDataLst>
              <p:tags r:id="rId18"/>
            </p:custDataLst>
          </p:nvPr>
        </p:nvSpPr>
        <p:spPr>
          <a:xfrm>
            <a:off x="1145540" y="5025390"/>
            <a:ext cx="163195" cy="117475"/>
          </a:xfrm>
          <a:prstGeom prst="ellipse">
            <a:avLst/>
          </a:prstGeom>
          <a:solidFill>
            <a:srgbClr val="0934BF"/>
          </a:solidFill>
          <a:ln>
            <a:noFill/>
          </a:ln>
          <a:effectLst>
            <a:outerShdw blurRad="139700" dist="127000" dir="2700000" algn="tl" rotWithShape="0">
              <a:srgbClr val="2254F4">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7" name="康帅slide19"/>
          <p:cNvSpPr/>
          <p:nvPr>
            <p:custDataLst>
              <p:tags r:id="rId19"/>
            </p:custDataLst>
          </p:nvPr>
        </p:nvSpPr>
        <p:spPr>
          <a:xfrm>
            <a:off x="1145540" y="5752465"/>
            <a:ext cx="163195" cy="117475"/>
          </a:xfrm>
          <a:prstGeom prst="ellipse">
            <a:avLst/>
          </a:prstGeom>
          <a:solidFill>
            <a:srgbClr val="0934BF"/>
          </a:solidFill>
          <a:ln>
            <a:noFill/>
          </a:ln>
          <a:effectLst>
            <a:outerShdw blurRad="139700" dist="127000" dir="2700000" algn="tl" rotWithShape="0">
              <a:srgbClr val="2254F4">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8" name="康帅slide20"/>
          <p:cNvSpPr/>
          <p:nvPr>
            <p:custDataLst>
              <p:tags r:id="rId20"/>
            </p:custDataLst>
          </p:nvPr>
        </p:nvSpPr>
        <p:spPr>
          <a:xfrm>
            <a:off x="1145540" y="6316345"/>
            <a:ext cx="163195" cy="117475"/>
          </a:xfrm>
          <a:prstGeom prst="ellipse">
            <a:avLst/>
          </a:prstGeom>
          <a:solidFill>
            <a:srgbClr val="0934BF"/>
          </a:solidFill>
          <a:ln>
            <a:noFill/>
          </a:ln>
          <a:effectLst>
            <a:outerShdw blurRad="139700" dist="127000" dir="2700000" algn="tl" rotWithShape="0">
              <a:srgbClr val="2254F4">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9" name="康帅slide24"/>
          <p:cNvSpPr txBox="1"/>
          <p:nvPr>
            <p:custDataLst>
              <p:tags r:id="rId21"/>
            </p:custDataLst>
          </p:nvPr>
        </p:nvSpPr>
        <p:spPr>
          <a:xfrm>
            <a:off x="1308735" y="4912995"/>
            <a:ext cx="3651885" cy="412750"/>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rPr>
              <a:t>沟通入驻采购企业已有供应商资源引导入驻</a:t>
            </a:r>
            <a:endParaRPr kumimoji="0" lang="zh-CN" altLang="en-US" sz="1400" b="0" i="0" u="none" strike="noStrike" kern="1200" cap="none" spc="0" normalizeH="0" baseline="0" noProof="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endParaRPr>
          </a:p>
        </p:txBody>
      </p:sp>
      <p:sp>
        <p:nvSpPr>
          <p:cNvPr id="60" name="康帅slide25"/>
          <p:cNvSpPr txBox="1"/>
          <p:nvPr>
            <p:custDataLst>
              <p:tags r:id="rId22"/>
            </p:custDataLst>
          </p:nvPr>
        </p:nvSpPr>
        <p:spPr>
          <a:xfrm>
            <a:off x="1308735" y="5626100"/>
            <a:ext cx="3651885" cy="234950"/>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rPr>
              <a:t>沟通地方中小</a:t>
            </a:r>
            <a:r>
              <a:rPr lang="zh-CN" altLang="en-US" sz="1400" noProof="0" dirty="0">
                <a:ln>
                  <a:noFill/>
                </a:ln>
                <a:solidFill>
                  <a:srgbClr val="000000">
                    <a:lumMod val="75000"/>
                    <a:lumOff val="25000"/>
                  </a:srgbClr>
                </a:solidFill>
                <a:effectLst/>
                <a:uLnTx/>
                <a:uFillTx/>
                <a:latin typeface="微软雅黑" panose="020B0503020204020204" charset="-122"/>
                <a:ea typeface="微软雅黑" panose="020B0503020204020204" charset="-122"/>
                <a:sym typeface="思源黑体 CN Light" panose="020B0300000000000000" pitchFamily="34" charset="-122"/>
              </a:rPr>
              <a:t>微</a:t>
            </a:r>
            <a:r>
              <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rPr>
              <a:t>企业行业协会引导入驻</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endParaRPr>
          </a:p>
        </p:txBody>
      </p:sp>
      <p:sp>
        <p:nvSpPr>
          <p:cNvPr id="61" name="康帅slide26"/>
          <p:cNvSpPr txBox="1"/>
          <p:nvPr>
            <p:custDataLst>
              <p:tags r:id="rId23"/>
            </p:custDataLst>
          </p:nvPr>
        </p:nvSpPr>
        <p:spPr>
          <a:xfrm>
            <a:off x="1308735" y="6161405"/>
            <a:ext cx="3651885" cy="234950"/>
          </a:xfrm>
          <a:prstGeom prst="rect">
            <a:avLst/>
          </a:prstGeom>
          <a:noFill/>
        </p:spPr>
        <p:txBody>
          <a:bodyPr wrap="square"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rPr>
              <a:t>合作相关生态引导入驻</a:t>
            </a:r>
            <a:endParaRPr kumimoji="0" lang="zh-CN" altLang="en-US" sz="1400" b="0" i="0" u="none" strike="noStrike" kern="1200" cap="none" spc="0" normalizeH="0" baseline="0" noProof="0" dirty="0">
              <a:ln>
                <a:noFill/>
              </a:ln>
              <a:solidFill>
                <a:srgbClr val="000000">
                  <a:lumMod val="75000"/>
                  <a:lumOff val="25000"/>
                </a:srgbClr>
              </a:solidFill>
              <a:effectLst/>
              <a:uLnTx/>
              <a:uFillTx/>
              <a:latin typeface="微软雅黑" panose="020B0503020204020204" charset="-122"/>
              <a:ea typeface="微软雅黑" panose="020B0503020204020204" charset="-122"/>
              <a:cs typeface="+mn-cs"/>
              <a:sym typeface="思源黑体 CN Light" panose="020B0300000000000000" pitchFamily="34" charset="-122"/>
            </a:endParaRPr>
          </a:p>
        </p:txBody>
      </p:sp>
    </p:spTree>
    <p:custDataLst>
      <p:tags r:id="rId24"/>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201930" y="176530"/>
            <a:ext cx="4138295"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三、供应商</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入住</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
        <p:nvSpPr>
          <p:cNvPr id="175" name="矩形 174"/>
          <p:cNvSpPr/>
          <p:nvPr>
            <p:custDataLst>
              <p:tags r:id="rId1"/>
            </p:custDataLst>
          </p:nvPr>
        </p:nvSpPr>
        <p:spPr>
          <a:xfrm>
            <a:off x="6310964" y="1260909"/>
            <a:ext cx="5343809" cy="496663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76" name="矩形 175"/>
          <p:cNvSpPr/>
          <p:nvPr>
            <p:custDataLst>
              <p:tags r:id="rId2"/>
            </p:custDataLst>
          </p:nvPr>
        </p:nvSpPr>
        <p:spPr>
          <a:xfrm>
            <a:off x="695325" y="1260909"/>
            <a:ext cx="5343809" cy="496663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177" name="矩形 176"/>
          <p:cNvSpPr/>
          <p:nvPr>
            <p:custDataLst>
              <p:tags r:id="rId3"/>
            </p:custDataLst>
          </p:nvPr>
        </p:nvSpPr>
        <p:spPr>
          <a:xfrm>
            <a:off x="2659343" y="1448012"/>
            <a:ext cx="1415772" cy="461665"/>
          </a:xfrm>
          <a:prstGeom prst="rect">
            <a:avLst/>
          </a:prstGeom>
        </p:spPr>
        <p:txBody>
          <a:bodyPr wrap="none">
            <a:spAutoFit/>
          </a:bodyPr>
          <a:lstStyle/>
          <a:p>
            <a:r>
              <a:rPr lang="zh-CN" altLang="en-US" sz="2400" b="1" dirty="0">
                <a:solidFill>
                  <a:prstClr val="black">
                    <a:lumMod val="75000"/>
                    <a:lumOff val="25000"/>
                  </a:prstClr>
                </a:solidFill>
                <a:latin typeface="微软雅黑" panose="020B0503020204020204" charset="-122"/>
                <a:ea typeface="微软雅黑" panose="020B0503020204020204" charset="-122"/>
                <a:cs typeface="OPPOSans B" panose="00020600040101010101" pitchFamily="18" charset="-122"/>
              </a:rPr>
              <a:t>入驻条件</a:t>
            </a:r>
            <a:endParaRPr lang="zh-CN" altLang="en-US" sz="2400" b="1" dirty="0">
              <a:solidFill>
                <a:prstClr val="black">
                  <a:lumMod val="75000"/>
                  <a:lumOff val="25000"/>
                </a:prstClr>
              </a:solidFill>
              <a:latin typeface="微软雅黑" panose="020B0503020204020204" charset="-122"/>
              <a:ea typeface="微软雅黑" panose="020B0503020204020204" charset="-122"/>
              <a:cs typeface="OPPOSans B" panose="00020600040101010101" pitchFamily="18" charset="-122"/>
            </a:endParaRPr>
          </a:p>
        </p:txBody>
      </p:sp>
      <p:cxnSp>
        <p:nvCxnSpPr>
          <p:cNvPr id="178" name="直接连接符 177"/>
          <p:cNvCxnSpPr/>
          <p:nvPr>
            <p:custDataLst>
              <p:tags r:id="rId4"/>
            </p:custDataLst>
          </p:nvPr>
        </p:nvCxnSpPr>
        <p:spPr>
          <a:xfrm>
            <a:off x="1227150" y="1961407"/>
            <a:ext cx="4280159" cy="0"/>
          </a:xfrm>
          <a:prstGeom prst="line">
            <a:avLst/>
          </a:prstGeom>
          <a:noFill/>
          <a:ln w="28575" cap="flat" cmpd="sng" algn="ctr">
            <a:solidFill>
              <a:srgbClr val="2346F5"/>
            </a:solidFill>
            <a:prstDash val="solid"/>
            <a:miter lim="800000"/>
          </a:ln>
          <a:effectLst/>
        </p:spPr>
      </p:cxnSp>
      <p:sp>
        <p:nvSpPr>
          <p:cNvPr id="179" name="矩形 178"/>
          <p:cNvSpPr/>
          <p:nvPr>
            <p:custDataLst>
              <p:tags r:id="rId5"/>
            </p:custDataLst>
          </p:nvPr>
        </p:nvSpPr>
        <p:spPr>
          <a:xfrm>
            <a:off x="8274982" y="1448012"/>
            <a:ext cx="1415772" cy="461665"/>
          </a:xfrm>
          <a:prstGeom prst="rect">
            <a:avLst/>
          </a:prstGeom>
        </p:spPr>
        <p:txBody>
          <a:bodyPr wrap="none">
            <a:spAutoFit/>
          </a:bodyPr>
          <a:lstStyle/>
          <a:p>
            <a:r>
              <a:rPr lang="zh-CN" altLang="en-US" sz="2400" b="1" dirty="0">
                <a:solidFill>
                  <a:prstClr val="black">
                    <a:lumMod val="75000"/>
                    <a:lumOff val="25000"/>
                  </a:prstClr>
                </a:solidFill>
                <a:latin typeface="微软雅黑" panose="020B0503020204020204" charset="-122"/>
                <a:ea typeface="微软雅黑" panose="020B0503020204020204" charset="-122"/>
                <a:cs typeface="OPPOSans B" panose="00020600040101010101" pitchFamily="18" charset="-122"/>
              </a:rPr>
              <a:t>入驻流程</a:t>
            </a:r>
            <a:endParaRPr lang="zh-CN" altLang="en-US" sz="2400" b="1" dirty="0">
              <a:solidFill>
                <a:prstClr val="black">
                  <a:lumMod val="75000"/>
                  <a:lumOff val="25000"/>
                </a:prstClr>
              </a:solidFill>
              <a:latin typeface="微软雅黑" panose="020B0503020204020204" charset="-122"/>
              <a:ea typeface="微软雅黑" panose="020B0503020204020204" charset="-122"/>
              <a:cs typeface="OPPOSans B" panose="00020600040101010101" pitchFamily="18" charset="-122"/>
            </a:endParaRPr>
          </a:p>
        </p:txBody>
      </p:sp>
      <p:cxnSp>
        <p:nvCxnSpPr>
          <p:cNvPr id="180" name="直接连接符 179"/>
          <p:cNvCxnSpPr/>
          <p:nvPr>
            <p:custDataLst>
              <p:tags r:id="rId6"/>
            </p:custDataLst>
          </p:nvPr>
        </p:nvCxnSpPr>
        <p:spPr>
          <a:xfrm>
            <a:off x="6842789" y="1961407"/>
            <a:ext cx="4280159" cy="0"/>
          </a:xfrm>
          <a:prstGeom prst="line">
            <a:avLst/>
          </a:prstGeom>
          <a:noFill/>
          <a:ln w="28575" cap="flat" cmpd="sng" algn="ctr">
            <a:solidFill>
              <a:srgbClr val="2346F5"/>
            </a:solidFill>
            <a:prstDash val="solid"/>
            <a:miter lim="800000"/>
          </a:ln>
          <a:effectLst/>
        </p:spPr>
      </p:cxnSp>
      <p:grpSp>
        <p:nvGrpSpPr>
          <p:cNvPr id="181" name="组合 180"/>
          <p:cNvGrpSpPr/>
          <p:nvPr/>
        </p:nvGrpSpPr>
        <p:grpSpPr>
          <a:xfrm>
            <a:off x="1008221" y="2198938"/>
            <a:ext cx="4007328" cy="353943"/>
            <a:chOff x="1008221" y="2485546"/>
            <a:chExt cx="4007328" cy="353943"/>
          </a:xfrm>
        </p:grpSpPr>
        <p:sp>
          <p:nvSpPr>
            <p:cNvPr id="182" name="椭圆 181"/>
            <p:cNvSpPr/>
            <p:nvPr>
              <p:custDataLst>
                <p:tags r:id="rId7"/>
              </p:custDataLst>
            </p:nvPr>
          </p:nvSpPr>
          <p:spPr>
            <a:xfrm>
              <a:off x="1008221" y="2586341"/>
              <a:ext cx="198520" cy="198520"/>
            </a:xfrm>
            <a:prstGeom prst="ellipse">
              <a:avLst/>
            </a:prstGeom>
            <a:ln w="22225">
              <a:solidFill>
                <a:sysClr val="window" lastClr="FFFFFF"/>
              </a:solidFill>
            </a:ln>
            <a:effectLst>
              <a:outerShdw blurRad="292100" dist="127000" dir="5400000" sx="101000" sy="101000" algn="t" rotWithShape="0">
                <a:srgbClr val="2346F5">
                  <a:alpha val="46000"/>
                </a:srgb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algn="ctr"/>
              <a:endParaRPr lang="zh-CN" altLang="en-US" sz="1700">
                <a:solidFill>
                  <a:sysClr val="window" lastClr="FFFFFF"/>
                </a:solidFill>
                <a:latin typeface="MiSans Light" charset="0"/>
                <a:ea typeface="MiSans Heavy" charset="0"/>
              </a:endParaRPr>
            </a:p>
          </p:txBody>
        </p:sp>
        <p:sp>
          <p:nvSpPr>
            <p:cNvPr id="183" name="文本框 182"/>
            <p:cNvSpPr txBox="1"/>
            <p:nvPr>
              <p:custDataLst>
                <p:tags r:id="rId8"/>
              </p:custDataLst>
            </p:nvPr>
          </p:nvSpPr>
          <p:spPr>
            <a:xfrm>
              <a:off x="1296037" y="2485546"/>
              <a:ext cx="3719512" cy="353943"/>
            </a:xfrm>
            <a:prstGeom prst="rect">
              <a:avLst/>
            </a:prstGeom>
            <a:noFill/>
          </p:spPr>
          <p:txBody>
            <a:bodyPr wrap="square" rtlCol="0">
              <a:spAutoFit/>
            </a:bodyPr>
            <a:lstStyle>
              <a:defPPr>
                <a:defRPr lang="zh-CN"/>
              </a:defPPr>
              <a:lvl1pPr>
                <a:lnSpc>
                  <a:spcPct val="130000"/>
                </a:lnSpc>
                <a:defRPr sz="1600">
                  <a:gradFill flip="none" rotWithShape="1">
                    <a:gsLst>
                      <a:gs pos="50000">
                        <a:srgbClr val="2346F5"/>
                      </a:gs>
                      <a:gs pos="0">
                        <a:srgbClr val="2346F5">
                          <a:lumMod val="60000"/>
                          <a:lumOff val="40000"/>
                        </a:srgbClr>
                      </a:gs>
                      <a:gs pos="100000">
                        <a:srgbClr val="2346F5"/>
                      </a:gs>
                    </a:gsLst>
                    <a:lin ang="2700000" scaled="1"/>
                    <a:tileRect/>
                  </a:gradFill>
                  <a:latin typeface="MiSans Light" panose="00000400000000000000" pitchFamily="2" charset="-122"/>
                  <a:ea typeface="+mn-ea"/>
                </a:defRPr>
              </a:lvl1pPr>
            </a:lstStyle>
            <a:p>
              <a:pPr>
                <a:lnSpc>
                  <a:spcPct val="100000"/>
                </a:lnSpc>
              </a:pPr>
              <a:r>
                <a:rPr lang="zh-CN" altLang="en-US" sz="1700" b="1" dirty="0">
                  <a:latin typeface="微软雅黑" panose="020B0503020204020204" charset="-122"/>
                  <a:ea typeface="微软雅黑" panose="020B0503020204020204" charset="-122"/>
                </a:rPr>
                <a:t>具有独立承担民事责任的能力；</a:t>
              </a:r>
              <a:endParaRPr lang="zh-CN" altLang="en-US" sz="1700" b="1" dirty="0">
                <a:latin typeface="微软雅黑" panose="020B0503020204020204" charset="-122"/>
                <a:ea typeface="微软雅黑" panose="020B0503020204020204" charset="-122"/>
              </a:endParaRPr>
            </a:p>
          </p:txBody>
        </p:sp>
      </p:grpSp>
      <p:grpSp>
        <p:nvGrpSpPr>
          <p:cNvPr id="184" name="组合 183"/>
          <p:cNvGrpSpPr/>
          <p:nvPr/>
        </p:nvGrpSpPr>
        <p:grpSpPr>
          <a:xfrm>
            <a:off x="1008221" y="2778046"/>
            <a:ext cx="4895144" cy="615553"/>
            <a:chOff x="1008221" y="3091524"/>
            <a:chExt cx="4895144" cy="615553"/>
          </a:xfrm>
        </p:grpSpPr>
        <p:sp>
          <p:nvSpPr>
            <p:cNvPr id="185" name="椭圆 184"/>
            <p:cNvSpPr/>
            <p:nvPr>
              <p:custDataLst>
                <p:tags r:id="rId9"/>
              </p:custDataLst>
            </p:nvPr>
          </p:nvSpPr>
          <p:spPr>
            <a:xfrm>
              <a:off x="1008221" y="3192319"/>
              <a:ext cx="198520" cy="198520"/>
            </a:xfrm>
            <a:prstGeom prst="ellipse">
              <a:avLst/>
            </a:prstGeom>
            <a:ln w="22225">
              <a:solidFill>
                <a:sysClr val="window" lastClr="FFFFFF"/>
              </a:solidFill>
            </a:ln>
            <a:effectLst>
              <a:outerShdw blurRad="292100" dist="127000" dir="5400000" sx="101000" sy="101000" algn="t" rotWithShape="0">
                <a:srgbClr val="2346F5">
                  <a:alpha val="46000"/>
                </a:srgb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algn="ctr"/>
              <a:endParaRPr lang="zh-CN" altLang="en-US" sz="1700">
                <a:solidFill>
                  <a:sysClr val="window" lastClr="FFFFFF"/>
                </a:solidFill>
                <a:latin typeface="MiSans Light" charset="0"/>
                <a:ea typeface="MiSans Heavy" charset="0"/>
              </a:endParaRPr>
            </a:p>
          </p:txBody>
        </p:sp>
        <p:sp>
          <p:nvSpPr>
            <p:cNvPr id="186" name="文本框 185"/>
            <p:cNvSpPr txBox="1"/>
            <p:nvPr>
              <p:custDataLst>
                <p:tags r:id="rId10"/>
              </p:custDataLst>
            </p:nvPr>
          </p:nvSpPr>
          <p:spPr>
            <a:xfrm>
              <a:off x="1281301" y="3091524"/>
              <a:ext cx="4622064" cy="615553"/>
            </a:xfrm>
            <a:prstGeom prst="rect">
              <a:avLst/>
            </a:prstGeom>
            <a:noFill/>
          </p:spPr>
          <p:txBody>
            <a:bodyPr wrap="square" rtlCol="0">
              <a:spAutoFit/>
            </a:bodyPr>
            <a:lstStyle>
              <a:defPPr>
                <a:defRPr lang="zh-CN"/>
              </a:defPPr>
              <a:lvl1pPr>
                <a:lnSpc>
                  <a:spcPct val="130000"/>
                </a:lnSpc>
                <a:defRPr sz="1600">
                  <a:gradFill flip="none" rotWithShape="1">
                    <a:gsLst>
                      <a:gs pos="50000">
                        <a:srgbClr val="2346F5"/>
                      </a:gs>
                      <a:gs pos="0">
                        <a:srgbClr val="2346F5">
                          <a:lumMod val="60000"/>
                          <a:lumOff val="40000"/>
                        </a:srgbClr>
                      </a:gs>
                      <a:gs pos="100000">
                        <a:srgbClr val="2346F5"/>
                      </a:gs>
                    </a:gsLst>
                    <a:lin ang="2700000" scaled="1"/>
                    <a:tileRect/>
                  </a:gradFill>
                  <a:latin typeface="MiSans Light" panose="00000400000000000000" pitchFamily="2" charset="-122"/>
                  <a:ea typeface="+mn-ea"/>
                </a:defRPr>
              </a:lvl1pPr>
            </a:lstStyle>
            <a:p>
              <a:pPr>
                <a:lnSpc>
                  <a:spcPct val="100000"/>
                </a:lnSpc>
              </a:pPr>
              <a:r>
                <a:rPr lang="zh-CN" altLang="en-US" sz="1700" b="1" dirty="0">
                  <a:latin typeface="微软雅黑" panose="020B0503020204020204" charset="-122"/>
                  <a:ea typeface="微软雅黑" panose="020B0503020204020204" charset="-122"/>
                </a:rPr>
                <a:t>具有履行合同所必须的设备、专业技术和服务能力；</a:t>
              </a:r>
              <a:endParaRPr lang="zh-CN" altLang="en-US" sz="1700" b="1" dirty="0">
                <a:latin typeface="微软雅黑" panose="020B0503020204020204" charset="-122"/>
                <a:ea typeface="微软雅黑" panose="020B0503020204020204" charset="-122"/>
              </a:endParaRPr>
            </a:p>
          </p:txBody>
        </p:sp>
      </p:grpSp>
      <p:grpSp>
        <p:nvGrpSpPr>
          <p:cNvPr id="187" name="组合 186"/>
          <p:cNvGrpSpPr/>
          <p:nvPr/>
        </p:nvGrpSpPr>
        <p:grpSpPr>
          <a:xfrm>
            <a:off x="1008221" y="3664930"/>
            <a:ext cx="5009380" cy="353943"/>
            <a:chOff x="1008221" y="3909046"/>
            <a:chExt cx="5009380" cy="353943"/>
          </a:xfrm>
        </p:grpSpPr>
        <p:sp>
          <p:nvSpPr>
            <p:cNvPr id="188" name="椭圆 187"/>
            <p:cNvSpPr/>
            <p:nvPr>
              <p:custDataLst>
                <p:tags r:id="rId11"/>
              </p:custDataLst>
            </p:nvPr>
          </p:nvSpPr>
          <p:spPr>
            <a:xfrm>
              <a:off x="1008221" y="4009841"/>
              <a:ext cx="198520" cy="198520"/>
            </a:xfrm>
            <a:prstGeom prst="ellipse">
              <a:avLst/>
            </a:prstGeom>
            <a:ln w="22225">
              <a:solidFill>
                <a:sysClr val="window" lastClr="FFFFFF"/>
              </a:solidFill>
            </a:ln>
            <a:effectLst>
              <a:outerShdw blurRad="292100" dist="127000" dir="5400000" sx="101000" sy="101000" algn="t" rotWithShape="0">
                <a:srgbClr val="2346F5">
                  <a:alpha val="46000"/>
                </a:srgb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algn="ctr"/>
              <a:endParaRPr lang="zh-CN" altLang="en-US" sz="1700">
                <a:solidFill>
                  <a:sysClr val="window" lastClr="FFFFFF"/>
                </a:solidFill>
                <a:latin typeface="MiSans Light" charset="0"/>
                <a:ea typeface="MiSans Heavy" charset="0"/>
              </a:endParaRPr>
            </a:p>
          </p:txBody>
        </p:sp>
        <p:sp>
          <p:nvSpPr>
            <p:cNvPr id="189" name="文本框 188"/>
            <p:cNvSpPr txBox="1"/>
            <p:nvPr>
              <p:custDataLst>
                <p:tags r:id="rId12"/>
              </p:custDataLst>
            </p:nvPr>
          </p:nvSpPr>
          <p:spPr>
            <a:xfrm>
              <a:off x="1268986" y="3909046"/>
              <a:ext cx="4748615" cy="353943"/>
            </a:xfrm>
            <a:prstGeom prst="rect">
              <a:avLst/>
            </a:prstGeom>
            <a:noFill/>
          </p:spPr>
          <p:txBody>
            <a:bodyPr wrap="square" rtlCol="0">
              <a:spAutoFit/>
            </a:bodyPr>
            <a:lstStyle>
              <a:defPPr>
                <a:defRPr lang="zh-CN"/>
              </a:defPPr>
              <a:lvl1pPr>
                <a:lnSpc>
                  <a:spcPct val="130000"/>
                </a:lnSpc>
                <a:defRPr sz="1600">
                  <a:gradFill flip="none" rotWithShape="1">
                    <a:gsLst>
                      <a:gs pos="50000">
                        <a:srgbClr val="2346F5"/>
                      </a:gs>
                      <a:gs pos="0">
                        <a:srgbClr val="2346F5">
                          <a:lumMod val="60000"/>
                          <a:lumOff val="40000"/>
                        </a:srgbClr>
                      </a:gs>
                      <a:gs pos="100000">
                        <a:srgbClr val="2346F5"/>
                      </a:gs>
                    </a:gsLst>
                    <a:lin ang="2700000" scaled="1"/>
                    <a:tileRect/>
                  </a:gradFill>
                  <a:latin typeface="MiSans Light" panose="00000400000000000000" pitchFamily="2" charset="-122"/>
                  <a:ea typeface="+mn-ea"/>
                </a:defRPr>
              </a:lvl1pPr>
            </a:lstStyle>
            <a:p>
              <a:pPr>
                <a:lnSpc>
                  <a:spcPct val="100000"/>
                </a:lnSpc>
              </a:pPr>
              <a:r>
                <a:rPr lang="zh-CN" altLang="en-US" sz="1700" b="1" dirty="0">
                  <a:latin typeface="微软雅黑" panose="020B0503020204020204" charset="-122"/>
                  <a:ea typeface="微软雅黑" panose="020B0503020204020204" charset="-122"/>
                </a:rPr>
                <a:t>在近三年经营活动中没有重大违法记录；</a:t>
              </a:r>
              <a:endParaRPr lang="zh-CN" altLang="en-US" sz="1700" b="1" dirty="0">
                <a:latin typeface="微软雅黑" panose="020B0503020204020204" charset="-122"/>
                <a:ea typeface="微软雅黑" panose="020B0503020204020204" charset="-122"/>
              </a:endParaRPr>
            </a:p>
          </p:txBody>
        </p:sp>
      </p:grpSp>
      <p:grpSp>
        <p:nvGrpSpPr>
          <p:cNvPr id="190" name="组合 189"/>
          <p:cNvGrpSpPr/>
          <p:nvPr/>
        </p:nvGrpSpPr>
        <p:grpSpPr>
          <a:xfrm>
            <a:off x="1008221" y="4244038"/>
            <a:ext cx="4743090" cy="353943"/>
            <a:chOff x="1008221" y="4515024"/>
            <a:chExt cx="4743090" cy="353943"/>
          </a:xfrm>
        </p:grpSpPr>
        <p:sp>
          <p:nvSpPr>
            <p:cNvPr id="191" name="椭圆 190"/>
            <p:cNvSpPr/>
            <p:nvPr>
              <p:custDataLst>
                <p:tags r:id="rId13"/>
              </p:custDataLst>
            </p:nvPr>
          </p:nvSpPr>
          <p:spPr>
            <a:xfrm>
              <a:off x="1008221" y="4615819"/>
              <a:ext cx="198520" cy="198520"/>
            </a:xfrm>
            <a:prstGeom prst="ellipse">
              <a:avLst/>
            </a:prstGeom>
            <a:ln w="22225">
              <a:solidFill>
                <a:sysClr val="window" lastClr="FFFFFF"/>
              </a:solidFill>
            </a:ln>
            <a:effectLst>
              <a:outerShdw blurRad="292100" dist="127000" dir="5400000" sx="101000" sy="101000" algn="t" rotWithShape="0">
                <a:srgbClr val="2346F5">
                  <a:alpha val="46000"/>
                </a:srgb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algn="ctr"/>
              <a:endParaRPr lang="zh-CN" altLang="en-US" sz="1700">
                <a:solidFill>
                  <a:sysClr val="window" lastClr="FFFFFF"/>
                </a:solidFill>
                <a:latin typeface="MiSans Light" charset="0"/>
                <a:ea typeface="MiSans Heavy" charset="0"/>
              </a:endParaRPr>
            </a:p>
          </p:txBody>
        </p:sp>
        <p:sp>
          <p:nvSpPr>
            <p:cNvPr id="192" name="文本框 191"/>
            <p:cNvSpPr txBox="1"/>
            <p:nvPr>
              <p:custDataLst>
                <p:tags r:id="rId14"/>
              </p:custDataLst>
            </p:nvPr>
          </p:nvSpPr>
          <p:spPr>
            <a:xfrm>
              <a:off x="1276175" y="4515024"/>
              <a:ext cx="4475136" cy="353943"/>
            </a:xfrm>
            <a:prstGeom prst="rect">
              <a:avLst/>
            </a:prstGeom>
            <a:noFill/>
          </p:spPr>
          <p:txBody>
            <a:bodyPr wrap="square" rtlCol="0">
              <a:spAutoFit/>
            </a:bodyPr>
            <a:lstStyle>
              <a:defPPr>
                <a:defRPr lang="zh-CN"/>
              </a:defPPr>
              <a:lvl1pPr>
                <a:lnSpc>
                  <a:spcPct val="130000"/>
                </a:lnSpc>
                <a:defRPr sz="1600">
                  <a:gradFill flip="none" rotWithShape="1">
                    <a:gsLst>
                      <a:gs pos="50000">
                        <a:srgbClr val="2346F5"/>
                      </a:gs>
                      <a:gs pos="0">
                        <a:srgbClr val="2346F5">
                          <a:lumMod val="60000"/>
                          <a:lumOff val="40000"/>
                        </a:srgbClr>
                      </a:gs>
                      <a:gs pos="100000">
                        <a:srgbClr val="2346F5"/>
                      </a:gs>
                    </a:gsLst>
                    <a:lin ang="2700000" scaled="1"/>
                    <a:tileRect/>
                  </a:gradFill>
                  <a:latin typeface="MiSans Light" panose="00000400000000000000" pitchFamily="2" charset="-122"/>
                  <a:ea typeface="+mn-ea"/>
                </a:defRPr>
              </a:lvl1pPr>
            </a:lstStyle>
            <a:p>
              <a:pPr>
                <a:lnSpc>
                  <a:spcPct val="100000"/>
                </a:lnSpc>
              </a:pPr>
              <a:r>
                <a:rPr lang="zh-CN" altLang="en-US" sz="1700" b="1" dirty="0">
                  <a:latin typeface="微软雅黑" panose="020B0503020204020204" charset="-122"/>
                  <a:ea typeface="微软雅黑" panose="020B0503020204020204" charset="-122"/>
                </a:rPr>
                <a:t>采购单位特殊采购要求的其他条件；</a:t>
              </a:r>
              <a:endParaRPr lang="zh-CN" altLang="en-US" sz="1700" b="1" dirty="0">
                <a:latin typeface="微软雅黑" panose="020B0503020204020204" charset="-122"/>
                <a:ea typeface="微软雅黑" panose="020B0503020204020204" charset="-122"/>
              </a:endParaRPr>
            </a:p>
          </p:txBody>
        </p:sp>
      </p:grpSp>
      <p:grpSp>
        <p:nvGrpSpPr>
          <p:cNvPr id="193" name="组合 192"/>
          <p:cNvGrpSpPr/>
          <p:nvPr/>
        </p:nvGrpSpPr>
        <p:grpSpPr>
          <a:xfrm>
            <a:off x="1008221" y="4823146"/>
            <a:ext cx="4395874" cy="353943"/>
            <a:chOff x="1008221" y="5121003"/>
            <a:chExt cx="4395874" cy="353943"/>
          </a:xfrm>
        </p:grpSpPr>
        <p:sp>
          <p:nvSpPr>
            <p:cNvPr id="194" name="椭圆 193"/>
            <p:cNvSpPr/>
            <p:nvPr>
              <p:custDataLst>
                <p:tags r:id="rId15"/>
              </p:custDataLst>
            </p:nvPr>
          </p:nvSpPr>
          <p:spPr>
            <a:xfrm>
              <a:off x="1008221" y="5221798"/>
              <a:ext cx="198520" cy="198520"/>
            </a:xfrm>
            <a:prstGeom prst="ellipse">
              <a:avLst/>
            </a:prstGeom>
            <a:ln w="22225">
              <a:solidFill>
                <a:sysClr val="window" lastClr="FFFFFF"/>
              </a:solidFill>
            </a:ln>
            <a:effectLst>
              <a:outerShdw blurRad="292100" dist="127000" dir="5400000" sx="101000" sy="101000" algn="t" rotWithShape="0">
                <a:srgbClr val="2346F5">
                  <a:alpha val="46000"/>
                </a:srgb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algn="ctr"/>
              <a:endParaRPr lang="zh-CN" altLang="en-US" sz="1700">
                <a:solidFill>
                  <a:sysClr val="window" lastClr="FFFFFF"/>
                </a:solidFill>
                <a:latin typeface="MiSans Light" charset="0"/>
                <a:ea typeface="MiSans Heavy" charset="0"/>
              </a:endParaRPr>
            </a:p>
          </p:txBody>
        </p:sp>
        <p:sp>
          <p:nvSpPr>
            <p:cNvPr id="195" name="文本框 194"/>
            <p:cNvSpPr txBox="1"/>
            <p:nvPr>
              <p:custDataLst>
                <p:tags r:id="rId16"/>
              </p:custDataLst>
            </p:nvPr>
          </p:nvSpPr>
          <p:spPr>
            <a:xfrm>
              <a:off x="1285548" y="5121003"/>
              <a:ext cx="4118547" cy="353943"/>
            </a:xfrm>
            <a:prstGeom prst="rect">
              <a:avLst/>
            </a:prstGeom>
            <a:noFill/>
          </p:spPr>
          <p:txBody>
            <a:bodyPr wrap="square" rtlCol="0">
              <a:spAutoFit/>
            </a:bodyPr>
            <a:lstStyle>
              <a:defPPr>
                <a:defRPr lang="zh-CN"/>
              </a:defPPr>
              <a:lvl1pPr>
                <a:lnSpc>
                  <a:spcPct val="130000"/>
                </a:lnSpc>
                <a:defRPr sz="1600">
                  <a:gradFill flip="none" rotWithShape="1">
                    <a:gsLst>
                      <a:gs pos="50000">
                        <a:srgbClr val="2346F5"/>
                      </a:gs>
                      <a:gs pos="0">
                        <a:srgbClr val="2346F5">
                          <a:lumMod val="60000"/>
                          <a:lumOff val="40000"/>
                        </a:srgbClr>
                      </a:gs>
                      <a:gs pos="100000">
                        <a:srgbClr val="2346F5"/>
                      </a:gs>
                    </a:gsLst>
                    <a:lin ang="2700000" scaled="1"/>
                    <a:tileRect/>
                  </a:gradFill>
                  <a:latin typeface="MiSans Light" panose="00000400000000000000" pitchFamily="2" charset="-122"/>
                  <a:ea typeface="+mn-ea"/>
                </a:defRPr>
              </a:lvl1pPr>
            </a:lstStyle>
            <a:p>
              <a:pPr>
                <a:lnSpc>
                  <a:spcPct val="100000"/>
                </a:lnSpc>
              </a:pPr>
              <a:r>
                <a:rPr lang="zh-CN" altLang="en-US" sz="1700" b="1" dirty="0">
                  <a:latin typeface="微软雅黑" panose="020B0503020204020204" charset="-122"/>
                  <a:ea typeface="微软雅黑" panose="020B0503020204020204" charset="-122"/>
                </a:rPr>
                <a:t>从事特定行业需提供特定行业资质；</a:t>
              </a:r>
              <a:endParaRPr lang="zh-CN" altLang="en-US" sz="1700" b="1" dirty="0">
                <a:latin typeface="微软雅黑" panose="020B0503020204020204" charset="-122"/>
                <a:ea typeface="微软雅黑" panose="020B0503020204020204" charset="-122"/>
              </a:endParaRPr>
            </a:p>
          </p:txBody>
        </p:sp>
      </p:grpSp>
      <p:grpSp>
        <p:nvGrpSpPr>
          <p:cNvPr id="196" name="组合 195"/>
          <p:cNvGrpSpPr/>
          <p:nvPr/>
        </p:nvGrpSpPr>
        <p:grpSpPr>
          <a:xfrm>
            <a:off x="1008221" y="5402254"/>
            <a:ext cx="4395874" cy="353943"/>
            <a:chOff x="1008221" y="5591003"/>
            <a:chExt cx="4395874" cy="353943"/>
          </a:xfrm>
        </p:grpSpPr>
        <p:sp>
          <p:nvSpPr>
            <p:cNvPr id="197" name="椭圆 196"/>
            <p:cNvSpPr/>
            <p:nvPr>
              <p:custDataLst>
                <p:tags r:id="rId17"/>
              </p:custDataLst>
            </p:nvPr>
          </p:nvSpPr>
          <p:spPr>
            <a:xfrm>
              <a:off x="1008221" y="5691798"/>
              <a:ext cx="198520" cy="198520"/>
            </a:xfrm>
            <a:prstGeom prst="ellipse">
              <a:avLst/>
            </a:prstGeom>
            <a:ln w="22225">
              <a:solidFill>
                <a:sysClr val="window" lastClr="FFFFFF"/>
              </a:solidFill>
            </a:ln>
            <a:effectLst>
              <a:outerShdw blurRad="292100" dist="127000" dir="5400000" sx="101000" sy="101000" algn="t" rotWithShape="0">
                <a:srgbClr val="2346F5">
                  <a:alpha val="46000"/>
                </a:srgbClr>
              </a:outerShdw>
            </a:effectLst>
          </p:spPr>
          <p:style>
            <a:lnRef idx="2">
              <a:srgbClr val="2346F5">
                <a:shade val="50000"/>
              </a:srgbClr>
            </a:lnRef>
            <a:fillRef idx="1">
              <a:srgbClr val="2346F5"/>
            </a:fillRef>
            <a:effectRef idx="0">
              <a:srgbClr val="2346F5"/>
            </a:effectRef>
            <a:fontRef idx="minor">
              <a:sysClr val="window" lastClr="FFFFFF"/>
            </a:fontRef>
          </p:style>
          <p:txBody>
            <a:bodyPr rtlCol="0" anchor="ctr"/>
            <a:lstStyle/>
            <a:p>
              <a:pPr algn="ctr"/>
              <a:endParaRPr lang="zh-CN" altLang="en-US" sz="1700">
                <a:solidFill>
                  <a:sysClr val="window" lastClr="FFFFFF"/>
                </a:solidFill>
                <a:latin typeface="MiSans Light" charset="0"/>
                <a:ea typeface="MiSans Heavy" charset="0"/>
              </a:endParaRPr>
            </a:p>
          </p:txBody>
        </p:sp>
        <p:sp>
          <p:nvSpPr>
            <p:cNvPr id="198" name="文本框 197"/>
            <p:cNvSpPr txBox="1"/>
            <p:nvPr>
              <p:custDataLst>
                <p:tags r:id="rId18"/>
              </p:custDataLst>
            </p:nvPr>
          </p:nvSpPr>
          <p:spPr>
            <a:xfrm>
              <a:off x="1285548" y="5591003"/>
              <a:ext cx="4118547" cy="353943"/>
            </a:xfrm>
            <a:prstGeom prst="rect">
              <a:avLst/>
            </a:prstGeom>
            <a:noFill/>
          </p:spPr>
          <p:txBody>
            <a:bodyPr wrap="square" rtlCol="0">
              <a:spAutoFit/>
            </a:bodyPr>
            <a:lstStyle>
              <a:defPPr>
                <a:defRPr lang="zh-CN"/>
              </a:defPPr>
              <a:lvl1pPr>
                <a:lnSpc>
                  <a:spcPct val="130000"/>
                </a:lnSpc>
                <a:defRPr sz="1600">
                  <a:gradFill flip="none" rotWithShape="1">
                    <a:gsLst>
                      <a:gs pos="50000">
                        <a:srgbClr val="2346F5"/>
                      </a:gs>
                      <a:gs pos="0">
                        <a:srgbClr val="2346F5">
                          <a:lumMod val="60000"/>
                          <a:lumOff val="40000"/>
                        </a:srgbClr>
                      </a:gs>
                      <a:gs pos="100000">
                        <a:srgbClr val="2346F5"/>
                      </a:gs>
                    </a:gsLst>
                    <a:lin ang="2700000" scaled="1"/>
                    <a:tileRect/>
                  </a:gradFill>
                  <a:latin typeface="MiSans Light" panose="00000400000000000000" pitchFamily="2" charset="-122"/>
                  <a:ea typeface="+mn-ea"/>
                </a:defRPr>
              </a:lvl1pPr>
            </a:lstStyle>
            <a:p>
              <a:pPr>
                <a:lnSpc>
                  <a:spcPct val="100000"/>
                </a:lnSpc>
              </a:pPr>
              <a:r>
                <a:rPr lang="zh-CN" altLang="en-US" sz="1700" b="1" dirty="0">
                  <a:latin typeface="微软雅黑" panose="020B0503020204020204" charset="-122"/>
                  <a:ea typeface="微软雅黑" panose="020B0503020204020204" charset="-122"/>
                </a:rPr>
                <a:t>法律、行政法规规定的其他条件。</a:t>
              </a:r>
              <a:endParaRPr lang="zh-CN" altLang="en-US" sz="1700" b="1" dirty="0">
                <a:latin typeface="微软雅黑" panose="020B0503020204020204" charset="-122"/>
                <a:ea typeface="微软雅黑" panose="020B0503020204020204" charset="-122"/>
              </a:endParaRPr>
            </a:p>
          </p:txBody>
        </p:sp>
      </p:grpSp>
      <p:sp>
        <p:nvSpPr>
          <p:cNvPr id="199" name="等腰三角形 198"/>
          <p:cNvSpPr/>
          <p:nvPr>
            <p:custDataLst>
              <p:tags r:id="rId19"/>
            </p:custDataLst>
          </p:nvPr>
        </p:nvSpPr>
        <p:spPr>
          <a:xfrm rot="3466779">
            <a:off x="9028604" y="3244767"/>
            <a:ext cx="176115" cy="151823"/>
          </a:xfrm>
          <a:prstGeom prst="triangle">
            <a:avLst/>
          </a:prstGeom>
          <a:solidFill>
            <a:srgbClr val="0A2E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00" name="等腰三角形 199"/>
          <p:cNvSpPr/>
          <p:nvPr>
            <p:custDataLst>
              <p:tags r:id="rId20"/>
            </p:custDataLst>
          </p:nvPr>
        </p:nvSpPr>
        <p:spPr>
          <a:xfrm rot="10800000">
            <a:off x="9005490" y="4204117"/>
            <a:ext cx="176115" cy="151823"/>
          </a:xfrm>
          <a:prstGeom prst="triangle">
            <a:avLst/>
          </a:prstGeom>
          <a:solidFill>
            <a:srgbClr val="4B68F7">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01" name="文本框 200"/>
          <p:cNvSpPr txBox="1"/>
          <p:nvPr>
            <p:custDataLst>
              <p:tags r:id="rId21"/>
            </p:custDataLst>
          </p:nvPr>
        </p:nvSpPr>
        <p:spPr>
          <a:xfrm>
            <a:off x="7316599" y="2068014"/>
            <a:ext cx="3332538" cy="398780"/>
          </a:xfrm>
          <a:prstGeom prst="rect">
            <a:avLst/>
          </a:prstGeom>
          <a:noFill/>
        </p:spPr>
        <p:txBody>
          <a:bodyPr wrap="square" rtlCol="0">
            <a:spAutoFit/>
          </a:bodyPr>
          <a:lstStyle/>
          <a:p>
            <a:pPr algn="dist"/>
            <a:r>
              <a:rPr lang="zh-CN" altLang="en-US" sz="2000" b="1" dirty="0">
                <a:solidFill>
                  <a:srgbClr val="2346F5"/>
                </a:solidFill>
                <a:latin typeface="微软雅黑" panose="020B0503020204020204" charset="-122"/>
                <a:ea typeface="微软雅黑" panose="020B0503020204020204" charset="-122"/>
              </a:rPr>
              <a:t>网址：浙企采</a:t>
            </a:r>
            <a:r>
              <a:rPr lang="zh-CN" altLang="en-US" sz="2000" b="1" dirty="0">
                <a:solidFill>
                  <a:srgbClr val="2346F5"/>
                </a:solidFill>
                <a:latin typeface="微软雅黑" panose="020B0503020204020204" charset="-122"/>
                <a:ea typeface="微软雅黑" panose="020B0503020204020204" charset="-122"/>
              </a:rPr>
              <a:t>商城</a:t>
            </a:r>
            <a:endParaRPr lang="zh-CN" altLang="en-US" sz="2000" b="1" dirty="0">
              <a:solidFill>
                <a:srgbClr val="2346F5"/>
              </a:solidFill>
              <a:latin typeface="微软雅黑" panose="020B0503020204020204" charset="-122"/>
              <a:ea typeface="微软雅黑" panose="020B0503020204020204" charset="-122"/>
            </a:endParaRPr>
          </a:p>
        </p:txBody>
      </p:sp>
      <p:sp>
        <p:nvSpPr>
          <p:cNvPr id="202" name="矩形: 圆角 60"/>
          <p:cNvSpPr/>
          <p:nvPr>
            <p:custDataLst>
              <p:tags r:id="rId22"/>
            </p:custDataLst>
          </p:nvPr>
        </p:nvSpPr>
        <p:spPr>
          <a:xfrm>
            <a:off x="7871782" y="2667128"/>
            <a:ext cx="2383324" cy="409075"/>
          </a:xfrm>
          <a:prstGeom prst="roundRect">
            <a:avLst>
              <a:gd name="adj" fmla="val 50000"/>
            </a:avLst>
          </a:prstGeom>
          <a:noFill/>
          <a:ln w="15875" cap="flat" cmpd="sng" algn="ctr">
            <a:solidFill>
              <a:srgbClr val="FFFFFF">
                <a:lumMod val="75000"/>
              </a:srgbClr>
            </a:solidFill>
            <a:prstDash val="solid"/>
            <a:miter lim="800000"/>
          </a:ln>
          <a:effectLst>
            <a:outerShdw blurRad="279400" dist="76200" dir="8100000" sx="92000" sy="92000" algn="tr" rotWithShape="0">
              <a:srgbClr val="2E38B8">
                <a:alpha val="56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注册账号，完善资料</a:t>
            </a:r>
            <a:endParaRPr kumimoji="0" lang="zh-CN" altLang="en-US" sz="16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03" name="矩形: 圆角 60"/>
          <p:cNvSpPr/>
          <p:nvPr>
            <p:custDataLst>
              <p:tags r:id="rId23"/>
            </p:custDataLst>
          </p:nvPr>
        </p:nvSpPr>
        <p:spPr>
          <a:xfrm>
            <a:off x="6707868" y="3605415"/>
            <a:ext cx="3547237" cy="409075"/>
          </a:xfrm>
          <a:prstGeom prst="roundRect">
            <a:avLst>
              <a:gd name="adj" fmla="val 50000"/>
            </a:avLst>
          </a:prstGeom>
          <a:noFill/>
          <a:ln w="15875" cap="flat" cmpd="sng" algn="ctr">
            <a:solidFill>
              <a:srgbClr val="FFFFFF">
                <a:lumMod val="75000"/>
              </a:srgbClr>
            </a:solidFill>
            <a:prstDash val="solid"/>
            <a:miter lim="800000"/>
          </a:ln>
          <a:effectLst>
            <a:outerShdw blurRad="279400" dist="76200" dir="8100000" sx="92000" sy="92000" algn="tr" rotWithShape="0">
              <a:srgbClr val="2E38B8">
                <a:alpha val="56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申请入驻，上传材料，入驻成功</a:t>
            </a:r>
            <a:endParaRPr kumimoji="0" lang="zh-CN" altLang="en-US" sz="16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204" name="矩形: 圆角 60"/>
          <p:cNvSpPr/>
          <p:nvPr>
            <p:custDataLst>
              <p:tags r:id="rId24"/>
            </p:custDataLst>
          </p:nvPr>
        </p:nvSpPr>
        <p:spPr>
          <a:xfrm>
            <a:off x="7871781" y="4543702"/>
            <a:ext cx="2383325" cy="409075"/>
          </a:xfrm>
          <a:prstGeom prst="roundRect">
            <a:avLst>
              <a:gd name="adj" fmla="val 50000"/>
            </a:avLst>
          </a:prstGeom>
          <a:noFill/>
          <a:ln w="15875" cap="flat" cmpd="sng" algn="ctr">
            <a:solidFill>
              <a:srgbClr val="2346F5"/>
            </a:solidFill>
            <a:prstDash val="solid"/>
            <a:miter lim="800000"/>
          </a:ln>
          <a:effectLst>
            <a:outerShdw blurRad="279400" dist="76200" dir="8100000" sx="92000" sy="92000" algn="tr" rotWithShape="0">
              <a:srgbClr val="2E38B8">
                <a:alpha val="56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600" b="1" kern="0" dirty="0">
                <a:solidFill>
                  <a:srgbClr val="000000"/>
                </a:solidFill>
                <a:latin typeface="微软雅黑" panose="020B0503020204020204" charset="-122"/>
                <a:ea typeface="微软雅黑" panose="020B0503020204020204" charset="-122"/>
              </a:rPr>
              <a:t>缴纳费用，上传凭证</a:t>
            </a:r>
            <a:endParaRPr kumimoji="0" lang="zh-CN" altLang="en-US" sz="16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grpSp>
        <p:nvGrpSpPr>
          <p:cNvPr id="205" name="组合 204"/>
          <p:cNvGrpSpPr/>
          <p:nvPr/>
        </p:nvGrpSpPr>
        <p:grpSpPr>
          <a:xfrm>
            <a:off x="7102394" y="2515108"/>
            <a:ext cx="339798" cy="679122"/>
            <a:chOff x="1049700" y="1201428"/>
            <a:chExt cx="853431" cy="1705671"/>
          </a:xfrm>
        </p:grpSpPr>
        <p:grpSp>
          <p:nvGrpSpPr>
            <p:cNvPr id="206" name="组合 205"/>
            <p:cNvGrpSpPr/>
            <p:nvPr/>
          </p:nvGrpSpPr>
          <p:grpSpPr>
            <a:xfrm>
              <a:off x="1049700" y="1201428"/>
              <a:ext cx="853431" cy="1705671"/>
              <a:chOff x="1049700" y="1201428"/>
              <a:chExt cx="853431" cy="1705671"/>
            </a:xfrm>
            <a:solidFill>
              <a:srgbClr val="2346F5">
                <a:lumMod val="20000"/>
                <a:lumOff val="80000"/>
              </a:srgbClr>
            </a:solidFill>
          </p:grpSpPr>
          <p:sp>
            <p:nvSpPr>
              <p:cNvPr id="207" name="任意多边形: 形状 244"/>
              <p:cNvSpPr/>
              <p:nvPr>
                <p:custDataLst>
                  <p:tags r:id="rId25"/>
                </p:custDataLst>
              </p:nvPr>
            </p:nvSpPr>
            <p:spPr>
              <a:xfrm>
                <a:off x="1049700" y="1663869"/>
                <a:ext cx="291357" cy="261983"/>
              </a:xfrm>
              <a:custGeom>
                <a:avLst/>
                <a:gdLst>
                  <a:gd name="connsiteX0" fmla="*/ 417228 w 417228"/>
                  <a:gd name="connsiteY0" fmla="*/ 0 h 375164"/>
                  <a:gd name="connsiteX1" fmla="*/ 0 w 417228"/>
                  <a:gd name="connsiteY1" fmla="*/ 97770 h 375164"/>
                  <a:gd name="connsiteX2" fmla="*/ 409839 w 417228"/>
                  <a:gd name="connsiteY2" fmla="*/ 375165 h 375164"/>
                </a:gdLst>
                <a:ahLst/>
                <a:cxnLst>
                  <a:cxn ang="0">
                    <a:pos x="connsiteX0" y="connsiteY0"/>
                  </a:cxn>
                  <a:cxn ang="0">
                    <a:pos x="connsiteX1" y="connsiteY1"/>
                  </a:cxn>
                  <a:cxn ang="0">
                    <a:pos x="connsiteX2" y="connsiteY2"/>
                  </a:cxn>
                </a:cxnLst>
                <a:rect l="l" t="t" r="r" b="b"/>
                <a:pathLst>
                  <a:path w="417228" h="375164">
                    <a:moveTo>
                      <a:pt x="417228" y="0"/>
                    </a:moveTo>
                    <a:lnTo>
                      <a:pt x="0" y="97770"/>
                    </a:lnTo>
                    <a:lnTo>
                      <a:pt x="409839" y="375165"/>
                    </a:lnTo>
                    <a:close/>
                  </a:path>
                </a:pathLst>
              </a:custGeom>
              <a:grpFill/>
              <a:ln w="5679" cap="flat">
                <a:noFill/>
                <a:prstDash val="solid"/>
                <a:miter/>
              </a:ln>
            </p:spPr>
            <p:txBody>
              <a:bodyPr rtlCol="0" anchor="ctr"/>
              <a:lstStyle/>
              <a:p>
                <a:endParaRPr lang="zh-CN" altLang="en-US"/>
              </a:p>
            </p:txBody>
          </p:sp>
          <p:sp>
            <p:nvSpPr>
              <p:cNvPr id="208" name="任意多边形: 形状 245"/>
              <p:cNvSpPr/>
              <p:nvPr>
                <p:custDataLst>
                  <p:tags r:id="rId26"/>
                </p:custDataLst>
              </p:nvPr>
            </p:nvSpPr>
            <p:spPr>
              <a:xfrm>
                <a:off x="1321210" y="1201428"/>
                <a:ext cx="581921" cy="1705671"/>
              </a:xfrm>
              <a:custGeom>
                <a:avLst/>
                <a:gdLst>
                  <a:gd name="connsiteX0" fmla="*/ 384259 w 833320"/>
                  <a:gd name="connsiteY0" fmla="*/ 0 h 2442548"/>
                  <a:gd name="connsiteX1" fmla="*/ 345038 w 833320"/>
                  <a:gd name="connsiteY1" fmla="*/ 2057152 h 2442548"/>
                  <a:gd name="connsiteX2" fmla="*/ 0 w 833320"/>
                  <a:gd name="connsiteY2" fmla="*/ 2137870 h 2442548"/>
                  <a:gd name="connsiteX3" fmla="*/ 449629 w 833320"/>
                  <a:gd name="connsiteY3" fmla="*/ 2442549 h 2442548"/>
                  <a:gd name="connsiteX4" fmla="*/ 794098 w 833320"/>
                  <a:gd name="connsiteY4" fmla="*/ 2361263 h 2442548"/>
                  <a:gd name="connsiteX5" fmla="*/ 833320 w 833320"/>
                  <a:gd name="connsiteY5" fmla="*/ 304111 h 2442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3320" h="2442548">
                    <a:moveTo>
                      <a:pt x="384259" y="0"/>
                    </a:moveTo>
                    <a:lnTo>
                      <a:pt x="345038" y="2057152"/>
                    </a:lnTo>
                    <a:lnTo>
                      <a:pt x="0" y="2137870"/>
                    </a:lnTo>
                    <a:lnTo>
                      <a:pt x="449629" y="2442549"/>
                    </a:lnTo>
                    <a:lnTo>
                      <a:pt x="794098" y="2361263"/>
                    </a:lnTo>
                    <a:lnTo>
                      <a:pt x="833320" y="304111"/>
                    </a:lnTo>
                    <a:close/>
                  </a:path>
                </a:pathLst>
              </a:custGeom>
              <a:grpFill/>
              <a:ln w="5679" cap="flat">
                <a:noFill/>
                <a:prstDash val="solid"/>
                <a:miter/>
              </a:ln>
            </p:spPr>
            <p:txBody>
              <a:bodyPr rtlCol="0" anchor="ctr"/>
              <a:lstStyle/>
              <a:p>
                <a:endParaRPr lang="zh-CN" altLang="en-US"/>
              </a:p>
            </p:txBody>
          </p:sp>
        </p:grpSp>
        <p:sp>
          <p:nvSpPr>
            <p:cNvPr id="209" name="任意多边形: 形状 214"/>
            <p:cNvSpPr/>
            <p:nvPr>
              <p:custDataLst>
                <p:tags r:id="rId27"/>
              </p:custDataLst>
            </p:nvPr>
          </p:nvSpPr>
          <p:spPr>
            <a:xfrm>
              <a:off x="1049700" y="1201428"/>
              <a:ext cx="539845" cy="1492909"/>
            </a:xfrm>
            <a:custGeom>
              <a:avLst/>
              <a:gdLst>
                <a:gd name="connsiteX0" fmla="*/ 432576 w 773066"/>
                <a:gd name="connsiteY0" fmla="*/ 80149 h 2137869"/>
                <a:gd name="connsiteX1" fmla="*/ 432576 w 773066"/>
                <a:gd name="connsiteY1" fmla="*/ 95496 h 2137869"/>
                <a:gd name="connsiteX2" fmla="*/ 312069 w 773066"/>
                <a:gd name="connsiteY2" fmla="*/ 342764 h 2137869"/>
                <a:gd name="connsiteX3" fmla="*/ 45474 w 773066"/>
                <a:gd name="connsiteY3" fmla="*/ 486577 h 2137869"/>
                <a:gd name="connsiteX4" fmla="*/ 5116 w 773066"/>
                <a:gd name="connsiteY4" fmla="*/ 496240 h 2137869"/>
                <a:gd name="connsiteX5" fmla="*/ 0 w 773066"/>
                <a:gd name="connsiteY5" fmla="*/ 759993 h 2137869"/>
                <a:gd name="connsiteX6" fmla="*/ 72759 w 773066"/>
                <a:gd name="connsiteY6" fmla="*/ 742940 h 2137869"/>
                <a:gd name="connsiteX7" fmla="*/ 417228 w 773066"/>
                <a:gd name="connsiteY7" fmla="*/ 662222 h 2137869"/>
                <a:gd name="connsiteX8" fmla="*/ 416092 w 773066"/>
                <a:gd name="connsiteY8" fmla="*/ 728729 h 2137869"/>
                <a:gd name="connsiteX9" fmla="*/ 410407 w 773066"/>
                <a:gd name="connsiteY9" fmla="*/ 1037387 h 2137869"/>
                <a:gd name="connsiteX10" fmla="*/ 389375 w 773066"/>
                <a:gd name="connsiteY10" fmla="*/ 2137870 h 2137869"/>
                <a:gd name="connsiteX11" fmla="*/ 462135 w 773066"/>
                <a:gd name="connsiteY11" fmla="*/ 2120817 h 2137869"/>
                <a:gd name="connsiteX12" fmla="*/ 733845 w 773066"/>
                <a:gd name="connsiteY12" fmla="*/ 2057152 h 2137869"/>
                <a:gd name="connsiteX13" fmla="*/ 754308 w 773066"/>
                <a:gd name="connsiteY13" fmla="*/ 992481 h 2137869"/>
                <a:gd name="connsiteX14" fmla="*/ 756013 w 773066"/>
                <a:gd name="connsiteY14" fmla="*/ 891300 h 2137869"/>
                <a:gd name="connsiteX15" fmla="*/ 771930 w 773066"/>
                <a:gd name="connsiteY15" fmla="*/ 66506 h 2137869"/>
                <a:gd name="connsiteX16" fmla="*/ 773066 w 773066"/>
                <a:gd name="connsiteY16" fmla="*/ 0 h 2137869"/>
                <a:gd name="connsiteX17" fmla="*/ 432576 w 773066"/>
                <a:gd name="connsiteY17" fmla="*/ 80149 h 2137869"/>
                <a:gd name="connsiteX18" fmla="*/ 713950 w 773066"/>
                <a:gd name="connsiteY18" fmla="*/ 890732 h 2137869"/>
                <a:gd name="connsiteX19" fmla="*/ 712244 w 773066"/>
                <a:gd name="connsiteY19" fmla="*/ 991912 h 2137869"/>
                <a:gd name="connsiteX20" fmla="*/ 692349 w 773066"/>
                <a:gd name="connsiteY20" fmla="*/ 2023615 h 2137869"/>
                <a:gd name="connsiteX21" fmla="*/ 462703 w 773066"/>
                <a:gd name="connsiteY21" fmla="*/ 2077616 h 2137869"/>
                <a:gd name="connsiteX22" fmla="*/ 432008 w 773066"/>
                <a:gd name="connsiteY22" fmla="*/ 2085006 h 2137869"/>
                <a:gd name="connsiteX23" fmla="*/ 451903 w 773066"/>
                <a:gd name="connsiteY23" fmla="*/ 1038524 h 2137869"/>
                <a:gd name="connsiteX24" fmla="*/ 457587 w 773066"/>
                <a:gd name="connsiteY24" fmla="*/ 719065 h 2137869"/>
                <a:gd name="connsiteX25" fmla="*/ 458724 w 773066"/>
                <a:gd name="connsiteY25" fmla="*/ 663359 h 2137869"/>
                <a:gd name="connsiteX26" fmla="*/ 443376 w 773066"/>
                <a:gd name="connsiteY26" fmla="*/ 629822 h 2137869"/>
                <a:gd name="connsiteX27" fmla="*/ 417228 w 773066"/>
                <a:gd name="connsiteY27" fmla="*/ 620727 h 2137869"/>
                <a:gd name="connsiteX28" fmla="*/ 407565 w 773066"/>
                <a:gd name="connsiteY28" fmla="*/ 621295 h 2137869"/>
                <a:gd name="connsiteX29" fmla="*/ 73328 w 773066"/>
                <a:gd name="connsiteY29" fmla="*/ 699739 h 2137869"/>
                <a:gd name="connsiteX30" fmla="*/ 42632 w 773066"/>
                <a:gd name="connsiteY30" fmla="*/ 707128 h 2137869"/>
                <a:gd name="connsiteX31" fmla="*/ 46043 w 773066"/>
                <a:gd name="connsiteY31" fmla="*/ 529209 h 2137869"/>
                <a:gd name="connsiteX32" fmla="*/ 54569 w 773066"/>
                <a:gd name="connsiteY32" fmla="*/ 526936 h 2137869"/>
                <a:gd name="connsiteX33" fmla="*/ 339922 w 773066"/>
                <a:gd name="connsiteY33" fmla="*/ 372891 h 2137869"/>
                <a:gd name="connsiteX34" fmla="*/ 472935 w 773066"/>
                <a:gd name="connsiteY34" fmla="*/ 113118 h 2137869"/>
                <a:gd name="connsiteX35" fmla="*/ 729297 w 773066"/>
                <a:gd name="connsiteY35" fmla="*/ 52864 h 2137869"/>
                <a:gd name="connsiteX36" fmla="*/ 728729 w 773066"/>
                <a:gd name="connsiteY36" fmla="*/ 76738 h 2137869"/>
                <a:gd name="connsiteX37" fmla="*/ 713950 w 773066"/>
                <a:gd name="connsiteY37" fmla="*/ 890732 h 2137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73066" h="2137869">
                  <a:moveTo>
                    <a:pt x="432576" y="80149"/>
                  </a:moveTo>
                  <a:lnTo>
                    <a:pt x="432576" y="95496"/>
                  </a:lnTo>
                  <a:cubicBezTo>
                    <a:pt x="430871" y="187014"/>
                    <a:pt x="390512" y="270005"/>
                    <a:pt x="312069" y="342764"/>
                  </a:cubicBezTo>
                  <a:cubicBezTo>
                    <a:pt x="233057" y="415523"/>
                    <a:pt x="143813" y="463840"/>
                    <a:pt x="45474" y="486577"/>
                  </a:cubicBezTo>
                  <a:lnTo>
                    <a:pt x="5116" y="496240"/>
                  </a:lnTo>
                  <a:lnTo>
                    <a:pt x="0" y="759993"/>
                  </a:lnTo>
                  <a:lnTo>
                    <a:pt x="72759" y="742940"/>
                  </a:lnTo>
                  <a:lnTo>
                    <a:pt x="417228" y="662222"/>
                  </a:lnTo>
                  <a:lnTo>
                    <a:pt x="416092" y="728729"/>
                  </a:lnTo>
                  <a:lnTo>
                    <a:pt x="410407" y="1037387"/>
                  </a:lnTo>
                  <a:lnTo>
                    <a:pt x="389375" y="2137870"/>
                  </a:lnTo>
                  <a:lnTo>
                    <a:pt x="462135" y="2120817"/>
                  </a:lnTo>
                  <a:lnTo>
                    <a:pt x="733845" y="2057152"/>
                  </a:lnTo>
                  <a:lnTo>
                    <a:pt x="754308" y="992481"/>
                  </a:lnTo>
                  <a:lnTo>
                    <a:pt x="756013" y="891300"/>
                  </a:lnTo>
                  <a:lnTo>
                    <a:pt x="771930" y="66506"/>
                  </a:lnTo>
                  <a:lnTo>
                    <a:pt x="773066" y="0"/>
                  </a:lnTo>
                  <a:lnTo>
                    <a:pt x="432576" y="80149"/>
                  </a:lnTo>
                  <a:close/>
                  <a:moveTo>
                    <a:pt x="713950" y="890732"/>
                  </a:moveTo>
                  <a:lnTo>
                    <a:pt x="712244" y="991912"/>
                  </a:lnTo>
                  <a:lnTo>
                    <a:pt x="692349" y="2023615"/>
                  </a:lnTo>
                  <a:lnTo>
                    <a:pt x="462703" y="2077616"/>
                  </a:lnTo>
                  <a:lnTo>
                    <a:pt x="432008" y="2085006"/>
                  </a:lnTo>
                  <a:lnTo>
                    <a:pt x="451903" y="1038524"/>
                  </a:lnTo>
                  <a:lnTo>
                    <a:pt x="457587" y="719065"/>
                  </a:lnTo>
                  <a:lnTo>
                    <a:pt x="458724" y="663359"/>
                  </a:lnTo>
                  <a:cubicBezTo>
                    <a:pt x="458724" y="650285"/>
                    <a:pt x="453040" y="637780"/>
                    <a:pt x="443376" y="629822"/>
                  </a:cubicBezTo>
                  <a:cubicBezTo>
                    <a:pt x="435987" y="623569"/>
                    <a:pt x="426892" y="620727"/>
                    <a:pt x="417228" y="620727"/>
                  </a:cubicBezTo>
                  <a:cubicBezTo>
                    <a:pt x="413818" y="620727"/>
                    <a:pt x="410976" y="621295"/>
                    <a:pt x="407565" y="621295"/>
                  </a:cubicBezTo>
                  <a:lnTo>
                    <a:pt x="73328" y="699739"/>
                  </a:lnTo>
                  <a:lnTo>
                    <a:pt x="42632" y="707128"/>
                  </a:lnTo>
                  <a:lnTo>
                    <a:pt x="46043" y="529209"/>
                  </a:lnTo>
                  <a:lnTo>
                    <a:pt x="54569" y="526936"/>
                  </a:lnTo>
                  <a:cubicBezTo>
                    <a:pt x="160866" y="502493"/>
                    <a:pt x="256362" y="450766"/>
                    <a:pt x="339922" y="372891"/>
                  </a:cubicBezTo>
                  <a:cubicBezTo>
                    <a:pt x="421776" y="296721"/>
                    <a:pt x="466682" y="209183"/>
                    <a:pt x="472935" y="113118"/>
                  </a:cubicBezTo>
                  <a:lnTo>
                    <a:pt x="729297" y="52864"/>
                  </a:lnTo>
                  <a:lnTo>
                    <a:pt x="728729" y="76738"/>
                  </a:lnTo>
                  <a:lnTo>
                    <a:pt x="713950" y="890732"/>
                  </a:lnTo>
                  <a:close/>
                </a:path>
              </a:pathLst>
            </a:custGeom>
            <a:gradFill flip="none" rotWithShape="1">
              <a:gsLst>
                <a:gs pos="100000">
                  <a:srgbClr val="2346F5">
                    <a:lumMod val="75000"/>
                  </a:srgbClr>
                </a:gs>
                <a:gs pos="0">
                  <a:srgbClr val="2346F5"/>
                </a:gs>
              </a:gsLst>
              <a:lin ang="5400000" scaled="1"/>
              <a:tileRect/>
            </a:gradFill>
            <a:ln w="2089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10" name="任意多边形: 形状 215"/>
            <p:cNvSpPr/>
            <p:nvPr>
              <p:custDataLst>
                <p:tags r:id="rId28"/>
              </p:custDataLst>
            </p:nvPr>
          </p:nvSpPr>
          <p:spPr>
            <a:xfrm>
              <a:off x="1100906" y="1255016"/>
              <a:ext cx="458074" cy="1397245"/>
            </a:xfrm>
            <a:custGeom>
              <a:avLst/>
              <a:gdLst>
                <a:gd name="connsiteX0" fmla="*/ 655970 w 655969"/>
                <a:gd name="connsiteY0" fmla="*/ 0 h 2000877"/>
                <a:gd name="connsiteX1" fmla="*/ 640622 w 655969"/>
                <a:gd name="connsiteY1" fmla="*/ 813993 h 2000877"/>
                <a:gd name="connsiteX2" fmla="*/ 638917 w 655969"/>
                <a:gd name="connsiteY2" fmla="*/ 915174 h 2000877"/>
                <a:gd name="connsiteX3" fmla="*/ 619022 w 655969"/>
                <a:gd name="connsiteY3" fmla="*/ 1946877 h 2000877"/>
                <a:gd name="connsiteX4" fmla="*/ 389375 w 655969"/>
                <a:gd name="connsiteY4" fmla="*/ 2000878 h 2000877"/>
                <a:gd name="connsiteX5" fmla="*/ 415523 w 655969"/>
                <a:gd name="connsiteY5" fmla="*/ 634938 h 2000877"/>
                <a:gd name="connsiteX6" fmla="*/ 384259 w 655969"/>
                <a:gd name="connsiteY6" fmla="*/ 642327 h 2000877"/>
                <a:gd name="connsiteX7" fmla="*/ 385396 w 655969"/>
                <a:gd name="connsiteY7" fmla="*/ 586621 h 2000877"/>
                <a:gd name="connsiteX8" fmla="*/ 370049 w 655969"/>
                <a:gd name="connsiteY8" fmla="*/ 553084 h 2000877"/>
                <a:gd name="connsiteX9" fmla="*/ 343901 w 655969"/>
                <a:gd name="connsiteY9" fmla="*/ 543989 h 2000877"/>
                <a:gd name="connsiteX10" fmla="*/ 334238 w 655969"/>
                <a:gd name="connsiteY10" fmla="*/ 544557 h 2000877"/>
                <a:gd name="connsiteX11" fmla="*/ 0 w 655969"/>
                <a:gd name="connsiteY11" fmla="*/ 623001 h 2000877"/>
                <a:gd name="connsiteX12" fmla="*/ 2842 w 655969"/>
                <a:gd name="connsiteY12" fmla="*/ 468956 h 2000877"/>
                <a:gd name="connsiteX13" fmla="*/ 43201 w 655969"/>
                <a:gd name="connsiteY13" fmla="*/ 459292 h 2000877"/>
                <a:gd name="connsiteX14" fmla="*/ 309227 w 655969"/>
                <a:gd name="connsiteY14" fmla="*/ 314911 h 2000877"/>
                <a:gd name="connsiteX15" fmla="*/ 429734 w 655969"/>
                <a:gd name="connsiteY15" fmla="*/ 67643 h 2000877"/>
                <a:gd name="connsiteX16" fmla="*/ 430302 w 655969"/>
                <a:gd name="connsiteY16" fmla="*/ 52296 h 2000877"/>
                <a:gd name="connsiteX17" fmla="*/ 655970 w 655969"/>
                <a:gd name="connsiteY17" fmla="*/ 0 h 2000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5969" h="2000877">
                  <a:moveTo>
                    <a:pt x="655970" y="0"/>
                  </a:moveTo>
                  <a:lnTo>
                    <a:pt x="640622" y="813993"/>
                  </a:lnTo>
                  <a:lnTo>
                    <a:pt x="638917" y="915174"/>
                  </a:lnTo>
                  <a:lnTo>
                    <a:pt x="619022" y="1946877"/>
                  </a:lnTo>
                  <a:lnTo>
                    <a:pt x="389375" y="2000878"/>
                  </a:lnTo>
                  <a:lnTo>
                    <a:pt x="415523" y="634938"/>
                  </a:lnTo>
                  <a:lnTo>
                    <a:pt x="384259" y="642327"/>
                  </a:lnTo>
                  <a:lnTo>
                    <a:pt x="385396" y="586621"/>
                  </a:lnTo>
                  <a:cubicBezTo>
                    <a:pt x="385396" y="573547"/>
                    <a:pt x="379712" y="561042"/>
                    <a:pt x="370049" y="553084"/>
                  </a:cubicBezTo>
                  <a:cubicBezTo>
                    <a:pt x="362659" y="546831"/>
                    <a:pt x="353564" y="543989"/>
                    <a:pt x="343901" y="543989"/>
                  </a:cubicBezTo>
                  <a:cubicBezTo>
                    <a:pt x="340490" y="543989"/>
                    <a:pt x="337648" y="544557"/>
                    <a:pt x="334238" y="544557"/>
                  </a:cubicBezTo>
                  <a:lnTo>
                    <a:pt x="0" y="623001"/>
                  </a:lnTo>
                  <a:lnTo>
                    <a:pt x="2842" y="468956"/>
                  </a:lnTo>
                  <a:lnTo>
                    <a:pt x="43201" y="459292"/>
                  </a:lnTo>
                  <a:cubicBezTo>
                    <a:pt x="142108" y="436555"/>
                    <a:pt x="230783" y="388238"/>
                    <a:pt x="309227" y="314911"/>
                  </a:cubicBezTo>
                  <a:cubicBezTo>
                    <a:pt x="388238" y="242152"/>
                    <a:pt x="428029" y="159729"/>
                    <a:pt x="429734" y="67643"/>
                  </a:cubicBezTo>
                  <a:lnTo>
                    <a:pt x="430302" y="52296"/>
                  </a:lnTo>
                  <a:lnTo>
                    <a:pt x="655970" y="0"/>
                  </a:lnTo>
                  <a:close/>
                </a:path>
              </a:pathLst>
            </a:custGeom>
            <a:gradFill>
              <a:gsLst>
                <a:gs pos="0">
                  <a:srgbClr val="2346F5">
                    <a:lumMod val="75000"/>
                    <a:lumOff val="25000"/>
                  </a:srgbClr>
                </a:gs>
                <a:gs pos="100000">
                  <a:srgbClr val="2346F5"/>
                </a:gs>
              </a:gsLst>
              <a:lin ang="4200000" scaled="0"/>
            </a:gradFill>
            <a:ln w="2089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nvGrpSpPr>
            <p:cNvPr id="211" name="图形 826"/>
            <p:cNvGrpSpPr/>
            <p:nvPr/>
          </p:nvGrpSpPr>
          <p:grpSpPr>
            <a:xfrm>
              <a:off x="1598694" y="1275510"/>
              <a:ext cx="275871" cy="1497854"/>
              <a:chOff x="3055220" y="898847"/>
              <a:chExt cx="395052" cy="2144950"/>
            </a:xfrm>
            <a:solidFill>
              <a:srgbClr val="2346F5">
                <a:lumMod val="60000"/>
                <a:lumOff val="40000"/>
              </a:srgbClr>
            </a:solidFill>
          </p:grpSpPr>
          <p:sp>
            <p:nvSpPr>
              <p:cNvPr id="212" name="任意多边形: 形状 217"/>
              <p:cNvSpPr/>
              <p:nvPr>
                <p:custDataLst>
                  <p:tags r:id="rId29"/>
                </p:custDataLst>
              </p:nvPr>
            </p:nvSpPr>
            <p:spPr>
              <a:xfrm>
                <a:off x="3088189" y="898847"/>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3561"/>
                      <a:pt x="360358" y="246342"/>
                      <a:pt x="362063" y="242932"/>
                    </a:cubicBezTo>
                    <a:close/>
                  </a:path>
                </a:pathLst>
              </a:custGeom>
              <a:grpFill/>
              <a:ln w="5679" cap="flat">
                <a:noFill/>
                <a:prstDash val="solid"/>
                <a:miter/>
              </a:ln>
            </p:spPr>
            <p:txBody>
              <a:bodyPr rtlCol="0" anchor="ctr"/>
              <a:lstStyle/>
              <a:p>
                <a:endParaRPr lang="zh-CN" altLang="en-US"/>
              </a:p>
            </p:txBody>
          </p:sp>
          <p:sp>
            <p:nvSpPr>
              <p:cNvPr id="383" name="任意多边形: 形状 218"/>
              <p:cNvSpPr/>
              <p:nvPr>
                <p:custDataLst>
                  <p:tags r:id="rId30"/>
                </p:custDataLst>
              </p:nvPr>
            </p:nvSpPr>
            <p:spPr>
              <a:xfrm>
                <a:off x="3087052" y="972174"/>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384" name="任意多边形: 形状 219"/>
              <p:cNvSpPr/>
              <p:nvPr>
                <p:custDataLst>
                  <p:tags r:id="rId31"/>
                </p:custDataLst>
              </p:nvPr>
            </p:nvSpPr>
            <p:spPr>
              <a:xfrm>
                <a:off x="3085915" y="1045502"/>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385" name="任意多边形: 形状 220"/>
              <p:cNvSpPr/>
              <p:nvPr>
                <p:custDataLst>
                  <p:tags r:id="rId32"/>
                </p:custDataLst>
              </p:nvPr>
            </p:nvSpPr>
            <p:spPr>
              <a:xfrm>
                <a:off x="3084778" y="1118261"/>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3561"/>
                      <a:pt x="359790" y="246342"/>
                      <a:pt x="362063" y="242932"/>
                    </a:cubicBezTo>
                    <a:close/>
                  </a:path>
                </a:pathLst>
              </a:custGeom>
              <a:grpFill/>
              <a:ln w="5679" cap="flat">
                <a:noFill/>
                <a:prstDash val="solid"/>
                <a:miter/>
              </a:ln>
            </p:spPr>
            <p:txBody>
              <a:bodyPr rtlCol="0" anchor="ctr"/>
              <a:lstStyle/>
              <a:p>
                <a:endParaRPr lang="zh-CN" altLang="en-US"/>
              </a:p>
            </p:txBody>
          </p:sp>
          <p:sp>
            <p:nvSpPr>
              <p:cNvPr id="386" name="任意多边形: 形状 221"/>
              <p:cNvSpPr/>
              <p:nvPr>
                <p:custDataLst>
                  <p:tags r:id="rId33"/>
                </p:custDataLst>
              </p:nvPr>
            </p:nvSpPr>
            <p:spPr>
              <a:xfrm>
                <a:off x="3083073" y="1191589"/>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387" name="任意多边形: 形状 222"/>
              <p:cNvSpPr/>
              <p:nvPr>
                <p:custDataLst>
                  <p:tags r:id="rId34"/>
                </p:custDataLst>
              </p:nvPr>
            </p:nvSpPr>
            <p:spPr>
              <a:xfrm>
                <a:off x="3081936" y="1264916"/>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388" name="任意多边形: 形状 223"/>
              <p:cNvSpPr/>
              <p:nvPr>
                <p:custDataLst>
                  <p:tags r:id="rId35"/>
                </p:custDataLst>
              </p:nvPr>
            </p:nvSpPr>
            <p:spPr>
              <a:xfrm>
                <a:off x="3080799" y="1337675"/>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3561"/>
                      <a:pt x="359790" y="246342"/>
                      <a:pt x="362063" y="242932"/>
                    </a:cubicBezTo>
                    <a:close/>
                  </a:path>
                </a:pathLst>
              </a:custGeom>
              <a:grpFill/>
              <a:ln w="5679" cap="flat">
                <a:noFill/>
                <a:prstDash val="solid"/>
                <a:miter/>
              </a:ln>
            </p:spPr>
            <p:txBody>
              <a:bodyPr rtlCol="0" anchor="ctr"/>
              <a:lstStyle/>
              <a:p>
                <a:endParaRPr lang="zh-CN" altLang="en-US"/>
              </a:p>
            </p:txBody>
          </p:sp>
          <p:sp>
            <p:nvSpPr>
              <p:cNvPr id="389" name="任意多边形: 形状 224"/>
              <p:cNvSpPr/>
              <p:nvPr>
                <p:custDataLst>
                  <p:tags r:id="rId36"/>
                </p:custDataLst>
              </p:nvPr>
            </p:nvSpPr>
            <p:spPr>
              <a:xfrm>
                <a:off x="3079662" y="1411003"/>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390" name="任意多边形: 形状 225"/>
              <p:cNvSpPr/>
              <p:nvPr>
                <p:custDataLst>
                  <p:tags r:id="rId37"/>
                </p:custDataLst>
              </p:nvPr>
            </p:nvSpPr>
            <p:spPr>
              <a:xfrm>
                <a:off x="3077957" y="1484331"/>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391" name="任意多边形: 形状 226"/>
              <p:cNvSpPr/>
              <p:nvPr>
                <p:custDataLst>
                  <p:tags r:id="rId38"/>
                </p:custDataLst>
              </p:nvPr>
            </p:nvSpPr>
            <p:spPr>
              <a:xfrm>
                <a:off x="3076820" y="1557090"/>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3561"/>
                      <a:pt x="360358" y="246342"/>
                      <a:pt x="362063" y="242932"/>
                    </a:cubicBezTo>
                    <a:close/>
                  </a:path>
                </a:pathLst>
              </a:custGeom>
              <a:grpFill/>
              <a:ln w="5679" cap="flat">
                <a:noFill/>
                <a:prstDash val="solid"/>
                <a:miter/>
              </a:ln>
            </p:spPr>
            <p:txBody>
              <a:bodyPr rtlCol="0" anchor="ctr"/>
              <a:lstStyle/>
              <a:p>
                <a:endParaRPr lang="zh-CN" altLang="en-US"/>
              </a:p>
            </p:txBody>
          </p:sp>
          <p:sp>
            <p:nvSpPr>
              <p:cNvPr id="392" name="任意多边形: 形状 227"/>
              <p:cNvSpPr/>
              <p:nvPr>
                <p:custDataLst>
                  <p:tags r:id="rId39"/>
                </p:custDataLst>
              </p:nvPr>
            </p:nvSpPr>
            <p:spPr>
              <a:xfrm>
                <a:off x="3075683" y="1630417"/>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393" name="任意多边形: 形状 228"/>
              <p:cNvSpPr/>
              <p:nvPr>
                <p:custDataLst>
                  <p:tags r:id="rId40"/>
                </p:custDataLst>
              </p:nvPr>
            </p:nvSpPr>
            <p:spPr>
              <a:xfrm>
                <a:off x="3074547" y="1703745"/>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394" name="任意多边形: 形状 229"/>
              <p:cNvSpPr/>
              <p:nvPr>
                <p:custDataLst>
                  <p:tags r:id="rId41"/>
                </p:custDataLst>
              </p:nvPr>
            </p:nvSpPr>
            <p:spPr>
              <a:xfrm>
                <a:off x="3073410" y="1776504"/>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3561"/>
                      <a:pt x="359790" y="246342"/>
                      <a:pt x="362063" y="242932"/>
                    </a:cubicBezTo>
                    <a:close/>
                  </a:path>
                </a:pathLst>
              </a:custGeom>
              <a:grpFill/>
              <a:ln w="5679" cap="flat">
                <a:noFill/>
                <a:prstDash val="solid"/>
                <a:miter/>
              </a:ln>
            </p:spPr>
            <p:txBody>
              <a:bodyPr rtlCol="0" anchor="ctr"/>
              <a:lstStyle/>
              <a:p>
                <a:endParaRPr lang="zh-CN" altLang="en-US"/>
              </a:p>
            </p:txBody>
          </p:sp>
          <p:sp>
            <p:nvSpPr>
              <p:cNvPr id="395" name="任意多边形: 形状 230"/>
              <p:cNvSpPr/>
              <p:nvPr>
                <p:custDataLst>
                  <p:tags r:id="rId42"/>
                </p:custDataLst>
              </p:nvPr>
            </p:nvSpPr>
            <p:spPr>
              <a:xfrm>
                <a:off x="3071704" y="1849832"/>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396" name="任意多边形: 形状 231"/>
              <p:cNvSpPr/>
              <p:nvPr>
                <p:custDataLst>
                  <p:tags r:id="rId43"/>
                </p:custDataLst>
              </p:nvPr>
            </p:nvSpPr>
            <p:spPr>
              <a:xfrm>
                <a:off x="3070568" y="1923159"/>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397" name="任意多边形: 形状 232"/>
              <p:cNvSpPr/>
              <p:nvPr>
                <p:custDataLst>
                  <p:tags r:id="rId44"/>
                </p:custDataLst>
              </p:nvPr>
            </p:nvSpPr>
            <p:spPr>
              <a:xfrm>
                <a:off x="3069431" y="1995919"/>
                <a:ext cx="362083" cy="243001"/>
              </a:xfrm>
              <a:custGeom>
                <a:avLst/>
                <a:gdLst>
                  <a:gd name="connsiteX0" fmla="*/ 362063 w 362083"/>
                  <a:gd name="connsiteY0" fmla="*/ 242931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1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1"/>
                    </a:moveTo>
                    <a:cubicBezTo>
                      <a:pt x="364337" y="240089"/>
                      <a:pt x="178460" y="112192"/>
                      <a:pt x="78985" y="45686"/>
                    </a:cubicBezTo>
                    <a:cubicBezTo>
                      <a:pt x="6794" y="-2631"/>
                      <a:pt x="2815" y="-2062"/>
                      <a:pt x="541" y="1348"/>
                    </a:cubicBezTo>
                    <a:cubicBezTo>
                      <a:pt x="-1733" y="4190"/>
                      <a:pt x="-27" y="8738"/>
                      <a:pt x="71595" y="56486"/>
                    </a:cubicBezTo>
                    <a:cubicBezTo>
                      <a:pt x="171070" y="123561"/>
                      <a:pt x="359790" y="246342"/>
                      <a:pt x="362063" y="242931"/>
                    </a:cubicBezTo>
                    <a:close/>
                  </a:path>
                </a:pathLst>
              </a:custGeom>
              <a:grpFill/>
              <a:ln w="5679" cap="flat">
                <a:noFill/>
                <a:prstDash val="solid"/>
                <a:miter/>
              </a:ln>
            </p:spPr>
            <p:txBody>
              <a:bodyPr rtlCol="0" anchor="ctr"/>
              <a:lstStyle/>
              <a:p>
                <a:endParaRPr lang="zh-CN" altLang="en-US"/>
              </a:p>
            </p:txBody>
          </p:sp>
          <p:sp>
            <p:nvSpPr>
              <p:cNvPr id="398" name="任意多边形: 形状 233"/>
              <p:cNvSpPr/>
              <p:nvPr>
                <p:custDataLst>
                  <p:tags r:id="rId45"/>
                </p:custDataLst>
              </p:nvPr>
            </p:nvSpPr>
            <p:spPr>
              <a:xfrm>
                <a:off x="3068294" y="2069246"/>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399" name="任意多边形: 形状 234"/>
              <p:cNvSpPr/>
              <p:nvPr>
                <p:custDataLst>
                  <p:tags r:id="rId46"/>
                </p:custDataLst>
              </p:nvPr>
            </p:nvSpPr>
            <p:spPr>
              <a:xfrm>
                <a:off x="3066589" y="2142574"/>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400" name="任意多边形: 形状 235"/>
              <p:cNvSpPr/>
              <p:nvPr>
                <p:custDataLst>
                  <p:tags r:id="rId47"/>
                </p:custDataLst>
              </p:nvPr>
            </p:nvSpPr>
            <p:spPr>
              <a:xfrm>
                <a:off x="3065452" y="2215333"/>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3561"/>
                      <a:pt x="360358" y="246342"/>
                      <a:pt x="362063" y="242932"/>
                    </a:cubicBezTo>
                    <a:close/>
                  </a:path>
                </a:pathLst>
              </a:custGeom>
              <a:grpFill/>
              <a:ln w="5679" cap="flat">
                <a:noFill/>
                <a:prstDash val="solid"/>
                <a:miter/>
              </a:ln>
            </p:spPr>
            <p:txBody>
              <a:bodyPr rtlCol="0" anchor="ctr"/>
              <a:lstStyle/>
              <a:p>
                <a:endParaRPr lang="zh-CN" altLang="en-US"/>
              </a:p>
            </p:txBody>
          </p:sp>
          <p:sp>
            <p:nvSpPr>
              <p:cNvPr id="401" name="任意多边形: 形状 236"/>
              <p:cNvSpPr/>
              <p:nvPr>
                <p:custDataLst>
                  <p:tags r:id="rId48"/>
                </p:custDataLst>
              </p:nvPr>
            </p:nvSpPr>
            <p:spPr>
              <a:xfrm>
                <a:off x="3064315" y="2288661"/>
                <a:ext cx="362083" cy="242979"/>
              </a:xfrm>
              <a:custGeom>
                <a:avLst/>
                <a:gdLst>
                  <a:gd name="connsiteX0" fmla="*/ 362063 w 362083"/>
                  <a:gd name="connsiteY0" fmla="*/ 242931 h 242979"/>
                  <a:gd name="connsiteX1" fmla="*/ 78985 w 362083"/>
                  <a:gd name="connsiteY1" fmla="*/ 45686 h 242979"/>
                  <a:gd name="connsiteX2" fmla="*/ 541 w 362083"/>
                  <a:gd name="connsiteY2" fmla="*/ 1348 h 242979"/>
                  <a:gd name="connsiteX3" fmla="*/ 71595 w 362083"/>
                  <a:gd name="connsiteY3" fmla="*/ 56486 h 242979"/>
                  <a:gd name="connsiteX4" fmla="*/ 362063 w 362083"/>
                  <a:gd name="connsiteY4" fmla="*/ 242931 h 242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79">
                    <a:moveTo>
                      <a:pt x="362063" y="242931"/>
                    </a:moveTo>
                    <a:cubicBezTo>
                      <a:pt x="364337" y="240089"/>
                      <a:pt x="178460" y="112192"/>
                      <a:pt x="78985" y="45686"/>
                    </a:cubicBezTo>
                    <a:cubicBezTo>
                      <a:pt x="6794" y="-2631"/>
                      <a:pt x="2815" y="-2062"/>
                      <a:pt x="541" y="1348"/>
                    </a:cubicBezTo>
                    <a:cubicBezTo>
                      <a:pt x="-1733" y="4190"/>
                      <a:pt x="-27" y="8738"/>
                      <a:pt x="71595" y="56486"/>
                    </a:cubicBezTo>
                    <a:cubicBezTo>
                      <a:pt x="171639" y="122993"/>
                      <a:pt x="359790" y="245774"/>
                      <a:pt x="362063" y="242931"/>
                    </a:cubicBezTo>
                    <a:close/>
                  </a:path>
                </a:pathLst>
              </a:custGeom>
              <a:grpFill/>
              <a:ln w="5679" cap="flat">
                <a:noFill/>
                <a:prstDash val="solid"/>
                <a:miter/>
              </a:ln>
            </p:spPr>
            <p:txBody>
              <a:bodyPr rtlCol="0" anchor="ctr"/>
              <a:lstStyle/>
              <a:p>
                <a:endParaRPr lang="zh-CN" altLang="en-US"/>
              </a:p>
            </p:txBody>
          </p:sp>
          <p:sp>
            <p:nvSpPr>
              <p:cNvPr id="402" name="任意多边形: 形状 237"/>
              <p:cNvSpPr/>
              <p:nvPr>
                <p:custDataLst>
                  <p:tags r:id="rId49"/>
                </p:custDataLst>
              </p:nvPr>
            </p:nvSpPr>
            <p:spPr>
              <a:xfrm>
                <a:off x="3063178" y="2361988"/>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403" name="任意多边形: 形状 238"/>
              <p:cNvSpPr/>
              <p:nvPr>
                <p:custDataLst>
                  <p:tags r:id="rId50"/>
                </p:custDataLst>
              </p:nvPr>
            </p:nvSpPr>
            <p:spPr>
              <a:xfrm>
                <a:off x="3061473" y="2434748"/>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3561"/>
                      <a:pt x="360358" y="246342"/>
                      <a:pt x="362063" y="242932"/>
                    </a:cubicBezTo>
                    <a:close/>
                  </a:path>
                </a:pathLst>
              </a:custGeom>
              <a:grpFill/>
              <a:ln w="5679" cap="flat">
                <a:noFill/>
                <a:prstDash val="solid"/>
                <a:miter/>
              </a:ln>
            </p:spPr>
            <p:txBody>
              <a:bodyPr rtlCol="0" anchor="ctr"/>
              <a:lstStyle/>
              <a:p>
                <a:endParaRPr lang="zh-CN" altLang="en-US"/>
              </a:p>
            </p:txBody>
          </p:sp>
          <p:sp>
            <p:nvSpPr>
              <p:cNvPr id="404" name="任意多边形: 形状 239"/>
              <p:cNvSpPr/>
              <p:nvPr>
                <p:custDataLst>
                  <p:tags r:id="rId51"/>
                </p:custDataLst>
              </p:nvPr>
            </p:nvSpPr>
            <p:spPr>
              <a:xfrm>
                <a:off x="3060336" y="2508075"/>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405" name="任意多边形: 形状 240"/>
              <p:cNvSpPr/>
              <p:nvPr>
                <p:custDataLst>
                  <p:tags r:id="rId52"/>
                </p:custDataLst>
              </p:nvPr>
            </p:nvSpPr>
            <p:spPr>
              <a:xfrm>
                <a:off x="3059199" y="2581403"/>
                <a:ext cx="362083" cy="242979"/>
              </a:xfrm>
              <a:custGeom>
                <a:avLst/>
                <a:gdLst>
                  <a:gd name="connsiteX0" fmla="*/ 362063 w 362083"/>
                  <a:gd name="connsiteY0" fmla="*/ 242931 h 242979"/>
                  <a:gd name="connsiteX1" fmla="*/ 78985 w 362083"/>
                  <a:gd name="connsiteY1" fmla="*/ 45686 h 242979"/>
                  <a:gd name="connsiteX2" fmla="*/ 541 w 362083"/>
                  <a:gd name="connsiteY2" fmla="*/ 1348 h 242979"/>
                  <a:gd name="connsiteX3" fmla="*/ 71595 w 362083"/>
                  <a:gd name="connsiteY3" fmla="*/ 56486 h 242979"/>
                  <a:gd name="connsiteX4" fmla="*/ 362063 w 362083"/>
                  <a:gd name="connsiteY4" fmla="*/ 242931 h 242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79">
                    <a:moveTo>
                      <a:pt x="362063" y="242931"/>
                    </a:moveTo>
                    <a:cubicBezTo>
                      <a:pt x="364337" y="240089"/>
                      <a:pt x="178460" y="112192"/>
                      <a:pt x="78985" y="45686"/>
                    </a:cubicBezTo>
                    <a:cubicBezTo>
                      <a:pt x="6794" y="-2631"/>
                      <a:pt x="2815" y="-2062"/>
                      <a:pt x="541" y="1348"/>
                    </a:cubicBezTo>
                    <a:cubicBezTo>
                      <a:pt x="-1733" y="4759"/>
                      <a:pt x="-27" y="8738"/>
                      <a:pt x="71595" y="56486"/>
                    </a:cubicBezTo>
                    <a:cubicBezTo>
                      <a:pt x="171639" y="122993"/>
                      <a:pt x="359790" y="245774"/>
                      <a:pt x="362063" y="242931"/>
                    </a:cubicBezTo>
                    <a:close/>
                  </a:path>
                </a:pathLst>
              </a:custGeom>
              <a:grpFill/>
              <a:ln w="5679" cap="flat">
                <a:noFill/>
                <a:prstDash val="solid"/>
                <a:miter/>
              </a:ln>
            </p:spPr>
            <p:txBody>
              <a:bodyPr rtlCol="0" anchor="ctr"/>
              <a:lstStyle/>
              <a:p>
                <a:endParaRPr lang="zh-CN" altLang="en-US"/>
              </a:p>
            </p:txBody>
          </p:sp>
          <p:sp>
            <p:nvSpPr>
              <p:cNvPr id="406" name="任意多边形: 形状 241"/>
              <p:cNvSpPr/>
              <p:nvPr>
                <p:custDataLst>
                  <p:tags r:id="rId53"/>
                </p:custDataLst>
              </p:nvPr>
            </p:nvSpPr>
            <p:spPr>
              <a:xfrm>
                <a:off x="3058062" y="2654162"/>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3561"/>
                      <a:pt x="359790" y="246342"/>
                      <a:pt x="362063" y="242932"/>
                    </a:cubicBezTo>
                    <a:close/>
                  </a:path>
                </a:pathLst>
              </a:custGeom>
              <a:grpFill/>
              <a:ln w="5679" cap="flat">
                <a:noFill/>
                <a:prstDash val="solid"/>
                <a:miter/>
              </a:ln>
            </p:spPr>
            <p:txBody>
              <a:bodyPr rtlCol="0" anchor="ctr"/>
              <a:lstStyle/>
              <a:p>
                <a:endParaRPr lang="zh-CN" altLang="en-US"/>
              </a:p>
            </p:txBody>
          </p:sp>
          <p:sp>
            <p:nvSpPr>
              <p:cNvPr id="407" name="任意多边形: 形状 242"/>
              <p:cNvSpPr/>
              <p:nvPr>
                <p:custDataLst>
                  <p:tags r:id="rId54"/>
                </p:custDataLst>
              </p:nvPr>
            </p:nvSpPr>
            <p:spPr>
              <a:xfrm>
                <a:off x="3056925" y="2727490"/>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408" name="任意多边形: 形状 243"/>
              <p:cNvSpPr/>
              <p:nvPr>
                <p:custDataLst>
                  <p:tags r:id="rId55"/>
                </p:custDataLst>
              </p:nvPr>
            </p:nvSpPr>
            <p:spPr>
              <a:xfrm>
                <a:off x="3055220" y="2800817"/>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grpSp>
      </p:grpSp>
      <p:sp>
        <p:nvSpPr>
          <p:cNvPr id="409" name="矩形: 圆角 60"/>
          <p:cNvSpPr/>
          <p:nvPr>
            <p:custDataLst>
              <p:tags r:id="rId56"/>
            </p:custDataLst>
          </p:nvPr>
        </p:nvSpPr>
        <p:spPr>
          <a:xfrm>
            <a:off x="7014167" y="5481990"/>
            <a:ext cx="3240939" cy="409075"/>
          </a:xfrm>
          <a:prstGeom prst="roundRect">
            <a:avLst>
              <a:gd name="adj" fmla="val 50000"/>
            </a:avLst>
          </a:prstGeom>
          <a:noFill/>
          <a:ln w="15875" cap="flat" cmpd="sng" algn="ctr">
            <a:solidFill>
              <a:srgbClr val="FFFFFF">
                <a:lumMod val="75000"/>
              </a:srgbClr>
            </a:solidFill>
            <a:prstDash val="solid"/>
            <a:miter lim="800000"/>
          </a:ln>
          <a:effectLst>
            <a:outerShdw blurRad="279400" dist="76200" dir="8100000" sx="92000" sy="92000" algn="tr" rotWithShape="0">
              <a:srgbClr val="2E38B8">
                <a:alpha val="56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600" b="1" kern="0" dirty="0">
                <a:solidFill>
                  <a:srgbClr val="000000"/>
                </a:solidFill>
                <a:latin typeface="微软雅黑" panose="020B0503020204020204" charset="-122"/>
                <a:ea typeface="微软雅黑" panose="020B0503020204020204" charset="-122"/>
              </a:rPr>
              <a:t>审核通过，</a:t>
            </a:r>
            <a:r>
              <a:rPr kumimoji="0" lang="zh-CN" altLang="en-US" sz="16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rPr>
              <a:t>发布商品，接单交易</a:t>
            </a:r>
            <a:endParaRPr kumimoji="0" lang="zh-CN" altLang="en-US" sz="16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410" name="等腰三角形 409"/>
          <p:cNvSpPr/>
          <p:nvPr>
            <p:custDataLst>
              <p:tags r:id="rId57"/>
            </p:custDataLst>
          </p:nvPr>
        </p:nvSpPr>
        <p:spPr>
          <a:xfrm rot="10800000">
            <a:off x="9005905" y="5176392"/>
            <a:ext cx="176115" cy="151823"/>
          </a:xfrm>
          <a:prstGeom prst="triangle">
            <a:avLst/>
          </a:prstGeom>
          <a:solidFill>
            <a:srgbClr val="2346F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grpSp>
        <p:nvGrpSpPr>
          <p:cNvPr id="411" name="组合 410"/>
          <p:cNvGrpSpPr/>
          <p:nvPr/>
        </p:nvGrpSpPr>
        <p:grpSpPr>
          <a:xfrm>
            <a:off x="10526936" y="3483116"/>
            <a:ext cx="410050" cy="662400"/>
            <a:chOff x="3117612" y="1168084"/>
            <a:chExt cx="1097154" cy="1772357"/>
          </a:xfrm>
        </p:grpSpPr>
        <p:grpSp>
          <p:nvGrpSpPr>
            <p:cNvPr id="412" name="图形 826"/>
            <p:cNvGrpSpPr/>
            <p:nvPr/>
          </p:nvGrpSpPr>
          <p:grpSpPr>
            <a:xfrm>
              <a:off x="3173185" y="1351075"/>
              <a:ext cx="768882" cy="1412329"/>
              <a:chOff x="6143479" y="958743"/>
              <a:chExt cx="1101051" cy="2022478"/>
            </a:xfrm>
            <a:solidFill>
              <a:srgbClr val="FBB03B"/>
            </a:solidFill>
          </p:grpSpPr>
          <p:sp>
            <p:nvSpPr>
              <p:cNvPr id="413" name="任意多边形: 形状 301"/>
              <p:cNvSpPr/>
              <p:nvPr>
                <p:custDataLst>
                  <p:tags r:id="rId58"/>
                </p:custDataLst>
              </p:nvPr>
            </p:nvSpPr>
            <p:spPr>
              <a:xfrm>
                <a:off x="6171900" y="958743"/>
                <a:ext cx="697465" cy="545693"/>
              </a:xfrm>
              <a:custGeom>
                <a:avLst/>
                <a:gdLst>
                  <a:gd name="connsiteX0" fmla="*/ 345038 w 697465"/>
                  <a:gd name="connsiteY0" fmla="*/ 464977 h 545693"/>
                  <a:gd name="connsiteX1" fmla="*/ 0 w 697465"/>
                  <a:gd name="connsiteY1" fmla="*/ 545694 h 545693"/>
                  <a:gd name="connsiteX2" fmla="*/ 1137 w 697465"/>
                  <a:gd name="connsiteY2" fmla="*/ 476914 h 545693"/>
                  <a:gd name="connsiteX3" fmla="*/ 1706 w 697465"/>
                  <a:gd name="connsiteY3" fmla="*/ 433145 h 545693"/>
                  <a:gd name="connsiteX4" fmla="*/ 223962 w 697465"/>
                  <a:gd name="connsiteY4" fmla="*/ 381417 h 545693"/>
                  <a:gd name="connsiteX5" fmla="*/ 226236 w 697465"/>
                  <a:gd name="connsiteY5" fmla="*/ 283647 h 545693"/>
                  <a:gd name="connsiteX6" fmla="*/ 227372 w 697465"/>
                  <a:gd name="connsiteY6" fmla="*/ 260341 h 545693"/>
                  <a:gd name="connsiteX7" fmla="*/ 229646 w 697465"/>
                  <a:gd name="connsiteY7" fmla="*/ 238741 h 545693"/>
                  <a:gd name="connsiteX8" fmla="*/ 231920 w 697465"/>
                  <a:gd name="connsiteY8" fmla="*/ 225667 h 545693"/>
                  <a:gd name="connsiteX9" fmla="*/ 233625 w 697465"/>
                  <a:gd name="connsiteY9" fmla="*/ 217141 h 545693"/>
                  <a:gd name="connsiteX10" fmla="*/ 239878 w 697465"/>
                  <a:gd name="connsiteY10" fmla="*/ 193835 h 545693"/>
                  <a:gd name="connsiteX11" fmla="*/ 247268 w 697465"/>
                  <a:gd name="connsiteY11" fmla="*/ 172235 h 545693"/>
                  <a:gd name="connsiteX12" fmla="*/ 250678 w 697465"/>
                  <a:gd name="connsiteY12" fmla="*/ 164277 h 545693"/>
                  <a:gd name="connsiteX13" fmla="*/ 251247 w 697465"/>
                  <a:gd name="connsiteY13" fmla="*/ 162003 h 545693"/>
                  <a:gd name="connsiteX14" fmla="*/ 252952 w 697465"/>
                  <a:gd name="connsiteY14" fmla="*/ 158024 h 545693"/>
                  <a:gd name="connsiteX15" fmla="*/ 259773 w 697465"/>
                  <a:gd name="connsiteY15" fmla="*/ 146087 h 545693"/>
                  <a:gd name="connsiteX16" fmla="*/ 262047 w 697465"/>
                  <a:gd name="connsiteY16" fmla="*/ 142108 h 545693"/>
                  <a:gd name="connsiteX17" fmla="*/ 273984 w 697465"/>
                  <a:gd name="connsiteY17" fmla="*/ 123350 h 545693"/>
                  <a:gd name="connsiteX18" fmla="*/ 298995 w 697465"/>
                  <a:gd name="connsiteY18" fmla="*/ 93223 h 545693"/>
                  <a:gd name="connsiteX19" fmla="*/ 306953 w 697465"/>
                  <a:gd name="connsiteY19" fmla="*/ 85265 h 545693"/>
                  <a:gd name="connsiteX20" fmla="*/ 317185 w 697465"/>
                  <a:gd name="connsiteY20" fmla="*/ 76738 h 545693"/>
                  <a:gd name="connsiteX21" fmla="*/ 343901 w 697465"/>
                  <a:gd name="connsiteY21" fmla="*/ 56843 h 545693"/>
                  <a:gd name="connsiteX22" fmla="*/ 364365 w 697465"/>
                  <a:gd name="connsiteY22" fmla="*/ 44906 h 545693"/>
                  <a:gd name="connsiteX23" fmla="*/ 372891 w 697465"/>
                  <a:gd name="connsiteY23" fmla="*/ 40359 h 545693"/>
                  <a:gd name="connsiteX24" fmla="*/ 384260 w 697465"/>
                  <a:gd name="connsiteY24" fmla="*/ 35243 h 545693"/>
                  <a:gd name="connsiteX25" fmla="*/ 409270 w 697465"/>
                  <a:gd name="connsiteY25" fmla="*/ 25011 h 545693"/>
                  <a:gd name="connsiteX26" fmla="*/ 432008 w 697465"/>
                  <a:gd name="connsiteY26" fmla="*/ 17621 h 545693"/>
                  <a:gd name="connsiteX27" fmla="*/ 451334 w 697465"/>
                  <a:gd name="connsiteY27" fmla="*/ 11937 h 545693"/>
                  <a:gd name="connsiteX28" fmla="*/ 457019 w 697465"/>
                  <a:gd name="connsiteY28" fmla="*/ 10232 h 545693"/>
                  <a:gd name="connsiteX29" fmla="*/ 499083 w 697465"/>
                  <a:gd name="connsiteY29" fmla="*/ 2842 h 545693"/>
                  <a:gd name="connsiteX30" fmla="*/ 539441 w 697465"/>
                  <a:gd name="connsiteY30" fmla="*/ 0 h 545693"/>
                  <a:gd name="connsiteX31" fmla="*/ 566726 w 697465"/>
                  <a:gd name="connsiteY31" fmla="*/ 1705 h 545693"/>
                  <a:gd name="connsiteX32" fmla="*/ 590032 w 697465"/>
                  <a:gd name="connsiteY32" fmla="*/ 5684 h 545693"/>
                  <a:gd name="connsiteX33" fmla="*/ 592305 w 697465"/>
                  <a:gd name="connsiteY33" fmla="*/ 6253 h 545693"/>
                  <a:gd name="connsiteX34" fmla="*/ 615611 w 697465"/>
                  <a:gd name="connsiteY34" fmla="*/ 14779 h 545693"/>
                  <a:gd name="connsiteX35" fmla="*/ 637780 w 697465"/>
                  <a:gd name="connsiteY35" fmla="*/ 26716 h 545693"/>
                  <a:gd name="connsiteX36" fmla="*/ 641191 w 697465"/>
                  <a:gd name="connsiteY36" fmla="*/ 28990 h 545693"/>
                  <a:gd name="connsiteX37" fmla="*/ 697465 w 697465"/>
                  <a:gd name="connsiteY37" fmla="*/ 114255 h 545693"/>
                  <a:gd name="connsiteX38" fmla="*/ 696328 w 697465"/>
                  <a:gd name="connsiteY38" fmla="*/ 113118 h 545693"/>
                  <a:gd name="connsiteX39" fmla="*/ 694055 w 697465"/>
                  <a:gd name="connsiteY39" fmla="*/ 111981 h 545693"/>
                  <a:gd name="connsiteX40" fmla="*/ 678707 w 697465"/>
                  <a:gd name="connsiteY40" fmla="*/ 103455 h 545693"/>
                  <a:gd name="connsiteX41" fmla="*/ 661086 w 697465"/>
                  <a:gd name="connsiteY41" fmla="*/ 97202 h 545693"/>
                  <a:gd name="connsiteX42" fmla="*/ 660517 w 697465"/>
                  <a:gd name="connsiteY42" fmla="*/ 97202 h 545693"/>
                  <a:gd name="connsiteX43" fmla="*/ 644033 w 697465"/>
                  <a:gd name="connsiteY43" fmla="*/ 93791 h 545693"/>
                  <a:gd name="connsiteX44" fmla="*/ 640622 w 697465"/>
                  <a:gd name="connsiteY44" fmla="*/ 93223 h 545693"/>
                  <a:gd name="connsiteX45" fmla="*/ 618453 w 697465"/>
                  <a:gd name="connsiteY45" fmla="*/ 92086 h 545693"/>
                  <a:gd name="connsiteX46" fmla="*/ 584348 w 697465"/>
                  <a:gd name="connsiteY46" fmla="*/ 94360 h 545693"/>
                  <a:gd name="connsiteX47" fmla="*/ 546831 w 697465"/>
                  <a:gd name="connsiteY47" fmla="*/ 101181 h 545693"/>
                  <a:gd name="connsiteX48" fmla="*/ 524094 w 697465"/>
                  <a:gd name="connsiteY48" fmla="*/ 107434 h 545693"/>
                  <a:gd name="connsiteX49" fmla="*/ 503062 w 697465"/>
                  <a:gd name="connsiteY49" fmla="*/ 114255 h 545693"/>
                  <a:gd name="connsiteX50" fmla="*/ 479756 w 697465"/>
                  <a:gd name="connsiteY50" fmla="*/ 123918 h 545693"/>
                  <a:gd name="connsiteX51" fmla="*/ 469524 w 697465"/>
                  <a:gd name="connsiteY51" fmla="*/ 128465 h 545693"/>
                  <a:gd name="connsiteX52" fmla="*/ 463840 w 697465"/>
                  <a:gd name="connsiteY52" fmla="*/ 131876 h 545693"/>
                  <a:gd name="connsiteX53" fmla="*/ 445650 w 697465"/>
                  <a:gd name="connsiteY53" fmla="*/ 142108 h 545693"/>
                  <a:gd name="connsiteX54" fmla="*/ 422913 w 697465"/>
                  <a:gd name="connsiteY54" fmla="*/ 158592 h 545693"/>
                  <a:gd name="connsiteX55" fmla="*/ 414386 w 697465"/>
                  <a:gd name="connsiteY55" fmla="*/ 165982 h 545693"/>
                  <a:gd name="connsiteX56" fmla="*/ 407565 w 697465"/>
                  <a:gd name="connsiteY56" fmla="*/ 172803 h 545693"/>
                  <a:gd name="connsiteX57" fmla="*/ 386533 w 697465"/>
                  <a:gd name="connsiteY57" fmla="*/ 197814 h 545693"/>
                  <a:gd name="connsiteX58" fmla="*/ 377438 w 697465"/>
                  <a:gd name="connsiteY58" fmla="*/ 212025 h 545693"/>
                  <a:gd name="connsiteX59" fmla="*/ 369480 w 697465"/>
                  <a:gd name="connsiteY59" fmla="*/ 226804 h 545693"/>
                  <a:gd name="connsiteX60" fmla="*/ 365502 w 697465"/>
                  <a:gd name="connsiteY60" fmla="*/ 237036 h 545693"/>
                  <a:gd name="connsiteX61" fmla="*/ 358680 w 697465"/>
                  <a:gd name="connsiteY61" fmla="*/ 256362 h 545693"/>
                  <a:gd name="connsiteX62" fmla="*/ 352996 w 697465"/>
                  <a:gd name="connsiteY62" fmla="*/ 277963 h 545693"/>
                  <a:gd name="connsiteX63" fmla="*/ 352427 w 697465"/>
                  <a:gd name="connsiteY63" fmla="*/ 281942 h 545693"/>
                  <a:gd name="connsiteX64" fmla="*/ 350154 w 697465"/>
                  <a:gd name="connsiteY64" fmla="*/ 295584 h 545693"/>
                  <a:gd name="connsiteX65" fmla="*/ 347880 w 697465"/>
                  <a:gd name="connsiteY65" fmla="*/ 314911 h 545693"/>
                  <a:gd name="connsiteX66" fmla="*/ 346743 w 697465"/>
                  <a:gd name="connsiteY66" fmla="*/ 334806 h 545693"/>
                  <a:gd name="connsiteX67" fmla="*/ 345038 w 697465"/>
                  <a:gd name="connsiteY67" fmla="*/ 464977 h 54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97465" h="545693">
                    <a:moveTo>
                      <a:pt x="345038" y="464977"/>
                    </a:moveTo>
                    <a:lnTo>
                      <a:pt x="0" y="545694"/>
                    </a:lnTo>
                    <a:lnTo>
                      <a:pt x="1137" y="476914"/>
                    </a:lnTo>
                    <a:lnTo>
                      <a:pt x="1706" y="433145"/>
                    </a:lnTo>
                    <a:lnTo>
                      <a:pt x="223962" y="381417"/>
                    </a:lnTo>
                    <a:lnTo>
                      <a:pt x="226236" y="283647"/>
                    </a:lnTo>
                    <a:cubicBezTo>
                      <a:pt x="226236" y="276258"/>
                      <a:pt x="226804" y="268300"/>
                      <a:pt x="227372" y="260341"/>
                    </a:cubicBezTo>
                    <a:cubicBezTo>
                      <a:pt x="227941" y="254089"/>
                      <a:pt x="227941" y="246699"/>
                      <a:pt x="229646" y="238741"/>
                    </a:cubicBezTo>
                    <a:cubicBezTo>
                      <a:pt x="230215" y="234762"/>
                      <a:pt x="230783" y="230215"/>
                      <a:pt x="231920" y="225667"/>
                    </a:cubicBezTo>
                    <a:cubicBezTo>
                      <a:pt x="232488" y="221688"/>
                      <a:pt x="233057" y="218846"/>
                      <a:pt x="233625" y="217141"/>
                    </a:cubicBezTo>
                    <a:cubicBezTo>
                      <a:pt x="235331" y="209751"/>
                      <a:pt x="237605" y="201793"/>
                      <a:pt x="239878" y="193835"/>
                    </a:cubicBezTo>
                    <a:cubicBezTo>
                      <a:pt x="242152" y="185309"/>
                      <a:pt x="244994" y="178487"/>
                      <a:pt x="247268" y="172235"/>
                    </a:cubicBezTo>
                    <a:cubicBezTo>
                      <a:pt x="248404" y="169393"/>
                      <a:pt x="249541" y="166550"/>
                      <a:pt x="250678" y="164277"/>
                    </a:cubicBezTo>
                    <a:lnTo>
                      <a:pt x="251247" y="162003"/>
                    </a:lnTo>
                    <a:cubicBezTo>
                      <a:pt x="251815" y="160298"/>
                      <a:pt x="252384" y="159161"/>
                      <a:pt x="252952" y="158024"/>
                    </a:cubicBezTo>
                    <a:cubicBezTo>
                      <a:pt x="255226" y="154045"/>
                      <a:pt x="257500" y="150066"/>
                      <a:pt x="259773" y="146087"/>
                    </a:cubicBezTo>
                    <a:lnTo>
                      <a:pt x="262047" y="142108"/>
                    </a:lnTo>
                    <a:cubicBezTo>
                      <a:pt x="266026" y="134718"/>
                      <a:pt x="270005" y="129034"/>
                      <a:pt x="273984" y="123350"/>
                    </a:cubicBezTo>
                    <a:cubicBezTo>
                      <a:pt x="282510" y="111413"/>
                      <a:pt x="290469" y="101749"/>
                      <a:pt x="298995" y="93223"/>
                    </a:cubicBezTo>
                    <a:cubicBezTo>
                      <a:pt x="301837" y="89812"/>
                      <a:pt x="304679" y="87538"/>
                      <a:pt x="306953" y="85265"/>
                    </a:cubicBezTo>
                    <a:cubicBezTo>
                      <a:pt x="310364" y="82423"/>
                      <a:pt x="314343" y="79012"/>
                      <a:pt x="317185" y="76738"/>
                    </a:cubicBezTo>
                    <a:cubicBezTo>
                      <a:pt x="325143" y="69349"/>
                      <a:pt x="333669" y="63096"/>
                      <a:pt x="343901" y="56843"/>
                    </a:cubicBezTo>
                    <a:cubicBezTo>
                      <a:pt x="351291" y="52296"/>
                      <a:pt x="358112" y="48317"/>
                      <a:pt x="364365" y="44906"/>
                    </a:cubicBezTo>
                    <a:cubicBezTo>
                      <a:pt x="367207" y="43201"/>
                      <a:pt x="370049" y="41495"/>
                      <a:pt x="372891" y="40359"/>
                    </a:cubicBezTo>
                    <a:cubicBezTo>
                      <a:pt x="376302" y="38653"/>
                      <a:pt x="380281" y="36948"/>
                      <a:pt x="384260" y="35243"/>
                    </a:cubicBezTo>
                    <a:cubicBezTo>
                      <a:pt x="392786" y="31264"/>
                      <a:pt x="401881" y="27853"/>
                      <a:pt x="409270" y="25011"/>
                    </a:cubicBezTo>
                    <a:cubicBezTo>
                      <a:pt x="416660" y="22737"/>
                      <a:pt x="424618" y="19895"/>
                      <a:pt x="432008" y="17621"/>
                    </a:cubicBezTo>
                    <a:cubicBezTo>
                      <a:pt x="438261" y="15348"/>
                      <a:pt x="444513" y="13642"/>
                      <a:pt x="451334" y="11937"/>
                    </a:cubicBezTo>
                    <a:lnTo>
                      <a:pt x="457019" y="10232"/>
                    </a:lnTo>
                    <a:cubicBezTo>
                      <a:pt x="471230" y="7390"/>
                      <a:pt x="483735" y="4547"/>
                      <a:pt x="499083" y="2842"/>
                    </a:cubicBezTo>
                    <a:cubicBezTo>
                      <a:pt x="513294" y="568"/>
                      <a:pt x="526367" y="0"/>
                      <a:pt x="539441" y="0"/>
                    </a:cubicBezTo>
                    <a:cubicBezTo>
                      <a:pt x="548536" y="0"/>
                      <a:pt x="557631" y="568"/>
                      <a:pt x="566726" y="1705"/>
                    </a:cubicBezTo>
                    <a:cubicBezTo>
                      <a:pt x="575252" y="2274"/>
                      <a:pt x="582642" y="3979"/>
                      <a:pt x="590032" y="5684"/>
                    </a:cubicBezTo>
                    <a:cubicBezTo>
                      <a:pt x="590600" y="5684"/>
                      <a:pt x="591737" y="6253"/>
                      <a:pt x="592305" y="6253"/>
                    </a:cubicBezTo>
                    <a:cubicBezTo>
                      <a:pt x="600264" y="8526"/>
                      <a:pt x="608221" y="11369"/>
                      <a:pt x="615611" y="14779"/>
                    </a:cubicBezTo>
                    <a:cubicBezTo>
                      <a:pt x="624706" y="18758"/>
                      <a:pt x="632096" y="23306"/>
                      <a:pt x="637780" y="26716"/>
                    </a:cubicBezTo>
                    <a:cubicBezTo>
                      <a:pt x="638917" y="27285"/>
                      <a:pt x="640054" y="28422"/>
                      <a:pt x="641191" y="28990"/>
                    </a:cubicBezTo>
                    <a:cubicBezTo>
                      <a:pt x="669044" y="48885"/>
                      <a:pt x="687802" y="77307"/>
                      <a:pt x="697465" y="114255"/>
                    </a:cubicBezTo>
                    <a:cubicBezTo>
                      <a:pt x="696897" y="113686"/>
                      <a:pt x="696897" y="113686"/>
                      <a:pt x="696328" y="113118"/>
                    </a:cubicBezTo>
                    <a:cubicBezTo>
                      <a:pt x="695760" y="112549"/>
                      <a:pt x="694623" y="112549"/>
                      <a:pt x="694055" y="111981"/>
                    </a:cubicBezTo>
                    <a:cubicBezTo>
                      <a:pt x="688939" y="108570"/>
                      <a:pt x="683823" y="105728"/>
                      <a:pt x="678707" y="103455"/>
                    </a:cubicBezTo>
                    <a:cubicBezTo>
                      <a:pt x="673023" y="101181"/>
                      <a:pt x="667338" y="98907"/>
                      <a:pt x="661086" y="97202"/>
                    </a:cubicBezTo>
                    <a:cubicBezTo>
                      <a:pt x="661086" y="97202"/>
                      <a:pt x="661086" y="97202"/>
                      <a:pt x="660517" y="97202"/>
                    </a:cubicBezTo>
                    <a:cubicBezTo>
                      <a:pt x="655401" y="96065"/>
                      <a:pt x="650285" y="94928"/>
                      <a:pt x="644033" y="93791"/>
                    </a:cubicBezTo>
                    <a:cubicBezTo>
                      <a:pt x="642896" y="93791"/>
                      <a:pt x="641759" y="93223"/>
                      <a:pt x="640622" y="93223"/>
                    </a:cubicBezTo>
                    <a:cubicBezTo>
                      <a:pt x="633232" y="92654"/>
                      <a:pt x="626411" y="92086"/>
                      <a:pt x="618453" y="92086"/>
                    </a:cubicBezTo>
                    <a:cubicBezTo>
                      <a:pt x="607653" y="92086"/>
                      <a:pt x="596284" y="92654"/>
                      <a:pt x="584348" y="94360"/>
                    </a:cubicBezTo>
                    <a:cubicBezTo>
                      <a:pt x="572410" y="96065"/>
                      <a:pt x="559905" y="98339"/>
                      <a:pt x="546831" y="101181"/>
                    </a:cubicBezTo>
                    <a:cubicBezTo>
                      <a:pt x="538873" y="103455"/>
                      <a:pt x="531483" y="105160"/>
                      <a:pt x="524094" y="107434"/>
                    </a:cubicBezTo>
                    <a:cubicBezTo>
                      <a:pt x="516704" y="109707"/>
                      <a:pt x="509883" y="111413"/>
                      <a:pt x="503062" y="114255"/>
                    </a:cubicBezTo>
                    <a:cubicBezTo>
                      <a:pt x="495104" y="117097"/>
                      <a:pt x="487146" y="119939"/>
                      <a:pt x="479756" y="123918"/>
                    </a:cubicBezTo>
                    <a:cubicBezTo>
                      <a:pt x="475777" y="125055"/>
                      <a:pt x="472367" y="126760"/>
                      <a:pt x="469524" y="128465"/>
                    </a:cubicBezTo>
                    <a:cubicBezTo>
                      <a:pt x="467250" y="129034"/>
                      <a:pt x="465545" y="130739"/>
                      <a:pt x="463840" y="131876"/>
                    </a:cubicBezTo>
                    <a:cubicBezTo>
                      <a:pt x="457587" y="134718"/>
                      <a:pt x="451334" y="138697"/>
                      <a:pt x="445650" y="142108"/>
                    </a:cubicBezTo>
                    <a:cubicBezTo>
                      <a:pt x="437692" y="147224"/>
                      <a:pt x="430302" y="152340"/>
                      <a:pt x="422913" y="158592"/>
                    </a:cubicBezTo>
                    <a:cubicBezTo>
                      <a:pt x="420071" y="160866"/>
                      <a:pt x="417229" y="163140"/>
                      <a:pt x="414386" y="165982"/>
                    </a:cubicBezTo>
                    <a:cubicBezTo>
                      <a:pt x="412113" y="168256"/>
                      <a:pt x="409839" y="170529"/>
                      <a:pt x="407565" y="172803"/>
                    </a:cubicBezTo>
                    <a:cubicBezTo>
                      <a:pt x="399607" y="180761"/>
                      <a:pt x="392786" y="189288"/>
                      <a:pt x="386533" y="197814"/>
                    </a:cubicBezTo>
                    <a:cubicBezTo>
                      <a:pt x="383123" y="202361"/>
                      <a:pt x="380281" y="206909"/>
                      <a:pt x="377438" y="212025"/>
                    </a:cubicBezTo>
                    <a:cubicBezTo>
                      <a:pt x="375165" y="216572"/>
                      <a:pt x="371754" y="221688"/>
                      <a:pt x="369480" y="226804"/>
                    </a:cubicBezTo>
                    <a:cubicBezTo>
                      <a:pt x="368344" y="230215"/>
                      <a:pt x="366638" y="233625"/>
                      <a:pt x="365502" y="237036"/>
                    </a:cubicBezTo>
                    <a:cubicBezTo>
                      <a:pt x="363228" y="243289"/>
                      <a:pt x="360385" y="249541"/>
                      <a:pt x="358680" y="256362"/>
                    </a:cubicBezTo>
                    <a:cubicBezTo>
                      <a:pt x="356406" y="263752"/>
                      <a:pt x="354701" y="270573"/>
                      <a:pt x="352996" y="277963"/>
                    </a:cubicBezTo>
                    <a:cubicBezTo>
                      <a:pt x="352427" y="279100"/>
                      <a:pt x="352427" y="280237"/>
                      <a:pt x="352427" y="281942"/>
                    </a:cubicBezTo>
                    <a:cubicBezTo>
                      <a:pt x="351859" y="285921"/>
                      <a:pt x="350722" y="290468"/>
                      <a:pt x="350154" y="295584"/>
                    </a:cubicBezTo>
                    <a:cubicBezTo>
                      <a:pt x="349017" y="301837"/>
                      <a:pt x="348449" y="308090"/>
                      <a:pt x="347880" y="314911"/>
                    </a:cubicBezTo>
                    <a:cubicBezTo>
                      <a:pt x="347312" y="321732"/>
                      <a:pt x="346743" y="328553"/>
                      <a:pt x="346743" y="334806"/>
                    </a:cubicBezTo>
                    <a:lnTo>
                      <a:pt x="345038" y="464977"/>
                    </a:lnTo>
                    <a:close/>
                  </a:path>
                </a:pathLst>
              </a:custGeom>
              <a:solidFill>
                <a:srgbClr val="FBB03B"/>
              </a:solidFill>
              <a:ln w="5679" cap="flat">
                <a:noFill/>
                <a:prstDash val="solid"/>
                <a:miter/>
              </a:ln>
            </p:spPr>
            <p:txBody>
              <a:bodyPr rtlCol="0" anchor="ctr"/>
              <a:lstStyle/>
              <a:p>
                <a:endParaRPr lang="zh-CN" altLang="en-US"/>
              </a:p>
            </p:txBody>
          </p:sp>
          <p:sp>
            <p:nvSpPr>
              <p:cNvPr id="414" name="任意多边形: 形状 302"/>
              <p:cNvSpPr/>
              <p:nvPr>
                <p:custDataLst>
                  <p:tags r:id="rId59"/>
                </p:custDataLst>
              </p:nvPr>
            </p:nvSpPr>
            <p:spPr>
              <a:xfrm>
                <a:off x="6143479" y="2180870"/>
                <a:ext cx="1101051" cy="800351"/>
              </a:xfrm>
              <a:custGeom>
                <a:avLst/>
                <a:gdLst>
                  <a:gd name="connsiteX0" fmla="*/ 1020903 w 1101051"/>
                  <a:gd name="connsiteY0" fmla="*/ 18758 h 800351"/>
                  <a:gd name="connsiteX1" fmla="*/ 1101051 w 1101051"/>
                  <a:gd name="connsiteY1" fmla="*/ 0 h 800351"/>
                  <a:gd name="connsiteX2" fmla="*/ 1099914 w 1101051"/>
                  <a:gd name="connsiteY2" fmla="*/ 76170 h 800351"/>
                  <a:gd name="connsiteX3" fmla="*/ 1090820 w 1101051"/>
                  <a:gd name="connsiteY3" fmla="*/ 543420 h 800351"/>
                  <a:gd name="connsiteX4" fmla="*/ 806604 w 1101051"/>
                  <a:gd name="connsiteY4" fmla="*/ 610495 h 800351"/>
                  <a:gd name="connsiteX5" fmla="*/ 675865 w 1101051"/>
                  <a:gd name="connsiteY5" fmla="*/ 641190 h 800351"/>
                  <a:gd name="connsiteX6" fmla="*/ 0 w 1101051"/>
                  <a:gd name="connsiteY6" fmla="*/ 800351 h 800351"/>
                  <a:gd name="connsiteX7" fmla="*/ 1706 w 1101051"/>
                  <a:gd name="connsiteY7" fmla="*/ 731571 h 800351"/>
                  <a:gd name="connsiteX8" fmla="*/ 2274 w 1101051"/>
                  <a:gd name="connsiteY8" fmla="*/ 687802 h 800351"/>
                  <a:gd name="connsiteX9" fmla="*/ 587190 w 1101051"/>
                  <a:gd name="connsiteY9" fmla="*/ 550810 h 800351"/>
                  <a:gd name="connsiteX10" fmla="*/ 717929 w 1101051"/>
                  <a:gd name="connsiteY10" fmla="*/ 519546 h 800351"/>
                  <a:gd name="connsiteX11" fmla="*/ 969744 w 1101051"/>
                  <a:gd name="connsiteY11" fmla="*/ 460429 h 800351"/>
                  <a:gd name="connsiteX12" fmla="*/ 978839 w 1101051"/>
                  <a:gd name="connsiteY12" fmla="*/ 28990 h 800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1051" h="800351">
                    <a:moveTo>
                      <a:pt x="1020903" y="18758"/>
                    </a:moveTo>
                    <a:lnTo>
                      <a:pt x="1101051" y="0"/>
                    </a:lnTo>
                    <a:lnTo>
                      <a:pt x="1099914" y="76170"/>
                    </a:lnTo>
                    <a:lnTo>
                      <a:pt x="1090820" y="543420"/>
                    </a:lnTo>
                    <a:lnTo>
                      <a:pt x="806604" y="610495"/>
                    </a:lnTo>
                    <a:lnTo>
                      <a:pt x="675865" y="641190"/>
                    </a:lnTo>
                    <a:lnTo>
                      <a:pt x="0" y="800351"/>
                    </a:lnTo>
                    <a:lnTo>
                      <a:pt x="1706" y="731571"/>
                    </a:lnTo>
                    <a:lnTo>
                      <a:pt x="2274" y="687802"/>
                    </a:lnTo>
                    <a:lnTo>
                      <a:pt x="587190" y="550810"/>
                    </a:lnTo>
                    <a:lnTo>
                      <a:pt x="717929" y="519546"/>
                    </a:lnTo>
                    <a:lnTo>
                      <a:pt x="969744" y="460429"/>
                    </a:lnTo>
                    <a:lnTo>
                      <a:pt x="978839" y="28990"/>
                    </a:lnTo>
                    <a:close/>
                  </a:path>
                </a:pathLst>
              </a:custGeom>
              <a:solidFill>
                <a:srgbClr val="FBB03B"/>
              </a:solidFill>
              <a:ln w="5679" cap="flat">
                <a:noFill/>
                <a:prstDash val="solid"/>
                <a:miter/>
              </a:ln>
            </p:spPr>
            <p:txBody>
              <a:bodyPr rtlCol="0" anchor="ctr"/>
              <a:lstStyle/>
              <a:p>
                <a:endParaRPr lang="zh-CN" altLang="en-US"/>
              </a:p>
            </p:txBody>
          </p:sp>
        </p:grpSp>
        <p:grpSp>
          <p:nvGrpSpPr>
            <p:cNvPr id="415" name="图形 826"/>
            <p:cNvGrpSpPr/>
            <p:nvPr/>
          </p:nvGrpSpPr>
          <p:grpSpPr>
            <a:xfrm>
              <a:off x="3118008" y="1213732"/>
              <a:ext cx="1096758" cy="1726709"/>
              <a:chOff x="6064328" y="762068"/>
              <a:chExt cx="1570539" cy="2472678"/>
            </a:xfrm>
            <a:solidFill>
              <a:srgbClr val="2346F5">
                <a:lumMod val="20000"/>
                <a:lumOff val="80000"/>
              </a:srgbClr>
            </a:solidFill>
          </p:grpSpPr>
          <p:sp>
            <p:nvSpPr>
              <p:cNvPr id="416" name="任意多边形: 形状 296"/>
              <p:cNvSpPr/>
              <p:nvPr>
                <p:custDataLst>
                  <p:tags r:id="rId60"/>
                </p:custDataLst>
              </p:nvPr>
            </p:nvSpPr>
            <p:spPr>
              <a:xfrm>
                <a:off x="6093318" y="1000241"/>
                <a:ext cx="743547" cy="729867"/>
              </a:xfrm>
              <a:custGeom>
                <a:avLst/>
                <a:gdLst>
                  <a:gd name="connsiteX0" fmla="*/ 543989 w 743564"/>
                  <a:gd name="connsiteY0" fmla="*/ 558768 h 729865"/>
                  <a:gd name="connsiteX1" fmla="*/ 569000 w 743564"/>
                  <a:gd name="connsiteY1" fmla="*/ 525799 h 729865"/>
                  <a:gd name="connsiteX2" fmla="*/ 743508 w 743564"/>
                  <a:gd name="connsiteY2" fmla="*/ 150066 h 729865"/>
                  <a:gd name="connsiteX3" fmla="*/ 696328 w 743564"/>
                  <a:gd name="connsiteY3" fmla="*/ 21032 h 729865"/>
                  <a:gd name="connsiteX4" fmla="*/ 694055 w 743564"/>
                  <a:gd name="connsiteY4" fmla="*/ 19895 h 729865"/>
                  <a:gd name="connsiteX5" fmla="*/ 678707 w 743564"/>
                  <a:gd name="connsiteY5" fmla="*/ 11369 h 729865"/>
                  <a:gd name="connsiteX6" fmla="*/ 661085 w 743564"/>
                  <a:gd name="connsiteY6" fmla="*/ 5116 h 729865"/>
                  <a:gd name="connsiteX7" fmla="*/ 660517 w 743564"/>
                  <a:gd name="connsiteY7" fmla="*/ 5116 h 729865"/>
                  <a:gd name="connsiteX8" fmla="*/ 640622 w 743564"/>
                  <a:gd name="connsiteY8" fmla="*/ 1137 h 729865"/>
                  <a:gd name="connsiteX9" fmla="*/ 618453 w 743564"/>
                  <a:gd name="connsiteY9" fmla="*/ 0 h 729865"/>
                  <a:gd name="connsiteX10" fmla="*/ 584347 w 743564"/>
                  <a:gd name="connsiteY10" fmla="*/ 2274 h 729865"/>
                  <a:gd name="connsiteX11" fmla="*/ 546831 w 743564"/>
                  <a:gd name="connsiteY11" fmla="*/ 9095 h 729865"/>
                  <a:gd name="connsiteX12" fmla="*/ 524094 w 743564"/>
                  <a:gd name="connsiteY12" fmla="*/ 15348 h 729865"/>
                  <a:gd name="connsiteX13" fmla="*/ 503062 w 743564"/>
                  <a:gd name="connsiteY13" fmla="*/ 22169 h 729865"/>
                  <a:gd name="connsiteX14" fmla="*/ 490556 w 743564"/>
                  <a:gd name="connsiteY14" fmla="*/ 27853 h 729865"/>
                  <a:gd name="connsiteX15" fmla="*/ 480324 w 743564"/>
                  <a:gd name="connsiteY15" fmla="*/ 31832 h 729865"/>
                  <a:gd name="connsiteX16" fmla="*/ 470093 w 743564"/>
                  <a:gd name="connsiteY16" fmla="*/ 36380 h 729865"/>
                  <a:gd name="connsiteX17" fmla="*/ 464408 w 743564"/>
                  <a:gd name="connsiteY17" fmla="*/ 39790 h 729865"/>
                  <a:gd name="connsiteX18" fmla="*/ 457019 w 743564"/>
                  <a:gd name="connsiteY18" fmla="*/ 44338 h 729865"/>
                  <a:gd name="connsiteX19" fmla="*/ 446218 w 743564"/>
                  <a:gd name="connsiteY19" fmla="*/ 50022 h 729865"/>
                  <a:gd name="connsiteX20" fmla="*/ 423481 w 743564"/>
                  <a:gd name="connsiteY20" fmla="*/ 66506 h 729865"/>
                  <a:gd name="connsiteX21" fmla="*/ 417797 w 743564"/>
                  <a:gd name="connsiteY21" fmla="*/ 70485 h 729865"/>
                  <a:gd name="connsiteX22" fmla="*/ 414955 w 743564"/>
                  <a:gd name="connsiteY22" fmla="*/ 73328 h 729865"/>
                  <a:gd name="connsiteX23" fmla="*/ 408134 w 743564"/>
                  <a:gd name="connsiteY23" fmla="*/ 80149 h 729865"/>
                  <a:gd name="connsiteX24" fmla="*/ 387102 w 743564"/>
                  <a:gd name="connsiteY24" fmla="*/ 105160 h 729865"/>
                  <a:gd name="connsiteX25" fmla="*/ 384828 w 743564"/>
                  <a:gd name="connsiteY25" fmla="*/ 108570 h 729865"/>
                  <a:gd name="connsiteX26" fmla="*/ 378007 w 743564"/>
                  <a:gd name="connsiteY26" fmla="*/ 119371 h 729865"/>
                  <a:gd name="connsiteX27" fmla="*/ 370049 w 743564"/>
                  <a:gd name="connsiteY27" fmla="*/ 134150 h 729865"/>
                  <a:gd name="connsiteX28" fmla="*/ 366070 w 743564"/>
                  <a:gd name="connsiteY28" fmla="*/ 144382 h 729865"/>
                  <a:gd name="connsiteX29" fmla="*/ 359249 w 743564"/>
                  <a:gd name="connsiteY29" fmla="*/ 163708 h 729865"/>
                  <a:gd name="connsiteX30" fmla="*/ 353564 w 743564"/>
                  <a:gd name="connsiteY30" fmla="*/ 185309 h 729865"/>
                  <a:gd name="connsiteX31" fmla="*/ 352996 w 743564"/>
                  <a:gd name="connsiteY31" fmla="*/ 189288 h 729865"/>
                  <a:gd name="connsiteX32" fmla="*/ 350722 w 743564"/>
                  <a:gd name="connsiteY32" fmla="*/ 202930 h 729865"/>
                  <a:gd name="connsiteX33" fmla="*/ 348448 w 743564"/>
                  <a:gd name="connsiteY33" fmla="*/ 222257 h 729865"/>
                  <a:gd name="connsiteX34" fmla="*/ 347312 w 743564"/>
                  <a:gd name="connsiteY34" fmla="*/ 242152 h 729865"/>
                  <a:gd name="connsiteX35" fmla="*/ 345038 w 743564"/>
                  <a:gd name="connsiteY35" fmla="*/ 372322 h 729865"/>
                  <a:gd name="connsiteX36" fmla="*/ 0 w 743564"/>
                  <a:gd name="connsiteY36" fmla="*/ 453040 h 729865"/>
                  <a:gd name="connsiteX37" fmla="*/ 409270 w 743564"/>
                  <a:gd name="connsiteY37" fmla="*/ 729866 h 729865"/>
                  <a:gd name="connsiteX38" fmla="*/ 543989 w 743564"/>
                  <a:gd name="connsiteY38" fmla="*/ 558768 h 729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43564" h="729865">
                    <a:moveTo>
                      <a:pt x="543989" y="558768"/>
                    </a:moveTo>
                    <a:cubicBezTo>
                      <a:pt x="552515" y="547399"/>
                      <a:pt x="560473" y="536599"/>
                      <a:pt x="569000" y="525799"/>
                    </a:cubicBezTo>
                    <a:cubicBezTo>
                      <a:pt x="683254" y="370617"/>
                      <a:pt x="741803" y="245562"/>
                      <a:pt x="743508" y="150066"/>
                    </a:cubicBezTo>
                    <a:cubicBezTo>
                      <a:pt x="744645" y="87538"/>
                      <a:pt x="728729" y="44338"/>
                      <a:pt x="696328" y="21032"/>
                    </a:cubicBezTo>
                    <a:cubicBezTo>
                      <a:pt x="695760" y="20464"/>
                      <a:pt x="694623" y="20464"/>
                      <a:pt x="694055" y="19895"/>
                    </a:cubicBezTo>
                    <a:cubicBezTo>
                      <a:pt x="688939" y="16484"/>
                      <a:pt x="683823" y="13642"/>
                      <a:pt x="678707" y="11369"/>
                    </a:cubicBezTo>
                    <a:cubicBezTo>
                      <a:pt x="673023" y="9095"/>
                      <a:pt x="667338" y="6821"/>
                      <a:pt x="661085" y="5116"/>
                    </a:cubicBezTo>
                    <a:cubicBezTo>
                      <a:pt x="661085" y="5116"/>
                      <a:pt x="661085" y="5116"/>
                      <a:pt x="660517" y="5116"/>
                    </a:cubicBezTo>
                    <a:cubicBezTo>
                      <a:pt x="654833" y="3411"/>
                      <a:pt x="648012" y="2274"/>
                      <a:pt x="640622" y="1137"/>
                    </a:cubicBezTo>
                    <a:cubicBezTo>
                      <a:pt x="633232" y="568"/>
                      <a:pt x="625843" y="0"/>
                      <a:pt x="618453" y="0"/>
                    </a:cubicBezTo>
                    <a:cubicBezTo>
                      <a:pt x="607653" y="0"/>
                      <a:pt x="596284" y="568"/>
                      <a:pt x="584347" y="2274"/>
                    </a:cubicBezTo>
                    <a:cubicBezTo>
                      <a:pt x="572410" y="3979"/>
                      <a:pt x="559905" y="6253"/>
                      <a:pt x="546831" y="9095"/>
                    </a:cubicBezTo>
                    <a:cubicBezTo>
                      <a:pt x="538873" y="10800"/>
                      <a:pt x="531483" y="13074"/>
                      <a:pt x="524094" y="15348"/>
                    </a:cubicBezTo>
                    <a:cubicBezTo>
                      <a:pt x="516704" y="17621"/>
                      <a:pt x="509883" y="19327"/>
                      <a:pt x="503062" y="22169"/>
                    </a:cubicBezTo>
                    <a:cubicBezTo>
                      <a:pt x="498514" y="23874"/>
                      <a:pt x="494535" y="26148"/>
                      <a:pt x="490556" y="27853"/>
                    </a:cubicBezTo>
                    <a:cubicBezTo>
                      <a:pt x="486577" y="29558"/>
                      <a:pt x="483166" y="30695"/>
                      <a:pt x="480324" y="31832"/>
                    </a:cubicBezTo>
                    <a:cubicBezTo>
                      <a:pt x="476345" y="32969"/>
                      <a:pt x="472935" y="34674"/>
                      <a:pt x="470093" y="36380"/>
                    </a:cubicBezTo>
                    <a:cubicBezTo>
                      <a:pt x="467819" y="36948"/>
                      <a:pt x="466114" y="38653"/>
                      <a:pt x="464408" y="39790"/>
                    </a:cubicBezTo>
                    <a:cubicBezTo>
                      <a:pt x="462134" y="40927"/>
                      <a:pt x="459292" y="42632"/>
                      <a:pt x="457019" y="44338"/>
                    </a:cubicBezTo>
                    <a:cubicBezTo>
                      <a:pt x="453040" y="46043"/>
                      <a:pt x="449629" y="48317"/>
                      <a:pt x="446218" y="50022"/>
                    </a:cubicBezTo>
                    <a:cubicBezTo>
                      <a:pt x="438261" y="55138"/>
                      <a:pt x="430871" y="60254"/>
                      <a:pt x="423481" y="66506"/>
                    </a:cubicBezTo>
                    <a:cubicBezTo>
                      <a:pt x="421776" y="67643"/>
                      <a:pt x="419502" y="69349"/>
                      <a:pt x="417797" y="70485"/>
                    </a:cubicBezTo>
                    <a:cubicBezTo>
                      <a:pt x="417229" y="71054"/>
                      <a:pt x="415523" y="72759"/>
                      <a:pt x="414955" y="73328"/>
                    </a:cubicBezTo>
                    <a:cubicBezTo>
                      <a:pt x="412681" y="75601"/>
                      <a:pt x="410407" y="77875"/>
                      <a:pt x="408134" y="80149"/>
                    </a:cubicBezTo>
                    <a:cubicBezTo>
                      <a:pt x="400176" y="88107"/>
                      <a:pt x="393354" y="96633"/>
                      <a:pt x="387102" y="105160"/>
                    </a:cubicBezTo>
                    <a:cubicBezTo>
                      <a:pt x="386533" y="106297"/>
                      <a:pt x="385396" y="107434"/>
                      <a:pt x="384828" y="108570"/>
                    </a:cubicBezTo>
                    <a:cubicBezTo>
                      <a:pt x="382554" y="112549"/>
                      <a:pt x="380281" y="115960"/>
                      <a:pt x="378007" y="119371"/>
                    </a:cubicBezTo>
                    <a:cubicBezTo>
                      <a:pt x="375733" y="123918"/>
                      <a:pt x="372322" y="129034"/>
                      <a:pt x="370049" y="134150"/>
                    </a:cubicBezTo>
                    <a:cubicBezTo>
                      <a:pt x="368912" y="137560"/>
                      <a:pt x="367207" y="140971"/>
                      <a:pt x="366070" y="144382"/>
                    </a:cubicBezTo>
                    <a:cubicBezTo>
                      <a:pt x="363796" y="150634"/>
                      <a:pt x="360954" y="156887"/>
                      <a:pt x="359249" y="163708"/>
                    </a:cubicBezTo>
                    <a:cubicBezTo>
                      <a:pt x="356975" y="171098"/>
                      <a:pt x="355269" y="177919"/>
                      <a:pt x="353564" y="185309"/>
                    </a:cubicBezTo>
                    <a:cubicBezTo>
                      <a:pt x="352996" y="186445"/>
                      <a:pt x="352996" y="187582"/>
                      <a:pt x="352996" y="189288"/>
                    </a:cubicBezTo>
                    <a:cubicBezTo>
                      <a:pt x="352427" y="193267"/>
                      <a:pt x="351290" y="197814"/>
                      <a:pt x="350722" y="202930"/>
                    </a:cubicBezTo>
                    <a:cubicBezTo>
                      <a:pt x="349585" y="209183"/>
                      <a:pt x="349017" y="215435"/>
                      <a:pt x="348448" y="222257"/>
                    </a:cubicBezTo>
                    <a:cubicBezTo>
                      <a:pt x="347880" y="229078"/>
                      <a:pt x="347312" y="235899"/>
                      <a:pt x="347312" y="242152"/>
                    </a:cubicBezTo>
                    <a:lnTo>
                      <a:pt x="345038" y="372322"/>
                    </a:lnTo>
                    <a:lnTo>
                      <a:pt x="0" y="453040"/>
                    </a:lnTo>
                    <a:lnTo>
                      <a:pt x="409270" y="729866"/>
                    </a:lnTo>
                    <a:cubicBezTo>
                      <a:pt x="453040" y="674159"/>
                      <a:pt x="498514" y="616748"/>
                      <a:pt x="543989" y="558768"/>
                    </a:cubicBezTo>
                    <a:close/>
                  </a:path>
                </a:pathLst>
              </a:custGeom>
              <a:grpFill/>
              <a:ln w="5679" cap="flat">
                <a:noFill/>
                <a:prstDash val="solid"/>
                <a:miter/>
              </a:ln>
            </p:spPr>
            <p:txBody>
              <a:bodyPr rtlCol="0" anchor="ctr"/>
              <a:lstStyle/>
              <a:p>
                <a:endParaRPr lang="zh-CN" altLang="en-US"/>
              </a:p>
            </p:txBody>
          </p:sp>
          <p:sp>
            <p:nvSpPr>
              <p:cNvPr id="417" name="任意多边形: 形状 297"/>
              <p:cNvSpPr/>
              <p:nvPr>
                <p:custDataLst>
                  <p:tags r:id="rId61"/>
                </p:custDataLst>
              </p:nvPr>
            </p:nvSpPr>
            <p:spPr>
              <a:xfrm>
                <a:off x="6064328" y="762068"/>
                <a:ext cx="1570539" cy="2472678"/>
              </a:xfrm>
              <a:custGeom>
                <a:avLst/>
                <a:gdLst>
                  <a:gd name="connsiteX0" fmla="*/ 1569438 w 1570575"/>
                  <a:gd name="connsiteY0" fmla="*/ 562178 h 2472675"/>
                  <a:gd name="connsiteX1" fmla="*/ 1568870 w 1570575"/>
                  <a:gd name="connsiteY1" fmla="*/ 549673 h 2472675"/>
                  <a:gd name="connsiteX2" fmla="*/ 1567165 w 1570575"/>
                  <a:gd name="connsiteY2" fmla="*/ 531483 h 2472675"/>
                  <a:gd name="connsiteX3" fmla="*/ 1565459 w 1570575"/>
                  <a:gd name="connsiteY3" fmla="*/ 520683 h 2472675"/>
                  <a:gd name="connsiteX4" fmla="*/ 1561480 w 1570575"/>
                  <a:gd name="connsiteY4" fmla="*/ 499083 h 2472675"/>
                  <a:gd name="connsiteX5" fmla="*/ 1556364 w 1570575"/>
                  <a:gd name="connsiteY5" fmla="*/ 475777 h 2472675"/>
                  <a:gd name="connsiteX6" fmla="*/ 1550680 w 1570575"/>
                  <a:gd name="connsiteY6" fmla="*/ 455882 h 2472675"/>
                  <a:gd name="connsiteX7" fmla="*/ 1547838 w 1570575"/>
                  <a:gd name="connsiteY7" fmla="*/ 445650 h 2472675"/>
                  <a:gd name="connsiteX8" fmla="*/ 1543291 w 1570575"/>
                  <a:gd name="connsiteY8" fmla="*/ 434850 h 2472675"/>
                  <a:gd name="connsiteX9" fmla="*/ 1535901 w 1570575"/>
                  <a:gd name="connsiteY9" fmla="*/ 418365 h 2472675"/>
                  <a:gd name="connsiteX10" fmla="*/ 1532490 w 1570575"/>
                  <a:gd name="connsiteY10" fmla="*/ 409839 h 2472675"/>
                  <a:gd name="connsiteX11" fmla="*/ 1523964 w 1570575"/>
                  <a:gd name="connsiteY11" fmla="*/ 394491 h 2472675"/>
                  <a:gd name="connsiteX12" fmla="*/ 1519985 w 1570575"/>
                  <a:gd name="connsiteY12" fmla="*/ 387102 h 2472675"/>
                  <a:gd name="connsiteX13" fmla="*/ 1518280 w 1570575"/>
                  <a:gd name="connsiteY13" fmla="*/ 384259 h 2472675"/>
                  <a:gd name="connsiteX14" fmla="*/ 1504069 w 1570575"/>
                  <a:gd name="connsiteY14" fmla="*/ 363228 h 2472675"/>
                  <a:gd name="connsiteX15" fmla="*/ 1500090 w 1570575"/>
                  <a:gd name="connsiteY15" fmla="*/ 358680 h 2472675"/>
                  <a:gd name="connsiteX16" fmla="*/ 1496111 w 1570575"/>
                  <a:gd name="connsiteY16" fmla="*/ 353564 h 2472675"/>
                  <a:gd name="connsiteX17" fmla="*/ 1489290 w 1570575"/>
                  <a:gd name="connsiteY17" fmla="*/ 345606 h 2472675"/>
                  <a:gd name="connsiteX18" fmla="*/ 1473942 w 1570575"/>
                  <a:gd name="connsiteY18" fmla="*/ 329690 h 2472675"/>
                  <a:gd name="connsiteX19" fmla="*/ 1472237 w 1570575"/>
                  <a:gd name="connsiteY19" fmla="*/ 328553 h 2472675"/>
                  <a:gd name="connsiteX20" fmla="*/ 1469963 w 1570575"/>
                  <a:gd name="connsiteY20" fmla="*/ 326280 h 2472675"/>
                  <a:gd name="connsiteX21" fmla="*/ 1456321 w 1570575"/>
                  <a:gd name="connsiteY21" fmla="*/ 314911 h 2472675"/>
                  <a:gd name="connsiteX22" fmla="*/ 1440404 w 1570575"/>
                  <a:gd name="connsiteY22" fmla="*/ 302974 h 2472675"/>
                  <a:gd name="connsiteX23" fmla="*/ 993049 w 1570575"/>
                  <a:gd name="connsiteY23" fmla="*/ 0 h 2472675"/>
                  <a:gd name="connsiteX24" fmla="*/ 1046482 w 1570575"/>
                  <a:gd name="connsiteY24" fmla="*/ 48885 h 2472675"/>
                  <a:gd name="connsiteX25" fmla="*/ 1061261 w 1570575"/>
                  <a:gd name="connsiteY25" fmla="*/ 67643 h 2472675"/>
                  <a:gd name="connsiteX26" fmla="*/ 1072061 w 1570575"/>
                  <a:gd name="connsiteY26" fmla="*/ 84696 h 2472675"/>
                  <a:gd name="connsiteX27" fmla="*/ 1078314 w 1570575"/>
                  <a:gd name="connsiteY27" fmla="*/ 96065 h 2472675"/>
                  <a:gd name="connsiteX28" fmla="*/ 1078314 w 1570575"/>
                  <a:gd name="connsiteY28" fmla="*/ 95496 h 2472675"/>
                  <a:gd name="connsiteX29" fmla="*/ 1092525 w 1570575"/>
                  <a:gd name="connsiteY29" fmla="*/ 126192 h 2472675"/>
                  <a:gd name="connsiteX30" fmla="*/ 1092525 w 1570575"/>
                  <a:gd name="connsiteY30" fmla="*/ 126192 h 2472675"/>
                  <a:gd name="connsiteX31" fmla="*/ 1101620 w 1570575"/>
                  <a:gd name="connsiteY31" fmla="*/ 151771 h 2472675"/>
                  <a:gd name="connsiteX32" fmla="*/ 1107872 w 1570575"/>
                  <a:gd name="connsiteY32" fmla="*/ 175077 h 2472675"/>
                  <a:gd name="connsiteX33" fmla="*/ 1107872 w 1570575"/>
                  <a:gd name="connsiteY33" fmla="*/ 175077 h 2472675"/>
                  <a:gd name="connsiteX34" fmla="*/ 1114693 w 1570575"/>
                  <a:gd name="connsiteY34" fmla="*/ 208614 h 2472675"/>
                  <a:gd name="connsiteX35" fmla="*/ 1114125 w 1570575"/>
                  <a:gd name="connsiteY35" fmla="*/ 204635 h 2472675"/>
                  <a:gd name="connsiteX36" fmla="*/ 1115262 w 1570575"/>
                  <a:gd name="connsiteY36" fmla="*/ 210888 h 2472675"/>
                  <a:gd name="connsiteX37" fmla="*/ 1115262 w 1570575"/>
                  <a:gd name="connsiteY37" fmla="*/ 208614 h 2472675"/>
                  <a:gd name="connsiteX38" fmla="*/ 1119809 w 1570575"/>
                  <a:gd name="connsiteY38" fmla="*/ 244425 h 2472675"/>
                  <a:gd name="connsiteX39" fmla="*/ 1119809 w 1570575"/>
                  <a:gd name="connsiteY39" fmla="*/ 244425 h 2472675"/>
                  <a:gd name="connsiteX40" fmla="*/ 1119809 w 1570575"/>
                  <a:gd name="connsiteY40" fmla="*/ 245562 h 2472675"/>
                  <a:gd name="connsiteX41" fmla="*/ 1119809 w 1570575"/>
                  <a:gd name="connsiteY41" fmla="*/ 246131 h 2472675"/>
                  <a:gd name="connsiteX42" fmla="*/ 1122083 w 1570575"/>
                  <a:gd name="connsiteY42" fmla="*/ 305816 h 2472675"/>
                  <a:gd name="connsiteX43" fmla="*/ 1120946 w 1570575"/>
                  <a:gd name="connsiteY43" fmla="*/ 258068 h 2472675"/>
                  <a:gd name="connsiteX44" fmla="*/ 1120378 w 1570575"/>
                  <a:gd name="connsiteY44" fmla="*/ 246699 h 2472675"/>
                  <a:gd name="connsiteX45" fmla="*/ 1122652 w 1570575"/>
                  <a:gd name="connsiteY45" fmla="*/ 306384 h 2472675"/>
                  <a:gd name="connsiteX46" fmla="*/ 1118672 w 1570575"/>
                  <a:gd name="connsiteY46" fmla="*/ 353564 h 2472675"/>
                  <a:gd name="connsiteX47" fmla="*/ 1115830 w 1570575"/>
                  <a:gd name="connsiteY47" fmla="*/ 369480 h 2472675"/>
                  <a:gd name="connsiteX48" fmla="*/ 1113556 w 1570575"/>
                  <a:gd name="connsiteY48" fmla="*/ 385965 h 2472675"/>
                  <a:gd name="connsiteX49" fmla="*/ 1098777 w 1570575"/>
                  <a:gd name="connsiteY49" fmla="*/ 443945 h 2472675"/>
                  <a:gd name="connsiteX50" fmla="*/ 1093093 w 1570575"/>
                  <a:gd name="connsiteY50" fmla="*/ 462135 h 2472675"/>
                  <a:gd name="connsiteX51" fmla="*/ 1085704 w 1570575"/>
                  <a:gd name="connsiteY51" fmla="*/ 483735 h 2472675"/>
                  <a:gd name="connsiteX52" fmla="*/ 1077177 w 1570575"/>
                  <a:gd name="connsiteY52" fmla="*/ 505904 h 2472675"/>
                  <a:gd name="connsiteX53" fmla="*/ 1060692 w 1570575"/>
                  <a:gd name="connsiteY53" fmla="*/ 545694 h 2472675"/>
                  <a:gd name="connsiteX54" fmla="*/ 1047619 w 1570575"/>
                  <a:gd name="connsiteY54" fmla="*/ 573547 h 2472675"/>
                  <a:gd name="connsiteX55" fmla="*/ 1040797 w 1570575"/>
                  <a:gd name="connsiteY55" fmla="*/ 587758 h 2472675"/>
                  <a:gd name="connsiteX56" fmla="*/ 1033976 w 1570575"/>
                  <a:gd name="connsiteY56" fmla="*/ 600832 h 2472675"/>
                  <a:gd name="connsiteX57" fmla="*/ 968038 w 1570575"/>
                  <a:gd name="connsiteY57" fmla="*/ 716792 h 2472675"/>
                  <a:gd name="connsiteX58" fmla="*/ 966333 w 1570575"/>
                  <a:gd name="connsiteY58" fmla="*/ 719634 h 2472675"/>
                  <a:gd name="connsiteX59" fmla="*/ 964059 w 1570575"/>
                  <a:gd name="connsiteY59" fmla="*/ 723044 h 2472675"/>
                  <a:gd name="connsiteX60" fmla="*/ 921995 w 1570575"/>
                  <a:gd name="connsiteY60" fmla="*/ 787277 h 2472675"/>
                  <a:gd name="connsiteX61" fmla="*/ 824225 w 1570575"/>
                  <a:gd name="connsiteY61" fmla="*/ 914606 h 2472675"/>
                  <a:gd name="connsiteX62" fmla="*/ 823657 w 1570575"/>
                  <a:gd name="connsiteY62" fmla="*/ 915174 h 2472675"/>
                  <a:gd name="connsiteX63" fmla="*/ 823088 w 1570575"/>
                  <a:gd name="connsiteY63" fmla="*/ 915743 h 2472675"/>
                  <a:gd name="connsiteX64" fmla="*/ 727592 w 1570575"/>
                  <a:gd name="connsiteY64" fmla="*/ 1040229 h 2472675"/>
                  <a:gd name="connsiteX65" fmla="*/ 558199 w 1570575"/>
                  <a:gd name="connsiteY65" fmla="*/ 1264191 h 2472675"/>
                  <a:gd name="connsiteX66" fmla="*/ 531483 w 1570575"/>
                  <a:gd name="connsiteY66" fmla="*/ 1301707 h 2472675"/>
                  <a:gd name="connsiteX67" fmla="*/ 425186 w 1570575"/>
                  <a:gd name="connsiteY67" fmla="*/ 1473374 h 2472675"/>
                  <a:gd name="connsiteX68" fmla="*/ 417228 w 1570575"/>
                  <a:gd name="connsiteY68" fmla="*/ 1488721 h 2472675"/>
                  <a:gd name="connsiteX69" fmla="*/ 416092 w 1570575"/>
                  <a:gd name="connsiteY69" fmla="*/ 1490995 h 2472675"/>
                  <a:gd name="connsiteX70" fmla="*/ 413818 w 1570575"/>
                  <a:gd name="connsiteY70" fmla="*/ 1495542 h 2472675"/>
                  <a:gd name="connsiteX71" fmla="*/ 401881 w 1570575"/>
                  <a:gd name="connsiteY71" fmla="*/ 1521122 h 2472675"/>
                  <a:gd name="connsiteX72" fmla="*/ 393354 w 1570575"/>
                  <a:gd name="connsiteY72" fmla="*/ 1540449 h 2472675"/>
                  <a:gd name="connsiteX73" fmla="*/ 391081 w 1570575"/>
                  <a:gd name="connsiteY73" fmla="*/ 1546701 h 2472675"/>
                  <a:gd name="connsiteX74" fmla="*/ 383691 w 1570575"/>
                  <a:gd name="connsiteY74" fmla="*/ 1566596 h 2472675"/>
                  <a:gd name="connsiteX75" fmla="*/ 376870 w 1570575"/>
                  <a:gd name="connsiteY75" fmla="*/ 1584786 h 2472675"/>
                  <a:gd name="connsiteX76" fmla="*/ 374596 w 1570575"/>
                  <a:gd name="connsiteY76" fmla="*/ 1592176 h 2472675"/>
                  <a:gd name="connsiteX77" fmla="*/ 368912 w 1570575"/>
                  <a:gd name="connsiteY77" fmla="*/ 1612071 h 2472675"/>
                  <a:gd name="connsiteX78" fmla="*/ 363227 w 1570575"/>
                  <a:gd name="connsiteY78" fmla="*/ 1637082 h 2472675"/>
                  <a:gd name="connsiteX79" fmla="*/ 361522 w 1570575"/>
                  <a:gd name="connsiteY79" fmla="*/ 1646745 h 2472675"/>
                  <a:gd name="connsiteX80" fmla="*/ 359249 w 1570575"/>
                  <a:gd name="connsiteY80" fmla="*/ 1662093 h 2472675"/>
                  <a:gd name="connsiteX81" fmla="*/ 358112 w 1570575"/>
                  <a:gd name="connsiteY81" fmla="*/ 1681419 h 2472675"/>
                  <a:gd name="connsiteX82" fmla="*/ 355838 w 1570575"/>
                  <a:gd name="connsiteY82" fmla="*/ 1792263 h 2472675"/>
                  <a:gd name="connsiteX83" fmla="*/ 748624 w 1570575"/>
                  <a:gd name="connsiteY83" fmla="*/ 1700178 h 2472675"/>
                  <a:gd name="connsiteX84" fmla="*/ 753740 w 1570575"/>
                  <a:gd name="connsiteY84" fmla="*/ 1451773 h 2472675"/>
                  <a:gd name="connsiteX85" fmla="*/ 1102188 w 1570575"/>
                  <a:gd name="connsiteY85" fmla="*/ 1369351 h 2472675"/>
                  <a:gd name="connsiteX86" fmla="*/ 1101051 w 1570575"/>
                  <a:gd name="connsiteY86" fmla="*/ 1444952 h 2472675"/>
                  <a:gd name="connsiteX87" fmla="*/ 1091956 w 1570575"/>
                  <a:gd name="connsiteY87" fmla="*/ 1912771 h 2472675"/>
                  <a:gd name="connsiteX88" fmla="*/ 0 w 1570575"/>
                  <a:gd name="connsiteY88" fmla="*/ 2168565 h 2472675"/>
                  <a:gd name="connsiteX89" fmla="*/ 449061 w 1570575"/>
                  <a:gd name="connsiteY89" fmla="*/ 2472676 h 2472675"/>
                  <a:gd name="connsiteX90" fmla="*/ 1539880 w 1570575"/>
                  <a:gd name="connsiteY90" fmla="*/ 2216313 h 2472675"/>
                  <a:gd name="connsiteX91" fmla="*/ 1539880 w 1570575"/>
                  <a:gd name="connsiteY91" fmla="*/ 2216313 h 2472675"/>
                  <a:gd name="connsiteX92" fmla="*/ 1550112 w 1570575"/>
                  <a:gd name="connsiteY92" fmla="*/ 1673461 h 2472675"/>
                  <a:gd name="connsiteX93" fmla="*/ 1137999 w 1570575"/>
                  <a:gd name="connsiteY93" fmla="*/ 1393793 h 2472675"/>
                  <a:gd name="connsiteX94" fmla="*/ 1183474 w 1570575"/>
                  <a:gd name="connsiteY94" fmla="*/ 1334108 h 2472675"/>
                  <a:gd name="connsiteX95" fmla="*/ 1369919 w 1570575"/>
                  <a:gd name="connsiteY95" fmla="*/ 1091388 h 2472675"/>
                  <a:gd name="connsiteX96" fmla="*/ 1385267 w 1570575"/>
                  <a:gd name="connsiteY96" fmla="*/ 1068651 h 2472675"/>
                  <a:gd name="connsiteX97" fmla="*/ 1414825 w 1570575"/>
                  <a:gd name="connsiteY97" fmla="*/ 1023176 h 2472675"/>
                  <a:gd name="connsiteX98" fmla="*/ 1416531 w 1570575"/>
                  <a:gd name="connsiteY98" fmla="*/ 1020334 h 2472675"/>
                  <a:gd name="connsiteX99" fmla="*/ 1446089 w 1570575"/>
                  <a:gd name="connsiteY99" fmla="*/ 972017 h 2472675"/>
                  <a:gd name="connsiteX100" fmla="*/ 1450068 w 1570575"/>
                  <a:gd name="connsiteY100" fmla="*/ 964059 h 2472675"/>
                  <a:gd name="connsiteX101" fmla="*/ 1483037 w 1570575"/>
                  <a:gd name="connsiteY101" fmla="*/ 904374 h 2472675"/>
                  <a:gd name="connsiteX102" fmla="*/ 1488721 w 1570575"/>
                  <a:gd name="connsiteY102" fmla="*/ 893005 h 2472675"/>
                  <a:gd name="connsiteX103" fmla="*/ 1489290 w 1570575"/>
                  <a:gd name="connsiteY103" fmla="*/ 891300 h 2472675"/>
                  <a:gd name="connsiteX104" fmla="*/ 1519416 w 1570575"/>
                  <a:gd name="connsiteY104" fmla="*/ 825931 h 2472675"/>
                  <a:gd name="connsiteX105" fmla="*/ 1519985 w 1570575"/>
                  <a:gd name="connsiteY105" fmla="*/ 824794 h 2472675"/>
                  <a:gd name="connsiteX106" fmla="*/ 1525669 w 1570575"/>
                  <a:gd name="connsiteY106" fmla="*/ 809446 h 2472675"/>
                  <a:gd name="connsiteX107" fmla="*/ 1541585 w 1570575"/>
                  <a:gd name="connsiteY107" fmla="*/ 765677 h 2472675"/>
                  <a:gd name="connsiteX108" fmla="*/ 1542722 w 1570575"/>
                  <a:gd name="connsiteY108" fmla="*/ 762266 h 2472675"/>
                  <a:gd name="connsiteX109" fmla="*/ 1546701 w 1570575"/>
                  <a:gd name="connsiteY109" fmla="*/ 746919 h 2472675"/>
                  <a:gd name="connsiteX110" fmla="*/ 1558070 w 1570575"/>
                  <a:gd name="connsiteY110" fmla="*/ 705423 h 2472675"/>
                  <a:gd name="connsiteX111" fmla="*/ 1559775 w 1570575"/>
                  <a:gd name="connsiteY111" fmla="*/ 698602 h 2472675"/>
                  <a:gd name="connsiteX112" fmla="*/ 1563754 w 1570575"/>
                  <a:gd name="connsiteY112" fmla="*/ 672454 h 2472675"/>
                  <a:gd name="connsiteX113" fmla="*/ 1566596 w 1570575"/>
                  <a:gd name="connsiteY113" fmla="*/ 656538 h 2472675"/>
                  <a:gd name="connsiteX114" fmla="*/ 1570575 w 1570575"/>
                  <a:gd name="connsiteY114" fmla="*/ 609358 h 2472675"/>
                  <a:gd name="connsiteX115" fmla="*/ 1570575 w 1570575"/>
                  <a:gd name="connsiteY115" fmla="*/ 607085 h 2472675"/>
                  <a:gd name="connsiteX116" fmla="*/ 1569438 w 1570575"/>
                  <a:gd name="connsiteY116" fmla="*/ 562178 h 247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570575" h="2472675">
                    <a:moveTo>
                      <a:pt x="1569438" y="562178"/>
                    </a:moveTo>
                    <a:cubicBezTo>
                      <a:pt x="1569438" y="558199"/>
                      <a:pt x="1568870" y="553652"/>
                      <a:pt x="1568870" y="549673"/>
                    </a:cubicBezTo>
                    <a:cubicBezTo>
                      <a:pt x="1568301" y="543420"/>
                      <a:pt x="1568301" y="537167"/>
                      <a:pt x="1567165" y="531483"/>
                    </a:cubicBezTo>
                    <a:cubicBezTo>
                      <a:pt x="1566596" y="527504"/>
                      <a:pt x="1566028" y="524094"/>
                      <a:pt x="1565459" y="520683"/>
                    </a:cubicBezTo>
                    <a:cubicBezTo>
                      <a:pt x="1564323" y="513293"/>
                      <a:pt x="1563186" y="505904"/>
                      <a:pt x="1561480" y="499083"/>
                    </a:cubicBezTo>
                    <a:cubicBezTo>
                      <a:pt x="1560344" y="491125"/>
                      <a:pt x="1558638" y="483735"/>
                      <a:pt x="1556364" y="475777"/>
                    </a:cubicBezTo>
                    <a:cubicBezTo>
                      <a:pt x="1554659" y="468956"/>
                      <a:pt x="1552954" y="462135"/>
                      <a:pt x="1550680" y="455882"/>
                    </a:cubicBezTo>
                    <a:cubicBezTo>
                      <a:pt x="1549543" y="452471"/>
                      <a:pt x="1548975" y="448492"/>
                      <a:pt x="1547838" y="445650"/>
                    </a:cubicBezTo>
                    <a:cubicBezTo>
                      <a:pt x="1546701" y="441671"/>
                      <a:pt x="1544428" y="438260"/>
                      <a:pt x="1543291" y="434850"/>
                    </a:cubicBezTo>
                    <a:cubicBezTo>
                      <a:pt x="1541017" y="429166"/>
                      <a:pt x="1538743" y="423481"/>
                      <a:pt x="1535901" y="418365"/>
                    </a:cubicBezTo>
                    <a:cubicBezTo>
                      <a:pt x="1534764" y="415523"/>
                      <a:pt x="1533627" y="412681"/>
                      <a:pt x="1532490" y="409839"/>
                    </a:cubicBezTo>
                    <a:cubicBezTo>
                      <a:pt x="1530217" y="404155"/>
                      <a:pt x="1526806" y="399607"/>
                      <a:pt x="1523964" y="394491"/>
                    </a:cubicBezTo>
                    <a:cubicBezTo>
                      <a:pt x="1522827" y="392218"/>
                      <a:pt x="1521690" y="389375"/>
                      <a:pt x="1519985" y="387102"/>
                    </a:cubicBezTo>
                    <a:cubicBezTo>
                      <a:pt x="1519416" y="386533"/>
                      <a:pt x="1518848" y="384828"/>
                      <a:pt x="1518280" y="384259"/>
                    </a:cubicBezTo>
                    <a:cubicBezTo>
                      <a:pt x="1513732" y="376870"/>
                      <a:pt x="1509185" y="370049"/>
                      <a:pt x="1504069" y="363228"/>
                    </a:cubicBezTo>
                    <a:cubicBezTo>
                      <a:pt x="1502932" y="362091"/>
                      <a:pt x="1501227" y="360385"/>
                      <a:pt x="1500090" y="358680"/>
                    </a:cubicBezTo>
                    <a:cubicBezTo>
                      <a:pt x="1498953" y="356975"/>
                      <a:pt x="1497816" y="355269"/>
                      <a:pt x="1496111" y="353564"/>
                    </a:cubicBezTo>
                    <a:cubicBezTo>
                      <a:pt x="1493837" y="351290"/>
                      <a:pt x="1492132" y="347880"/>
                      <a:pt x="1489290" y="345606"/>
                    </a:cubicBezTo>
                    <a:cubicBezTo>
                      <a:pt x="1484174" y="339922"/>
                      <a:pt x="1479058" y="334806"/>
                      <a:pt x="1473942" y="329690"/>
                    </a:cubicBezTo>
                    <a:cubicBezTo>
                      <a:pt x="1473374" y="329122"/>
                      <a:pt x="1472805" y="329122"/>
                      <a:pt x="1472237" y="328553"/>
                    </a:cubicBezTo>
                    <a:cubicBezTo>
                      <a:pt x="1471668" y="327985"/>
                      <a:pt x="1471100" y="327416"/>
                      <a:pt x="1469963" y="326280"/>
                    </a:cubicBezTo>
                    <a:cubicBezTo>
                      <a:pt x="1465415" y="322300"/>
                      <a:pt x="1461436" y="318321"/>
                      <a:pt x="1456321" y="314911"/>
                    </a:cubicBezTo>
                    <a:cubicBezTo>
                      <a:pt x="1451205" y="310932"/>
                      <a:pt x="1446089" y="306953"/>
                      <a:pt x="1440404" y="302974"/>
                    </a:cubicBezTo>
                    <a:lnTo>
                      <a:pt x="993049" y="0"/>
                    </a:lnTo>
                    <a:cubicBezTo>
                      <a:pt x="1013513" y="14211"/>
                      <a:pt x="1031703" y="30695"/>
                      <a:pt x="1046482" y="48885"/>
                    </a:cubicBezTo>
                    <a:cubicBezTo>
                      <a:pt x="1052166" y="54569"/>
                      <a:pt x="1056713" y="60822"/>
                      <a:pt x="1061261" y="67643"/>
                    </a:cubicBezTo>
                    <a:cubicBezTo>
                      <a:pt x="1065240" y="73328"/>
                      <a:pt x="1069219" y="79012"/>
                      <a:pt x="1072061" y="84696"/>
                    </a:cubicBezTo>
                    <a:cubicBezTo>
                      <a:pt x="1074335" y="88107"/>
                      <a:pt x="1076040" y="92654"/>
                      <a:pt x="1078314" y="96065"/>
                    </a:cubicBezTo>
                    <a:cubicBezTo>
                      <a:pt x="1078314" y="96065"/>
                      <a:pt x="1078314" y="96065"/>
                      <a:pt x="1078314" y="95496"/>
                    </a:cubicBezTo>
                    <a:cubicBezTo>
                      <a:pt x="1083430" y="105160"/>
                      <a:pt x="1088546" y="115392"/>
                      <a:pt x="1092525" y="126192"/>
                    </a:cubicBezTo>
                    <a:cubicBezTo>
                      <a:pt x="1092525" y="126192"/>
                      <a:pt x="1092525" y="126192"/>
                      <a:pt x="1092525" y="126192"/>
                    </a:cubicBezTo>
                    <a:cubicBezTo>
                      <a:pt x="1095935" y="134718"/>
                      <a:pt x="1099346" y="142676"/>
                      <a:pt x="1101620" y="151771"/>
                    </a:cubicBezTo>
                    <a:cubicBezTo>
                      <a:pt x="1103893" y="159161"/>
                      <a:pt x="1106167" y="167119"/>
                      <a:pt x="1107872" y="175077"/>
                    </a:cubicBezTo>
                    <a:cubicBezTo>
                      <a:pt x="1107872" y="175077"/>
                      <a:pt x="1107872" y="175077"/>
                      <a:pt x="1107872" y="175077"/>
                    </a:cubicBezTo>
                    <a:cubicBezTo>
                      <a:pt x="1110714" y="185877"/>
                      <a:pt x="1112988" y="197246"/>
                      <a:pt x="1114693" y="208614"/>
                    </a:cubicBezTo>
                    <a:cubicBezTo>
                      <a:pt x="1114693" y="207477"/>
                      <a:pt x="1114125" y="205772"/>
                      <a:pt x="1114125" y="204635"/>
                    </a:cubicBezTo>
                    <a:cubicBezTo>
                      <a:pt x="1114693" y="206909"/>
                      <a:pt x="1114693" y="209183"/>
                      <a:pt x="1115262" y="210888"/>
                    </a:cubicBezTo>
                    <a:cubicBezTo>
                      <a:pt x="1115262" y="210320"/>
                      <a:pt x="1115262" y="209751"/>
                      <a:pt x="1115262" y="208614"/>
                    </a:cubicBezTo>
                    <a:cubicBezTo>
                      <a:pt x="1116967" y="219983"/>
                      <a:pt x="1118672" y="232488"/>
                      <a:pt x="1119809" y="244425"/>
                    </a:cubicBezTo>
                    <a:cubicBezTo>
                      <a:pt x="1119809" y="244425"/>
                      <a:pt x="1119809" y="244425"/>
                      <a:pt x="1119809" y="244425"/>
                    </a:cubicBezTo>
                    <a:cubicBezTo>
                      <a:pt x="1119809" y="244994"/>
                      <a:pt x="1119809" y="244994"/>
                      <a:pt x="1119809" y="245562"/>
                    </a:cubicBezTo>
                    <a:cubicBezTo>
                      <a:pt x="1119809" y="245562"/>
                      <a:pt x="1119809" y="245562"/>
                      <a:pt x="1119809" y="246131"/>
                    </a:cubicBezTo>
                    <a:cubicBezTo>
                      <a:pt x="1121515" y="265457"/>
                      <a:pt x="1122083" y="284784"/>
                      <a:pt x="1122083" y="305816"/>
                    </a:cubicBezTo>
                    <a:cubicBezTo>
                      <a:pt x="1122083" y="289331"/>
                      <a:pt x="1121515" y="273415"/>
                      <a:pt x="1120946" y="258068"/>
                    </a:cubicBezTo>
                    <a:cubicBezTo>
                      <a:pt x="1120946" y="254089"/>
                      <a:pt x="1120378" y="250110"/>
                      <a:pt x="1120378" y="246699"/>
                    </a:cubicBezTo>
                    <a:cubicBezTo>
                      <a:pt x="1122083" y="266026"/>
                      <a:pt x="1122652" y="285352"/>
                      <a:pt x="1122652" y="306384"/>
                    </a:cubicBezTo>
                    <a:cubicBezTo>
                      <a:pt x="1122083" y="321732"/>
                      <a:pt x="1120946" y="337648"/>
                      <a:pt x="1118672" y="353564"/>
                    </a:cubicBezTo>
                    <a:cubicBezTo>
                      <a:pt x="1118104" y="359248"/>
                      <a:pt x="1116399" y="364364"/>
                      <a:pt x="1115830" y="369480"/>
                    </a:cubicBezTo>
                    <a:cubicBezTo>
                      <a:pt x="1115262" y="375165"/>
                      <a:pt x="1114125" y="380280"/>
                      <a:pt x="1113556" y="385965"/>
                    </a:cubicBezTo>
                    <a:cubicBezTo>
                      <a:pt x="1110146" y="404723"/>
                      <a:pt x="1105030" y="424050"/>
                      <a:pt x="1098777" y="443945"/>
                    </a:cubicBezTo>
                    <a:cubicBezTo>
                      <a:pt x="1097640" y="450197"/>
                      <a:pt x="1095367" y="455882"/>
                      <a:pt x="1093093" y="462135"/>
                    </a:cubicBezTo>
                    <a:cubicBezTo>
                      <a:pt x="1090819" y="469524"/>
                      <a:pt x="1088546" y="476914"/>
                      <a:pt x="1085704" y="483735"/>
                    </a:cubicBezTo>
                    <a:cubicBezTo>
                      <a:pt x="1083430" y="491125"/>
                      <a:pt x="1080019" y="498514"/>
                      <a:pt x="1077177" y="505904"/>
                    </a:cubicBezTo>
                    <a:cubicBezTo>
                      <a:pt x="1072630" y="518978"/>
                      <a:pt x="1066945" y="532052"/>
                      <a:pt x="1060692" y="545694"/>
                    </a:cubicBezTo>
                    <a:cubicBezTo>
                      <a:pt x="1056713" y="554789"/>
                      <a:pt x="1052735" y="563884"/>
                      <a:pt x="1047619" y="573547"/>
                    </a:cubicBezTo>
                    <a:cubicBezTo>
                      <a:pt x="1045345" y="578095"/>
                      <a:pt x="1043639" y="583210"/>
                      <a:pt x="1040797" y="587758"/>
                    </a:cubicBezTo>
                    <a:cubicBezTo>
                      <a:pt x="1038524" y="591737"/>
                      <a:pt x="1036250" y="596284"/>
                      <a:pt x="1033976" y="600832"/>
                    </a:cubicBezTo>
                    <a:cubicBezTo>
                      <a:pt x="1015218" y="637780"/>
                      <a:pt x="993049" y="676433"/>
                      <a:pt x="968038" y="716792"/>
                    </a:cubicBezTo>
                    <a:cubicBezTo>
                      <a:pt x="967470" y="717360"/>
                      <a:pt x="966901" y="719065"/>
                      <a:pt x="966333" y="719634"/>
                    </a:cubicBezTo>
                    <a:cubicBezTo>
                      <a:pt x="965764" y="720771"/>
                      <a:pt x="965196" y="721908"/>
                      <a:pt x="964059" y="723044"/>
                    </a:cubicBezTo>
                    <a:cubicBezTo>
                      <a:pt x="950417" y="744076"/>
                      <a:pt x="936774" y="765108"/>
                      <a:pt x="921995" y="787277"/>
                    </a:cubicBezTo>
                    <a:cubicBezTo>
                      <a:pt x="889026" y="829341"/>
                      <a:pt x="856626" y="871973"/>
                      <a:pt x="824225" y="914606"/>
                    </a:cubicBezTo>
                    <a:cubicBezTo>
                      <a:pt x="823657" y="915174"/>
                      <a:pt x="823657" y="915174"/>
                      <a:pt x="823657" y="915174"/>
                    </a:cubicBezTo>
                    <a:cubicBezTo>
                      <a:pt x="823088" y="915743"/>
                      <a:pt x="823088" y="915743"/>
                      <a:pt x="823088" y="915743"/>
                    </a:cubicBezTo>
                    <a:lnTo>
                      <a:pt x="727592" y="1040229"/>
                    </a:lnTo>
                    <a:cubicBezTo>
                      <a:pt x="670749" y="1114694"/>
                      <a:pt x="614474" y="1189727"/>
                      <a:pt x="558199" y="1264191"/>
                    </a:cubicBezTo>
                    <a:cubicBezTo>
                      <a:pt x="549104" y="1276696"/>
                      <a:pt x="540010" y="1289202"/>
                      <a:pt x="531483" y="1301707"/>
                    </a:cubicBezTo>
                    <a:cubicBezTo>
                      <a:pt x="487714" y="1364235"/>
                      <a:pt x="451903" y="1421078"/>
                      <a:pt x="425186" y="1473374"/>
                    </a:cubicBezTo>
                    <a:cubicBezTo>
                      <a:pt x="422913" y="1478490"/>
                      <a:pt x="419502" y="1483605"/>
                      <a:pt x="417228" y="1488721"/>
                    </a:cubicBezTo>
                    <a:cubicBezTo>
                      <a:pt x="416660" y="1489290"/>
                      <a:pt x="416092" y="1490427"/>
                      <a:pt x="416092" y="1490995"/>
                    </a:cubicBezTo>
                    <a:cubicBezTo>
                      <a:pt x="415523" y="1492700"/>
                      <a:pt x="414955" y="1493837"/>
                      <a:pt x="413818" y="1495542"/>
                    </a:cubicBezTo>
                    <a:cubicBezTo>
                      <a:pt x="409270" y="1504069"/>
                      <a:pt x="405860" y="1512595"/>
                      <a:pt x="401881" y="1521122"/>
                    </a:cubicBezTo>
                    <a:cubicBezTo>
                      <a:pt x="399039" y="1527375"/>
                      <a:pt x="395628" y="1534196"/>
                      <a:pt x="393354" y="1540449"/>
                    </a:cubicBezTo>
                    <a:cubicBezTo>
                      <a:pt x="392218" y="1542722"/>
                      <a:pt x="391081" y="1544428"/>
                      <a:pt x="391081" y="1546701"/>
                    </a:cubicBezTo>
                    <a:cubicBezTo>
                      <a:pt x="388807" y="1553522"/>
                      <a:pt x="385965" y="1559775"/>
                      <a:pt x="383691" y="1566596"/>
                    </a:cubicBezTo>
                    <a:cubicBezTo>
                      <a:pt x="381417" y="1572281"/>
                      <a:pt x="378575" y="1578533"/>
                      <a:pt x="376870" y="1584786"/>
                    </a:cubicBezTo>
                    <a:cubicBezTo>
                      <a:pt x="376302" y="1587060"/>
                      <a:pt x="375165" y="1589902"/>
                      <a:pt x="374596" y="1592176"/>
                    </a:cubicBezTo>
                    <a:cubicBezTo>
                      <a:pt x="372322" y="1598997"/>
                      <a:pt x="370617" y="1605250"/>
                      <a:pt x="368912" y="1612071"/>
                    </a:cubicBezTo>
                    <a:cubicBezTo>
                      <a:pt x="366638" y="1620597"/>
                      <a:pt x="364364" y="1628555"/>
                      <a:pt x="363227" y="1637082"/>
                    </a:cubicBezTo>
                    <a:cubicBezTo>
                      <a:pt x="362659" y="1639924"/>
                      <a:pt x="362091" y="1643335"/>
                      <a:pt x="361522" y="1646745"/>
                    </a:cubicBezTo>
                    <a:cubicBezTo>
                      <a:pt x="360385" y="1652430"/>
                      <a:pt x="359817" y="1656977"/>
                      <a:pt x="359249" y="1662093"/>
                    </a:cubicBezTo>
                    <a:cubicBezTo>
                      <a:pt x="358680" y="1668914"/>
                      <a:pt x="358112" y="1675167"/>
                      <a:pt x="358112" y="1681419"/>
                    </a:cubicBezTo>
                    <a:lnTo>
                      <a:pt x="355838" y="1792263"/>
                    </a:lnTo>
                    <a:lnTo>
                      <a:pt x="748624" y="1700178"/>
                    </a:lnTo>
                    <a:lnTo>
                      <a:pt x="753740" y="1451773"/>
                    </a:lnTo>
                    <a:lnTo>
                      <a:pt x="1102188" y="1369351"/>
                    </a:lnTo>
                    <a:lnTo>
                      <a:pt x="1101051" y="1444952"/>
                    </a:lnTo>
                    <a:lnTo>
                      <a:pt x="1091956" y="1912771"/>
                    </a:lnTo>
                    <a:lnTo>
                      <a:pt x="0" y="2168565"/>
                    </a:lnTo>
                    <a:lnTo>
                      <a:pt x="449061" y="2472676"/>
                    </a:lnTo>
                    <a:lnTo>
                      <a:pt x="1539880" y="2216313"/>
                    </a:lnTo>
                    <a:lnTo>
                      <a:pt x="1539880" y="2216313"/>
                    </a:lnTo>
                    <a:lnTo>
                      <a:pt x="1550112" y="1673461"/>
                    </a:lnTo>
                    <a:lnTo>
                      <a:pt x="1137999" y="1393793"/>
                    </a:lnTo>
                    <a:cubicBezTo>
                      <a:pt x="1153347" y="1373898"/>
                      <a:pt x="1168126" y="1354003"/>
                      <a:pt x="1183474" y="1334108"/>
                    </a:cubicBezTo>
                    <a:cubicBezTo>
                      <a:pt x="1245433" y="1252822"/>
                      <a:pt x="1307392" y="1172105"/>
                      <a:pt x="1369919" y="1091388"/>
                    </a:cubicBezTo>
                    <a:cubicBezTo>
                      <a:pt x="1375603" y="1083430"/>
                      <a:pt x="1380151" y="1076040"/>
                      <a:pt x="1385267" y="1068651"/>
                    </a:cubicBezTo>
                    <a:cubicBezTo>
                      <a:pt x="1395499" y="1053303"/>
                      <a:pt x="1405162" y="1038524"/>
                      <a:pt x="1414825" y="1023176"/>
                    </a:cubicBezTo>
                    <a:cubicBezTo>
                      <a:pt x="1415394" y="1022608"/>
                      <a:pt x="1415962" y="1020902"/>
                      <a:pt x="1416531" y="1020334"/>
                    </a:cubicBezTo>
                    <a:cubicBezTo>
                      <a:pt x="1426762" y="1003850"/>
                      <a:pt x="1436426" y="987933"/>
                      <a:pt x="1446089" y="972017"/>
                    </a:cubicBezTo>
                    <a:cubicBezTo>
                      <a:pt x="1447794" y="969744"/>
                      <a:pt x="1448931" y="966901"/>
                      <a:pt x="1450068" y="964059"/>
                    </a:cubicBezTo>
                    <a:cubicBezTo>
                      <a:pt x="1462005" y="943596"/>
                      <a:pt x="1472805" y="923701"/>
                      <a:pt x="1483037" y="904374"/>
                    </a:cubicBezTo>
                    <a:cubicBezTo>
                      <a:pt x="1484742" y="900395"/>
                      <a:pt x="1487016" y="896984"/>
                      <a:pt x="1488721" y="893005"/>
                    </a:cubicBezTo>
                    <a:cubicBezTo>
                      <a:pt x="1489290" y="892437"/>
                      <a:pt x="1489290" y="892437"/>
                      <a:pt x="1489290" y="891300"/>
                    </a:cubicBezTo>
                    <a:cubicBezTo>
                      <a:pt x="1500658" y="869131"/>
                      <a:pt x="1510890" y="847531"/>
                      <a:pt x="1519416" y="825931"/>
                    </a:cubicBezTo>
                    <a:cubicBezTo>
                      <a:pt x="1519416" y="825362"/>
                      <a:pt x="1519985" y="825362"/>
                      <a:pt x="1519985" y="824794"/>
                    </a:cubicBezTo>
                    <a:cubicBezTo>
                      <a:pt x="1522259" y="819109"/>
                      <a:pt x="1523964" y="814562"/>
                      <a:pt x="1525669" y="809446"/>
                    </a:cubicBezTo>
                    <a:cubicBezTo>
                      <a:pt x="1531353" y="794667"/>
                      <a:pt x="1537038" y="779888"/>
                      <a:pt x="1541585" y="765677"/>
                    </a:cubicBezTo>
                    <a:cubicBezTo>
                      <a:pt x="1542154" y="765108"/>
                      <a:pt x="1542722" y="763403"/>
                      <a:pt x="1542722" y="762266"/>
                    </a:cubicBezTo>
                    <a:cubicBezTo>
                      <a:pt x="1544428" y="757150"/>
                      <a:pt x="1544996" y="752034"/>
                      <a:pt x="1546701" y="746919"/>
                    </a:cubicBezTo>
                    <a:cubicBezTo>
                      <a:pt x="1550680" y="733276"/>
                      <a:pt x="1555228" y="719065"/>
                      <a:pt x="1558070" y="705423"/>
                    </a:cubicBezTo>
                    <a:cubicBezTo>
                      <a:pt x="1558638" y="703149"/>
                      <a:pt x="1559207" y="700876"/>
                      <a:pt x="1559775" y="698602"/>
                    </a:cubicBezTo>
                    <a:cubicBezTo>
                      <a:pt x="1562049" y="690075"/>
                      <a:pt x="1562617" y="681549"/>
                      <a:pt x="1563754" y="672454"/>
                    </a:cubicBezTo>
                    <a:cubicBezTo>
                      <a:pt x="1564323" y="667338"/>
                      <a:pt x="1566028" y="662222"/>
                      <a:pt x="1566596" y="656538"/>
                    </a:cubicBezTo>
                    <a:cubicBezTo>
                      <a:pt x="1568870" y="640622"/>
                      <a:pt x="1570007" y="624706"/>
                      <a:pt x="1570575" y="609358"/>
                    </a:cubicBezTo>
                    <a:lnTo>
                      <a:pt x="1570575" y="607085"/>
                    </a:lnTo>
                    <a:cubicBezTo>
                      <a:pt x="1570575" y="592305"/>
                      <a:pt x="1570007" y="577526"/>
                      <a:pt x="1569438" y="562178"/>
                    </a:cubicBezTo>
                    <a:close/>
                  </a:path>
                </a:pathLst>
              </a:custGeom>
              <a:grpFill/>
              <a:ln w="5679" cap="flat">
                <a:noFill/>
                <a:prstDash val="solid"/>
                <a:miter/>
              </a:ln>
            </p:spPr>
            <p:txBody>
              <a:bodyPr rtlCol="0" anchor="ctr"/>
              <a:lstStyle/>
              <a:p>
                <a:endParaRPr lang="zh-CN" altLang="en-US"/>
              </a:p>
            </p:txBody>
          </p:sp>
          <p:sp>
            <p:nvSpPr>
              <p:cNvPr id="418" name="任意多边形: 形状 298"/>
              <p:cNvSpPr/>
              <p:nvPr>
                <p:custDataLst>
                  <p:tags r:id="rId62"/>
                </p:custDataLst>
              </p:nvPr>
            </p:nvSpPr>
            <p:spPr>
              <a:xfrm>
                <a:off x="7142633" y="858133"/>
                <a:ext cx="14210" cy="30125"/>
              </a:xfrm>
              <a:custGeom>
                <a:avLst/>
                <a:gdLst>
                  <a:gd name="connsiteX0" fmla="*/ 0 w 14210"/>
                  <a:gd name="connsiteY0" fmla="*/ 0 h 30126"/>
                  <a:gd name="connsiteX1" fmla="*/ 14211 w 14210"/>
                  <a:gd name="connsiteY1" fmla="*/ 30127 h 30126"/>
                  <a:gd name="connsiteX2" fmla="*/ 8526 w 14210"/>
                  <a:gd name="connsiteY2" fmla="*/ 17053 h 30126"/>
                  <a:gd name="connsiteX3" fmla="*/ 0 w 14210"/>
                  <a:gd name="connsiteY3" fmla="*/ 0 h 30126"/>
                </a:gdLst>
                <a:ahLst/>
                <a:cxnLst>
                  <a:cxn ang="0">
                    <a:pos x="connsiteX0" y="connsiteY0"/>
                  </a:cxn>
                  <a:cxn ang="0">
                    <a:pos x="connsiteX1" y="connsiteY1"/>
                  </a:cxn>
                  <a:cxn ang="0">
                    <a:pos x="connsiteX2" y="connsiteY2"/>
                  </a:cxn>
                  <a:cxn ang="0">
                    <a:pos x="connsiteX3" y="connsiteY3"/>
                  </a:cxn>
                </a:cxnLst>
                <a:rect l="l" t="t" r="r" b="b"/>
                <a:pathLst>
                  <a:path w="14210" h="30126">
                    <a:moveTo>
                      <a:pt x="0" y="0"/>
                    </a:moveTo>
                    <a:cubicBezTo>
                      <a:pt x="5116" y="9663"/>
                      <a:pt x="9663" y="19327"/>
                      <a:pt x="14211" y="30127"/>
                    </a:cubicBezTo>
                    <a:cubicBezTo>
                      <a:pt x="12505" y="25579"/>
                      <a:pt x="10800" y="21600"/>
                      <a:pt x="8526" y="17053"/>
                    </a:cubicBezTo>
                    <a:cubicBezTo>
                      <a:pt x="6253" y="11369"/>
                      <a:pt x="2842" y="5684"/>
                      <a:pt x="0" y="0"/>
                    </a:cubicBezTo>
                    <a:close/>
                  </a:path>
                </a:pathLst>
              </a:custGeom>
              <a:grpFill/>
              <a:ln w="5679" cap="flat">
                <a:noFill/>
                <a:prstDash val="solid"/>
                <a:miter/>
              </a:ln>
            </p:spPr>
            <p:txBody>
              <a:bodyPr rtlCol="0" anchor="ctr"/>
              <a:lstStyle/>
              <a:p>
                <a:endParaRPr lang="zh-CN" altLang="en-US"/>
              </a:p>
            </p:txBody>
          </p:sp>
          <p:sp>
            <p:nvSpPr>
              <p:cNvPr id="419" name="任意多边形: 形状 299"/>
              <p:cNvSpPr/>
              <p:nvPr>
                <p:custDataLst>
                  <p:tags r:id="rId63"/>
                </p:custDataLst>
              </p:nvPr>
            </p:nvSpPr>
            <p:spPr>
              <a:xfrm>
                <a:off x="7172086" y="937146"/>
                <a:ext cx="6252" cy="29558"/>
              </a:xfrm>
              <a:custGeom>
                <a:avLst/>
                <a:gdLst>
                  <a:gd name="connsiteX0" fmla="*/ 0 w 6252"/>
                  <a:gd name="connsiteY0" fmla="*/ 0 h 29558"/>
                  <a:gd name="connsiteX1" fmla="*/ 6253 w 6252"/>
                  <a:gd name="connsiteY1" fmla="*/ 29558 h 29558"/>
                  <a:gd name="connsiteX2" fmla="*/ 4548 w 6252"/>
                  <a:gd name="connsiteY2" fmla="*/ 19327 h 29558"/>
                  <a:gd name="connsiteX3" fmla="*/ 0 w 6252"/>
                  <a:gd name="connsiteY3" fmla="*/ 0 h 29558"/>
                </a:gdLst>
                <a:ahLst/>
                <a:cxnLst>
                  <a:cxn ang="0">
                    <a:pos x="connsiteX0" y="connsiteY0"/>
                  </a:cxn>
                  <a:cxn ang="0">
                    <a:pos x="connsiteX1" y="connsiteY1"/>
                  </a:cxn>
                  <a:cxn ang="0">
                    <a:pos x="connsiteX2" y="connsiteY2"/>
                  </a:cxn>
                  <a:cxn ang="0">
                    <a:pos x="connsiteX3" y="connsiteY3"/>
                  </a:cxn>
                </a:cxnLst>
                <a:rect l="l" t="t" r="r" b="b"/>
                <a:pathLst>
                  <a:path w="6252" h="29558">
                    <a:moveTo>
                      <a:pt x="0" y="0"/>
                    </a:moveTo>
                    <a:cubicBezTo>
                      <a:pt x="2274" y="9663"/>
                      <a:pt x="4548" y="19327"/>
                      <a:pt x="6253" y="29558"/>
                    </a:cubicBezTo>
                    <a:cubicBezTo>
                      <a:pt x="5684" y="26148"/>
                      <a:pt x="5116" y="22737"/>
                      <a:pt x="4548" y="19327"/>
                    </a:cubicBezTo>
                    <a:cubicBezTo>
                      <a:pt x="3411" y="12505"/>
                      <a:pt x="1706" y="6253"/>
                      <a:pt x="0" y="0"/>
                    </a:cubicBezTo>
                    <a:close/>
                  </a:path>
                </a:pathLst>
              </a:custGeom>
              <a:grpFill/>
              <a:ln w="5679" cap="flat">
                <a:noFill/>
                <a:prstDash val="solid"/>
                <a:miter/>
              </a:ln>
            </p:spPr>
            <p:txBody>
              <a:bodyPr rtlCol="0" anchor="ctr"/>
              <a:lstStyle/>
              <a:p>
                <a:endParaRPr lang="zh-CN" altLang="en-US"/>
              </a:p>
            </p:txBody>
          </p:sp>
          <p:sp>
            <p:nvSpPr>
              <p:cNvPr id="420" name="任意多边形: 形状 300"/>
              <p:cNvSpPr/>
              <p:nvPr>
                <p:custDataLst>
                  <p:tags r:id="rId64"/>
                </p:custDataLst>
              </p:nvPr>
            </p:nvSpPr>
            <p:spPr>
              <a:xfrm>
                <a:off x="7179730" y="972955"/>
                <a:ext cx="3978" cy="34105"/>
              </a:xfrm>
              <a:custGeom>
                <a:avLst/>
                <a:gdLst>
                  <a:gd name="connsiteX0" fmla="*/ 0 w 3978"/>
                  <a:gd name="connsiteY0" fmla="*/ 0 h 34105"/>
                  <a:gd name="connsiteX1" fmla="*/ 3979 w 3978"/>
                  <a:gd name="connsiteY1" fmla="*/ 34106 h 34105"/>
                  <a:gd name="connsiteX2" fmla="*/ 568 w 3978"/>
                  <a:gd name="connsiteY2" fmla="*/ 5116 h 34105"/>
                  <a:gd name="connsiteX3" fmla="*/ 0 w 3978"/>
                  <a:gd name="connsiteY3" fmla="*/ 0 h 34105"/>
                </a:gdLst>
                <a:ahLst/>
                <a:cxnLst>
                  <a:cxn ang="0">
                    <a:pos x="connsiteX0" y="connsiteY0"/>
                  </a:cxn>
                  <a:cxn ang="0">
                    <a:pos x="connsiteX1" y="connsiteY1"/>
                  </a:cxn>
                  <a:cxn ang="0">
                    <a:pos x="connsiteX2" y="connsiteY2"/>
                  </a:cxn>
                  <a:cxn ang="0">
                    <a:pos x="connsiteX3" y="connsiteY3"/>
                  </a:cxn>
                </a:cxnLst>
                <a:rect l="l" t="t" r="r" b="b"/>
                <a:pathLst>
                  <a:path w="3978" h="34105">
                    <a:moveTo>
                      <a:pt x="0" y="0"/>
                    </a:moveTo>
                    <a:cubicBezTo>
                      <a:pt x="1705" y="10800"/>
                      <a:pt x="3410" y="22169"/>
                      <a:pt x="3979" y="34106"/>
                    </a:cubicBezTo>
                    <a:cubicBezTo>
                      <a:pt x="3410" y="24443"/>
                      <a:pt x="1705" y="14211"/>
                      <a:pt x="568" y="5116"/>
                    </a:cubicBezTo>
                    <a:cubicBezTo>
                      <a:pt x="568" y="3411"/>
                      <a:pt x="0" y="1705"/>
                      <a:pt x="0" y="0"/>
                    </a:cubicBezTo>
                    <a:close/>
                  </a:path>
                </a:pathLst>
              </a:custGeom>
              <a:grpFill/>
              <a:ln w="5679" cap="flat">
                <a:noFill/>
                <a:prstDash val="solid"/>
                <a:miter/>
              </a:ln>
            </p:spPr>
            <p:txBody>
              <a:bodyPr rtlCol="0" anchor="ctr"/>
              <a:lstStyle/>
              <a:p>
                <a:endParaRPr lang="zh-CN" altLang="en-US"/>
              </a:p>
            </p:txBody>
          </p:sp>
        </p:grpSp>
        <p:sp>
          <p:nvSpPr>
            <p:cNvPr id="421" name="任意多边形: 形状 251"/>
            <p:cNvSpPr/>
            <p:nvPr>
              <p:custDataLst>
                <p:tags r:id="rId65"/>
              </p:custDataLst>
            </p:nvPr>
          </p:nvSpPr>
          <p:spPr>
            <a:xfrm>
              <a:off x="3117612" y="1168084"/>
              <a:ext cx="783672" cy="1560389"/>
            </a:xfrm>
            <a:custGeom>
              <a:avLst/>
              <a:gdLst>
                <a:gd name="connsiteX0" fmla="*/ 1119809 w 1122231"/>
                <a:gd name="connsiteY0" fmla="*/ 311500 h 2234502"/>
                <a:gd name="connsiteX1" fmla="*/ 1119809 w 1122231"/>
                <a:gd name="connsiteY1" fmla="*/ 310932 h 2234502"/>
                <a:gd name="connsiteX2" fmla="*/ 1119809 w 1122231"/>
                <a:gd name="connsiteY2" fmla="*/ 310363 h 2234502"/>
                <a:gd name="connsiteX3" fmla="*/ 1108441 w 1122231"/>
                <a:gd name="connsiteY3" fmla="*/ 241015 h 2234502"/>
                <a:gd name="connsiteX4" fmla="*/ 1107872 w 1122231"/>
                <a:gd name="connsiteY4" fmla="*/ 237036 h 2234502"/>
                <a:gd name="connsiteX5" fmla="*/ 1102188 w 1122231"/>
                <a:gd name="connsiteY5" fmla="*/ 217141 h 2234502"/>
                <a:gd name="connsiteX6" fmla="*/ 1094799 w 1122231"/>
                <a:gd name="connsiteY6" fmla="*/ 195540 h 2234502"/>
                <a:gd name="connsiteX7" fmla="*/ 1093093 w 1122231"/>
                <a:gd name="connsiteY7" fmla="*/ 191561 h 2234502"/>
                <a:gd name="connsiteX8" fmla="*/ 1078883 w 1122231"/>
                <a:gd name="connsiteY8" fmla="*/ 162003 h 2234502"/>
                <a:gd name="connsiteX9" fmla="*/ 1075472 w 1122231"/>
                <a:gd name="connsiteY9" fmla="*/ 154613 h 2234502"/>
                <a:gd name="connsiteX10" fmla="*/ 1073198 w 1122231"/>
                <a:gd name="connsiteY10" fmla="*/ 150066 h 2234502"/>
                <a:gd name="connsiteX11" fmla="*/ 1062398 w 1122231"/>
                <a:gd name="connsiteY11" fmla="*/ 133013 h 2234502"/>
                <a:gd name="connsiteX12" fmla="*/ 1052166 w 1122231"/>
                <a:gd name="connsiteY12" fmla="*/ 119371 h 2234502"/>
                <a:gd name="connsiteX13" fmla="*/ 1048187 w 1122231"/>
                <a:gd name="connsiteY13" fmla="*/ 114255 h 2234502"/>
                <a:gd name="connsiteX14" fmla="*/ 1020334 w 1122231"/>
                <a:gd name="connsiteY14" fmla="*/ 85833 h 2234502"/>
                <a:gd name="connsiteX15" fmla="*/ 994186 w 1122231"/>
                <a:gd name="connsiteY15" fmla="*/ 65370 h 2234502"/>
                <a:gd name="connsiteX16" fmla="*/ 976565 w 1122231"/>
                <a:gd name="connsiteY16" fmla="*/ 54001 h 2234502"/>
                <a:gd name="connsiteX17" fmla="*/ 759424 w 1122231"/>
                <a:gd name="connsiteY17" fmla="*/ 0 h 2234502"/>
                <a:gd name="connsiteX18" fmla="*/ 671317 w 1122231"/>
                <a:gd name="connsiteY18" fmla="*/ 5684 h 2234502"/>
                <a:gd name="connsiteX19" fmla="*/ 581505 w 1122231"/>
                <a:gd name="connsiteY19" fmla="*/ 22169 h 2234502"/>
                <a:gd name="connsiteX20" fmla="*/ 191561 w 1122231"/>
                <a:gd name="connsiteY20" fmla="*/ 243289 h 2234502"/>
                <a:gd name="connsiteX21" fmla="*/ 30695 w 1122231"/>
                <a:gd name="connsiteY21" fmla="*/ 627548 h 2234502"/>
                <a:gd name="connsiteX22" fmla="*/ 28422 w 1122231"/>
                <a:gd name="connsiteY22" fmla="*/ 757719 h 2234502"/>
                <a:gd name="connsiteX23" fmla="*/ 109139 w 1122231"/>
                <a:gd name="connsiteY23" fmla="*/ 738961 h 2234502"/>
                <a:gd name="connsiteX24" fmla="*/ 373459 w 1122231"/>
                <a:gd name="connsiteY24" fmla="*/ 677002 h 2234502"/>
                <a:gd name="connsiteX25" fmla="*/ 375733 w 1122231"/>
                <a:gd name="connsiteY25" fmla="*/ 546831 h 2234502"/>
                <a:gd name="connsiteX26" fmla="*/ 376870 w 1122231"/>
                <a:gd name="connsiteY26" fmla="*/ 526936 h 2234502"/>
                <a:gd name="connsiteX27" fmla="*/ 379144 w 1122231"/>
                <a:gd name="connsiteY27" fmla="*/ 507609 h 2234502"/>
                <a:gd name="connsiteX28" fmla="*/ 381418 w 1122231"/>
                <a:gd name="connsiteY28" fmla="*/ 493967 h 2234502"/>
                <a:gd name="connsiteX29" fmla="*/ 381986 w 1122231"/>
                <a:gd name="connsiteY29" fmla="*/ 489988 h 2234502"/>
                <a:gd name="connsiteX30" fmla="*/ 387670 w 1122231"/>
                <a:gd name="connsiteY30" fmla="*/ 468387 h 2234502"/>
                <a:gd name="connsiteX31" fmla="*/ 394491 w 1122231"/>
                <a:gd name="connsiteY31" fmla="*/ 449061 h 2234502"/>
                <a:gd name="connsiteX32" fmla="*/ 398470 w 1122231"/>
                <a:gd name="connsiteY32" fmla="*/ 438829 h 2234502"/>
                <a:gd name="connsiteX33" fmla="*/ 406428 w 1122231"/>
                <a:gd name="connsiteY33" fmla="*/ 424050 h 2234502"/>
                <a:gd name="connsiteX34" fmla="*/ 415523 w 1122231"/>
                <a:gd name="connsiteY34" fmla="*/ 409839 h 2234502"/>
                <a:gd name="connsiteX35" fmla="*/ 436555 w 1122231"/>
                <a:gd name="connsiteY35" fmla="*/ 384828 h 2234502"/>
                <a:gd name="connsiteX36" fmla="*/ 443376 w 1122231"/>
                <a:gd name="connsiteY36" fmla="*/ 378007 h 2234502"/>
                <a:gd name="connsiteX37" fmla="*/ 451903 w 1122231"/>
                <a:gd name="connsiteY37" fmla="*/ 370617 h 2234502"/>
                <a:gd name="connsiteX38" fmla="*/ 474640 w 1122231"/>
                <a:gd name="connsiteY38" fmla="*/ 354133 h 2234502"/>
                <a:gd name="connsiteX39" fmla="*/ 492830 w 1122231"/>
                <a:gd name="connsiteY39" fmla="*/ 343901 h 2234502"/>
                <a:gd name="connsiteX40" fmla="*/ 498514 w 1122231"/>
                <a:gd name="connsiteY40" fmla="*/ 340490 h 2234502"/>
                <a:gd name="connsiteX41" fmla="*/ 508746 w 1122231"/>
                <a:gd name="connsiteY41" fmla="*/ 335943 h 2234502"/>
                <a:gd name="connsiteX42" fmla="*/ 532052 w 1122231"/>
                <a:gd name="connsiteY42" fmla="*/ 326280 h 2234502"/>
                <a:gd name="connsiteX43" fmla="*/ 553084 w 1122231"/>
                <a:gd name="connsiteY43" fmla="*/ 319458 h 2234502"/>
                <a:gd name="connsiteX44" fmla="*/ 575821 w 1122231"/>
                <a:gd name="connsiteY44" fmla="*/ 313206 h 2234502"/>
                <a:gd name="connsiteX45" fmla="*/ 613337 w 1122231"/>
                <a:gd name="connsiteY45" fmla="*/ 306384 h 2234502"/>
                <a:gd name="connsiteX46" fmla="*/ 647443 w 1122231"/>
                <a:gd name="connsiteY46" fmla="*/ 304111 h 2234502"/>
                <a:gd name="connsiteX47" fmla="*/ 669612 w 1122231"/>
                <a:gd name="connsiteY47" fmla="*/ 305248 h 2234502"/>
                <a:gd name="connsiteX48" fmla="*/ 689507 w 1122231"/>
                <a:gd name="connsiteY48" fmla="*/ 309227 h 2234502"/>
                <a:gd name="connsiteX49" fmla="*/ 690076 w 1122231"/>
                <a:gd name="connsiteY49" fmla="*/ 309227 h 2234502"/>
                <a:gd name="connsiteX50" fmla="*/ 707697 w 1122231"/>
                <a:gd name="connsiteY50" fmla="*/ 315479 h 2234502"/>
                <a:gd name="connsiteX51" fmla="*/ 723045 w 1122231"/>
                <a:gd name="connsiteY51" fmla="*/ 324006 h 2234502"/>
                <a:gd name="connsiteX52" fmla="*/ 725318 w 1122231"/>
                <a:gd name="connsiteY52" fmla="*/ 325143 h 2234502"/>
                <a:gd name="connsiteX53" fmla="*/ 752603 w 1122231"/>
                <a:gd name="connsiteY53" fmla="*/ 355838 h 2234502"/>
                <a:gd name="connsiteX54" fmla="*/ 772498 w 1122231"/>
                <a:gd name="connsiteY54" fmla="*/ 454177 h 2234502"/>
                <a:gd name="connsiteX55" fmla="*/ 597990 w 1122231"/>
                <a:gd name="connsiteY55" fmla="*/ 829910 h 2234502"/>
                <a:gd name="connsiteX56" fmla="*/ 572979 w 1122231"/>
                <a:gd name="connsiteY56" fmla="*/ 862879 h 2234502"/>
                <a:gd name="connsiteX57" fmla="*/ 437124 w 1122231"/>
                <a:gd name="connsiteY57" fmla="*/ 1035682 h 2234502"/>
                <a:gd name="connsiteX58" fmla="*/ 209183 w 1122231"/>
                <a:gd name="connsiteY58" fmla="*/ 1325013 h 2234502"/>
                <a:gd name="connsiteX59" fmla="*/ 8526 w 1122231"/>
                <a:gd name="connsiteY59" fmla="*/ 1794537 h 2234502"/>
                <a:gd name="connsiteX60" fmla="*/ 0 w 1122231"/>
                <a:gd name="connsiteY60" fmla="*/ 2234503 h 2234502"/>
                <a:gd name="connsiteX61" fmla="*/ 80717 w 1122231"/>
                <a:gd name="connsiteY61" fmla="*/ 2215745 h 2234502"/>
                <a:gd name="connsiteX62" fmla="*/ 675865 w 1122231"/>
                <a:gd name="connsiteY62" fmla="*/ 2075342 h 2234502"/>
                <a:gd name="connsiteX63" fmla="*/ 806604 w 1122231"/>
                <a:gd name="connsiteY63" fmla="*/ 2044647 h 2234502"/>
                <a:gd name="connsiteX64" fmla="*/ 1090820 w 1122231"/>
                <a:gd name="connsiteY64" fmla="*/ 1977572 h 2234502"/>
                <a:gd name="connsiteX65" fmla="*/ 1099914 w 1122231"/>
                <a:gd name="connsiteY65" fmla="*/ 1509753 h 2234502"/>
                <a:gd name="connsiteX66" fmla="*/ 1099914 w 1122231"/>
                <a:gd name="connsiteY66" fmla="*/ 1502364 h 2234502"/>
                <a:gd name="connsiteX67" fmla="*/ 1101051 w 1122231"/>
                <a:gd name="connsiteY67" fmla="*/ 1433583 h 2234502"/>
                <a:gd name="connsiteX68" fmla="*/ 752603 w 1122231"/>
                <a:gd name="connsiteY68" fmla="*/ 1516006 h 2234502"/>
                <a:gd name="connsiteX69" fmla="*/ 747487 w 1122231"/>
                <a:gd name="connsiteY69" fmla="*/ 1764410 h 2234502"/>
                <a:gd name="connsiteX70" fmla="*/ 435418 w 1122231"/>
                <a:gd name="connsiteY70" fmla="*/ 1837738 h 2234502"/>
                <a:gd name="connsiteX71" fmla="*/ 354701 w 1122231"/>
                <a:gd name="connsiteY71" fmla="*/ 1856496 h 2234502"/>
                <a:gd name="connsiteX72" fmla="*/ 356975 w 1122231"/>
                <a:gd name="connsiteY72" fmla="*/ 1745652 h 2234502"/>
                <a:gd name="connsiteX73" fmla="*/ 358112 w 1122231"/>
                <a:gd name="connsiteY73" fmla="*/ 1726326 h 2234502"/>
                <a:gd name="connsiteX74" fmla="*/ 360385 w 1122231"/>
                <a:gd name="connsiteY74" fmla="*/ 1710978 h 2234502"/>
                <a:gd name="connsiteX75" fmla="*/ 362091 w 1122231"/>
                <a:gd name="connsiteY75" fmla="*/ 1701314 h 2234502"/>
                <a:gd name="connsiteX76" fmla="*/ 367775 w 1122231"/>
                <a:gd name="connsiteY76" fmla="*/ 1676304 h 2234502"/>
                <a:gd name="connsiteX77" fmla="*/ 373459 w 1122231"/>
                <a:gd name="connsiteY77" fmla="*/ 1656408 h 2234502"/>
                <a:gd name="connsiteX78" fmla="*/ 375733 w 1122231"/>
                <a:gd name="connsiteY78" fmla="*/ 1649019 h 2234502"/>
                <a:gd name="connsiteX79" fmla="*/ 389375 w 1122231"/>
                <a:gd name="connsiteY79" fmla="*/ 1610934 h 2234502"/>
                <a:gd name="connsiteX80" fmla="*/ 391649 w 1122231"/>
                <a:gd name="connsiteY80" fmla="*/ 1604681 h 2234502"/>
                <a:gd name="connsiteX81" fmla="*/ 414386 w 1122231"/>
                <a:gd name="connsiteY81" fmla="*/ 1555228 h 2234502"/>
                <a:gd name="connsiteX82" fmla="*/ 415523 w 1122231"/>
                <a:gd name="connsiteY82" fmla="*/ 1552954 h 2234502"/>
                <a:gd name="connsiteX83" fmla="*/ 423481 w 1122231"/>
                <a:gd name="connsiteY83" fmla="*/ 1537606 h 2234502"/>
                <a:gd name="connsiteX84" fmla="*/ 529778 w 1122231"/>
                <a:gd name="connsiteY84" fmla="*/ 1365940 h 2234502"/>
                <a:gd name="connsiteX85" fmla="*/ 556494 w 1122231"/>
                <a:gd name="connsiteY85" fmla="*/ 1328424 h 2234502"/>
                <a:gd name="connsiteX86" fmla="*/ 725887 w 1122231"/>
                <a:gd name="connsiteY86" fmla="*/ 1104462 h 2234502"/>
                <a:gd name="connsiteX87" fmla="*/ 821383 w 1122231"/>
                <a:gd name="connsiteY87" fmla="*/ 979975 h 2234502"/>
                <a:gd name="connsiteX88" fmla="*/ 821952 w 1122231"/>
                <a:gd name="connsiteY88" fmla="*/ 979407 h 2234502"/>
                <a:gd name="connsiteX89" fmla="*/ 822520 w 1122231"/>
                <a:gd name="connsiteY89" fmla="*/ 978838 h 2234502"/>
                <a:gd name="connsiteX90" fmla="*/ 920858 w 1122231"/>
                <a:gd name="connsiteY90" fmla="*/ 851510 h 2234502"/>
                <a:gd name="connsiteX91" fmla="*/ 962923 w 1122231"/>
                <a:gd name="connsiteY91" fmla="*/ 787277 h 2234502"/>
                <a:gd name="connsiteX92" fmla="*/ 966902 w 1122231"/>
                <a:gd name="connsiteY92" fmla="*/ 781024 h 2234502"/>
                <a:gd name="connsiteX93" fmla="*/ 1032839 w 1122231"/>
                <a:gd name="connsiteY93" fmla="*/ 665064 h 2234502"/>
                <a:gd name="connsiteX94" fmla="*/ 1046482 w 1122231"/>
                <a:gd name="connsiteY94" fmla="*/ 637780 h 2234502"/>
                <a:gd name="connsiteX95" fmla="*/ 1059556 w 1122231"/>
                <a:gd name="connsiteY95" fmla="*/ 609927 h 2234502"/>
                <a:gd name="connsiteX96" fmla="*/ 1076040 w 1122231"/>
                <a:gd name="connsiteY96" fmla="*/ 570137 h 2234502"/>
                <a:gd name="connsiteX97" fmla="*/ 1078883 w 1122231"/>
                <a:gd name="connsiteY97" fmla="*/ 563315 h 2234502"/>
                <a:gd name="connsiteX98" fmla="*/ 1084567 w 1122231"/>
                <a:gd name="connsiteY98" fmla="*/ 547968 h 2234502"/>
                <a:gd name="connsiteX99" fmla="*/ 1091956 w 1122231"/>
                <a:gd name="connsiteY99" fmla="*/ 526367 h 2234502"/>
                <a:gd name="connsiteX100" fmla="*/ 1097641 w 1122231"/>
                <a:gd name="connsiteY100" fmla="*/ 508177 h 2234502"/>
                <a:gd name="connsiteX101" fmla="*/ 1112420 w 1122231"/>
                <a:gd name="connsiteY101" fmla="*/ 450197 h 2234502"/>
                <a:gd name="connsiteX102" fmla="*/ 1118104 w 1122231"/>
                <a:gd name="connsiteY102" fmla="*/ 417797 h 2234502"/>
                <a:gd name="connsiteX103" fmla="*/ 1122083 w 1122231"/>
                <a:gd name="connsiteY103" fmla="*/ 370617 h 2234502"/>
                <a:gd name="connsiteX104" fmla="*/ 1119809 w 1122231"/>
                <a:gd name="connsiteY104" fmla="*/ 311500 h 2234502"/>
                <a:gd name="connsiteX105" fmla="*/ 1076609 w 1122231"/>
                <a:gd name="connsiteY105" fmla="*/ 413818 h 2234502"/>
                <a:gd name="connsiteX106" fmla="*/ 1071493 w 1122231"/>
                <a:gd name="connsiteY106" fmla="*/ 441671 h 2234502"/>
                <a:gd name="connsiteX107" fmla="*/ 1070924 w 1122231"/>
                <a:gd name="connsiteY107" fmla="*/ 443945 h 2234502"/>
                <a:gd name="connsiteX108" fmla="*/ 1057282 w 1122231"/>
                <a:gd name="connsiteY108" fmla="*/ 498514 h 2234502"/>
                <a:gd name="connsiteX109" fmla="*/ 1052166 w 1122231"/>
                <a:gd name="connsiteY109" fmla="*/ 516136 h 2234502"/>
                <a:gd name="connsiteX110" fmla="*/ 1045913 w 1122231"/>
                <a:gd name="connsiteY110" fmla="*/ 533757 h 2234502"/>
                <a:gd name="connsiteX111" fmla="*/ 1045345 w 1122231"/>
                <a:gd name="connsiteY111" fmla="*/ 536031 h 2234502"/>
                <a:gd name="connsiteX112" fmla="*/ 1044777 w 1122231"/>
                <a:gd name="connsiteY112" fmla="*/ 539441 h 2234502"/>
                <a:gd name="connsiteX113" fmla="*/ 1040798 w 1122231"/>
                <a:gd name="connsiteY113" fmla="*/ 549673 h 2234502"/>
                <a:gd name="connsiteX114" fmla="*/ 1039092 w 1122231"/>
                <a:gd name="connsiteY114" fmla="*/ 553084 h 2234502"/>
                <a:gd name="connsiteX115" fmla="*/ 1037387 w 1122231"/>
                <a:gd name="connsiteY115" fmla="*/ 557631 h 2234502"/>
                <a:gd name="connsiteX116" fmla="*/ 1021471 w 1122231"/>
                <a:gd name="connsiteY116" fmla="*/ 595147 h 2234502"/>
                <a:gd name="connsiteX117" fmla="*/ 1009534 w 1122231"/>
                <a:gd name="connsiteY117" fmla="*/ 621295 h 2234502"/>
                <a:gd name="connsiteX118" fmla="*/ 996460 w 1122231"/>
                <a:gd name="connsiteY118" fmla="*/ 647443 h 2234502"/>
                <a:gd name="connsiteX119" fmla="*/ 931091 w 1122231"/>
                <a:gd name="connsiteY119" fmla="*/ 761698 h 2234502"/>
                <a:gd name="connsiteX120" fmla="*/ 928248 w 1122231"/>
                <a:gd name="connsiteY120" fmla="*/ 766245 h 2234502"/>
                <a:gd name="connsiteX121" fmla="*/ 887321 w 1122231"/>
                <a:gd name="connsiteY121" fmla="*/ 827636 h 2234502"/>
                <a:gd name="connsiteX122" fmla="*/ 788983 w 1122231"/>
                <a:gd name="connsiteY122" fmla="*/ 954964 h 2234502"/>
                <a:gd name="connsiteX123" fmla="*/ 788414 w 1122231"/>
                <a:gd name="connsiteY123" fmla="*/ 955533 h 2234502"/>
                <a:gd name="connsiteX124" fmla="*/ 787846 w 1122231"/>
                <a:gd name="connsiteY124" fmla="*/ 956101 h 2234502"/>
                <a:gd name="connsiteX125" fmla="*/ 691781 w 1122231"/>
                <a:gd name="connsiteY125" fmla="*/ 1080588 h 2234502"/>
                <a:gd name="connsiteX126" fmla="*/ 521820 w 1122231"/>
                <a:gd name="connsiteY126" fmla="*/ 1305686 h 2234502"/>
                <a:gd name="connsiteX127" fmla="*/ 494535 w 1122231"/>
                <a:gd name="connsiteY127" fmla="*/ 1343203 h 2234502"/>
                <a:gd name="connsiteX128" fmla="*/ 385965 w 1122231"/>
                <a:gd name="connsiteY128" fmla="*/ 1517711 h 2234502"/>
                <a:gd name="connsiteX129" fmla="*/ 377438 w 1122231"/>
                <a:gd name="connsiteY129" fmla="*/ 1533059 h 2234502"/>
                <a:gd name="connsiteX130" fmla="*/ 374028 w 1122231"/>
                <a:gd name="connsiteY130" fmla="*/ 1540449 h 2234502"/>
                <a:gd name="connsiteX131" fmla="*/ 352427 w 1122231"/>
                <a:gd name="connsiteY131" fmla="*/ 1587628 h 2234502"/>
                <a:gd name="connsiteX132" fmla="*/ 348449 w 1122231"/>
                <a:gd name="connsiteY132" fmla="*/ 1598429 h 2234502"/>
                <a:gd name="connsiteX133" fmla="*/ 334806 w 1122231"/>
                <a:gd name="connsiteY133" fmla="*/ 1636513 h 2234502"/>
                <a:gd name="connsiteX134" fmla="*/ 332532 w 1122231"/>
                <a:gd name="connsiteY134" fmla="*/ 1645040 h 2234502"/>
                <a:gd name="connsiteX135" fmla="*/ 326848 w 1122231"/>
                <a:gd name="connsiteY135" fmla="*/ 1666640 h 2234502"/>
                <a:gd name="connsiteX136" fmla="*/ 320595 w 1122231"/>
                <a:gd name="connsiteY136" fmla="*/ 1694493 h 2234502"/>
                <a:gd name="connsiteX137" fmla="*/ 318321 w 1122231"/>
                <a:gd name="connsiteY137" fmla="*/ 1706430 h 2234502"/>
                <a:gd name="connsiteX138" fmla="*/ 316616 w 1122231"/>
                <a:gd name="connsiteY138" fmla="*/ 1721778 h 2234502"/>
                <a:gd name="connsiteX139" fmla="*/ 314911 w 1122231"/>
                <a:gd name="connsiteY139" fmla="*/ 1745652 h 2234502"/>
                <a:gd name="connsiteX140" fmla="*/ 312637 w 1122231"/>
                <a:gd name="connsiteY140" fmla="*/ 1856496 h 2234502"/>
                <a:gd name="connsiteX141" fmla="*/ 327985 w 1122231"/>
                <a:gd name="connsiteY141" fmla="*/ 1890034 h 2234502"/>
                <a:gd name="connsiteX142" fmla="*/ 354133 w 1122231"/>
                <a:gd name="connsiteY142" fmla="*/ 1899129 h 2234502"/>
                <a:gd name="connsiteX143" fmla="*/ 363796 w 1122231"/>
                <a:gd name="connsiteY143" fmla="*/ 1897992 h 2234502"/>
                <a:gd name="connsiteX144" fmla="*/ 433713 w 1122231"/>
                <a:gd name="connsiteY144" fmla="*/ 1881507 h 2234502"/>
                <a:gd name="connsiteX145" fmla="*/ 756582 w 1122231"/>
                <a:gd name="connsiteY145" fmla="*/ 1805906 h 2234502"/>
                <a:gd name="connsiteX146" fmla="*/ 788983 w 1122231"/>
                <a:gd name="connsiteY146" fmla="*/ 1766116 h 2234502"/>
                <a:gd name="connsiteX147" fmla="*/ 792961 w 1122231"/>
                <a:gd name="connsiteY147" fmla="*/ 1550112 h 2234502"/>
                <a:gd name="connsiteX148" fmla="*/ 1057851 w 1122231"/>
                <a:gd name="connsiteY148" fmla="*/ 1487584 h 2234502"/>
                <a:gd name="connsiteX149" fmla="*/ 1057282 w 1122231"/>
                <a:gd name="connsiteY149" fmla="*/ 1509185 h 2234502"/>
                <a:gd name="connsiteX150" fmla="*/ 1057282 w 1122231"/>
                <a:gd name="connsiteY150" fmla="*/ 1513164 h 2234502"/>
                <a:gd name="connsiteX151" fmla="*/ 1048756 w 1122231"/>
                <a:gd name="connsiteY151" fmla="*/ 1944603 h 2234502"/>
                <a:gd name="connsiteX152" fmla="*/ 796372 w 1122231"/>
                <a:gd name="connsiteY152" fmla="*/ 2004288 h 2234502"/>
                <a:gd name="connsiteX153" fmla="*/ 665633 w 1122231"/>
                <a:gd name="connsiteY153" fmla="*/ 2035552 h 2234502"/>
                <a:gd name="connsiteX154" fmla="*/ 81286 w 1122231"/>
                <a:gd name="connsiteY154" fmla="*/ 2172544 h 2234502"/>
                <a:gd name="connsiteX155" fmla="*/ 42632 w 1122231"/>
                <a:gd name="connsiteY155" fmla="*/ 2181639 h 2234502"/>
                <a:gd name="connsiteX156" fmla="*/ 50022 w 1122231"/>
                <a:gd name="connsiteY156" fmla="*/ 1795674 h 2234502"/>
                <a:gd name="connsiteX157" fmla="*/ 242152 w 1122231"/>
                <a:gd name="connsiteY157" fmla="*/ 1351161 h 2234502"/>
                <a:gd name="connsiteX158" fmla="*/ 470093 w 1122231"/>
                <a:gd name="connsiteY158" fmla="*/ 1061261 h 2234502"/>
                <a:gd name="connsiteX159" fmla="*/ 541147 w 1122231"/>
                <a:gd name="connsiteY159" fmla="*/ 971449 h 2234502"/>
                <a:gd name="connsiteX160" fmla="*/ 605948 w 1122231"/>
                <a:gd name="connsiteY160" fmla="*/ 889026 h 2234502"/>
                <a:gd name="connsiteX161" fmla="*/ 620727 w 1122231"/>
                <a:gd name="connsiteY161" fmla="*/ 870268 h 2234502"/>
                <a:gd name="connsiteX162" fmla="*/ 631527 w 1122231"/>
                <a:gd name="connsiteY162" fmla="*/ 854920 h 2234502"/>
                <a:gd name="connsiteX163" fmla="*/ 813993 w 1122231"/>
                <a:gd name="connsiteY163" fmla="*/ 455313 h 2234502"/>
                <a:gd name="connsiteX164" fmla="*/ 805467 w 1122231"/>
                <a:gd name="connsiteY164" fmla="*/ 376301 h 2234502"/>
                <a:gd name="connsiteX165" fmla="*/ 749193 w 1122231"/>
                <a:gd name="connsiteY165" fmla="*/ 291037 h 2234502"/>
                <a:gd name="connsiteX166" fmla="*/ 745782 w 1122231"/>
                <a:gd name="connsiteY166" fmla="*/ 288763 h 2234502"/>
                <a:gd name="connsiteX167" fmla="*/ 723613 w 1122231"/>
                <a:gd name="connsiteY167" fmla="*/ 276826 h 2234502"/>
                <a:gd name="connsiteX168" fmla="*/ 700307 w 1122231"/>
                <a:gd name="connsiteY168" fmla="*/ 268300 h 2234502"/>
                <a:gd name="connsiteX169" fmla="*/ 698034 w 1122231"/>
                <a:gd name="connsiteY169" fmla="*/ 267731 h 2234502"/>
                <a:gd name="connsiteX170" fmla="*/ 674728 w 1122231"/>
                <a:gd name="connsiteY170" fmla="*/ 263752 h 2234502"/>
                <a:gd name="connsiteX171" fmla="*/ 647443 w 1122231"/>
                <a:gd name="connsiteY171" fmla="*/ 262047 h 2234502"/>
                <a:gd name="connsiteX172" fmla="*/ 607085 w 1122231"/>
                <a:gd name="connsiteY172" fmla="*/ 264889 h 2234502"/>
                <a:gd name="connsiteX173" fmla="*/ 565021 w 1122231"/>
                <a:gd name="connsiteY173" fmla="*/ 272279 h 2234502"/>
                <a:gd name="connsiteX174" fmla="*/ 559336 w 1122231"/>
                <a:gd name="connsiteY174" fmla="*/ 273984 h 2234502"/>
                <a:gd name="connsiteX175" fmla="*/ 540010 w 1122231"/>
                <a:gd name="connsiteY175" fmla="*/ 279668 h 2234502"/>
                <a:gd name="connsiteX176" fmla="*/ 517272 w 1122231"/>
                <a:gd name="connsiteY176" fmla="*/ 287058 h 2234502"/>
                <a:gd name="connsiteX177" fmla="*/ 492262 w 1122231"/>
                <a:gd name="connsiteY177" fmla="*/ 297290 h 2234502"/>
                <a:gd name="connsiteX178" fmla="*/ 480893 w 1122231"/>
                <a:gd name="connsiteY178" fmla="*/ 302405 h 2234502"/>
                <a:gd name="connsiteX179" fmla="*/ 472367 w 1122231"/>
                <a:gd name="connsiteY179" fmla="*/ 306953 h 2234502"/>
                <a:gd name="connsiteX180" fmla="*/ 451903 w 1122231"/>
                <a:gd name="connsiteY180" fmla="*/ 318890 h 2234502"/>
                <a:gd name="connsiteX181" fmla="*/ 425187 w 1122231"/>
                <a:gd name="connsiteY181" fmla="*/ 338785 h 2234502"/>
                <a:gd name="connsiteX182" fmla="*/ 414955 w 1122231"/>
                <a:gd name="connsiteY182" fmla="*/ 347311 h 2234502"/>
                <a:gd name="connsiteX183" fmla="*/ 406997 w 1122231"/>
                <a:gd name="connsiteY183" fmla="*/ 355269 h 2234502"/>
                <a:gd name="connsiteX184" fmla="*/ 381986 w 1122231"/>
                <a:gd name="connsiteY184" fmla="*/ 385396 h 2234502"/>
                <a:gd name="connsiteX185" fmla="*/ 370049 w 1122231"/>
                <a:gd name="connsiteY185" fmla="*/ 404155 h 2234502"/>
                <a:gd name="connsiteX186" fmla="*/ 367775 w 1122231"/>
                <a:gd name="connsiteY186" fmla="*/ 408134 h 2234502"/>
                <a:gd name="connsiteX187" fmla="*/ 360954 w 1122231"/>
                <a:gd name="connsiteY187" fmla="*/ 420071 h 2234502"/>
                <a:gd name="connsiteX188" fmla="*/ 359249 w 1122231"/>
                <a:gd name="connsiteY188" fmla="*/ 424050 h 2234502"/>
                <a:gd name="connsiteX189" fmla="*/ 358680 w 1122231"/>
                <a:gd name="connsiteY189" fmla="*/ 426323 h 2234502"/>
                <a:gd name="connsiteX190" fmla="*/ 355269 w 1122231"/>
                <a:gd name="connsiteY190" fmla="*/ 434281 h 2234502"/>
                <a:gd name="connsiteX191" fmla="*/ 347880 w 1122231"/>
                <a:gd name="connsiteY191" fmla="*/ 455882 h 2234502"/>
                <a:gd name="connsiteX192" fmla="*/ 341627 w 1122231"/>
                <a:gd name="connsiteY192" fmla="*/ 479188 h 2234502"/>
                <a:gd name="connsiteX193" fmla="*/ 339922 w 1122231"/>
                <a:gd name="connsiteY193" fmla="*/ 487714 h 2234502"/>
                <a:gd name="connsiteX194" fmla="*/ 337648 w 1122231"/>
                <a:gd name="connsiteY194" fmla="*/ 500788 h 2234502"/>
                <a:gd name="connsiteX195" fmla="*/ 335374 w 1122231"/>
                <a:gd name="connsiteY195" fmla="*/ 522388 h 2234502"/>
                <a:gd name="connsiteX196" fmla="*/ 334238 w 1122231"/>
                <a:gd name="connsiteY196" fmla="*/ 545694 h 2234502"/>
                <a:gd name="connsiteX197" fmla="*/ 331964 w 1122231"/>
                <a:gd name="connsiteY197" fmla="*/ 643464 h 2234502"/>
                <a:gd name="connsiteX198" fmla="*/ 109707 w 1122231"/>
                <a:gd name="connsiteY198" fmla="*/ 695191 h 2234502"/>
                <a:gd name="connsiteX199" fmla="*/ 71054 w 1122231"/>
                <a:gd name="connsiteY199" fmla="*/ 704286 h 2234502"/>
                <a:gd name="connsiteX200" fmla="*/ 72759 w 1122231"/>
                <a:gd name="connsiteY200" fmla="*/ 628685 h 2234502"/>
                <a:gd name="connsiteX201" fmla="*/ 222257 w 1122231"/>
                <a:gd name="connsiteY201" fmla="*/ 272279 h 2234502"/>
                <a:gd name="connsiteX202" fmla="*/ 590600 w 1122231"/>
                <a:gd name="connsiteY202" fmla="*/ 63096 h 2234502"/>
                <a:gd name="connsiteX203" fmla="*/ 676433 w 1122231"/>
                <a:gd name="connsiteY203" fmla="*/ 47180 h 2234502"/>
                <a:gd name="connsiteX204" fmla="*/ 758856 w 1122231"/>
                <a:gd name="connsiteY204" fmla="*/ 41495 h 2234502"/>
                <a:gd name="connsiteX205" fmla="*/ 846394 w 1122231"/>
                <a:gd name="connsiteY205" fmla="*/ 50022 h 2234502"/>
                <a:gd name="connsiteX206" fmla="*/ 953828 w 1122231"/>
                <a:gd name="connsiteY206" fmla="*/ 89244 h 2234502"/>
                <a:gd name="connsiteX207" fmla="*/ 969175 w 1122231"/>
                <a:gd name="connsiteY207" fmla="*/ 98907 h 2234502"/>
                <a:gd name="connsiteX208" fmla="*/ 1014081 w 1122231"/>
                <a:gd name="connsiteY208" fmla="*/ 139834 h 2234502"/>
                <a:gd name="connsiteX209" fmla="*/ 1016355 w 1122231"/>
                <a:gd name="connsiteY209" fmla="*/ 142108 h 2234502"/>
                <a:gd name="connsiteX210" fmla="*/ 1018060 w 1122231"/>
                <a:gd name="connsiteY210" fmla="*/ 144382 h 2234502"/>
                <a:gd name="connsiteX211" fmla="*/ 1028292 w 1122231"/>
                <a:gd name="connsiteY211" fmla="*/ 157455 h 2234502"/>
                <a:gd name="connsiteX212" fmla="*/ 1034545 w 1122231"/>
                <a:gd name="connsiteY212" fmla="*/ 167687 h 2234502"/>
                <a:gd name="connsiteX213" fmla="*/ 1039092 w 1122231"/>
                <a:gd name="connsiteY213" fmla="*/ 176214 h 2234502"/>
                <a:gd name="connsiteX214" fmla="*/ 1041366 w 1122231"/>
                <a:gd name="connsiteY214" fmla="*/ 180761 h 2234502"/>
                <a:gd name="connsiteX215" fmla="*/ 1053303 w 1122231"/>
                <a:gd name="connsiteY215" fmla="*/ 206909 h 2234502"/>
                <a:gd name="connsiteX216" fmla="*/ 1054440 w 1122231"/>
                <a:gd name="connsiteY216" fmla="*/ 209183 h 2234502"/>
                <a:gd name="connsiteX217" fmla="*/ 1056714 w 1122231"/>
                <a:gd name="connsiteY217" fmla="*/ 216572 h 2234502"/>
                <a:gd name="connsiteX218" fmla="*/ 1061261 w 1122231"/>
                <a:gd name="connsiteY218" fmla="*/ 230215 h 2234502"/>
                <a:gd name="connsiteX219" fmla="*/ 1065808 w 1122231"/>
                <a:gd name="connsiteY219" fmla="*/ 246699 h 2234502"/>
                <a:gd name="connsiteX220" fmla="*/ 1066377 w 1122231"/>
                <a:gd name="connsiteY220" fmla="*/ 250678 h 2234502"/>
                <a:gd name="connsiteX221" fmla="*/ 1076609 w 1122231"/>
                <a:gd name="connsiteY221" fmla="*/ 315479 h 2234502"/>
                <a:gd name="connsiteX222" fmla="*/ 1078883 w 1122231"/>
                <a:gd name="connsiteY222" fmla="*/ 370617 h 2234502"/>
                <a:gd name="connsiteX223" fmla="*/ 1076609 w 1122231"/>
                <a:gd name="connsiteY223" fmla="*/ 413818 h 223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122231" h="2234502">
                  <a:moveTo>
                    <a:pt x="1119809" y="311500"/>
                  </a:moveTo>
                  <a:cubicBezTo>
                    <a:pt x="1119809" y="310932"/>
                    <a:pt x="1119809" y="310932"/>
                    <a:pt x="1119809" y="310932"/>
                  </a:cubicBezTo>
                  <a:cubicBezTo>
                    <a:pt x="1119809" y="310363"/>
                    <a:pt x="1119809" y="310363"/>
                    <a:pt x="1119809" y="310363"/>
                  </a:cubicBezTo>
                  <a:cubicBezTo>
                    <a:pt x="1117536" y="285921"/>
                    <a:pt x="1114125" y="262047"/>
                    <a:pt x="1108441" y="241015"/>
                  </a:cubicBezTo>
                  <a:cubicBezTo>
                    <a:pt x="1107872" y="239878"/>
                    <a:pt x="1107872" y="238741"/>
                    <a:pt x="1107872" y="237036"/>
                  </a:cubicBezTo>
                  <a:cubicBezTo>
                    <a:pt x="1106167" y="230215"/>
                    <a:pt x="1104462" y="223393"/>
                    <a:pt x="1102188" y="217141"/>
                  </a:cubicBezTo>
                  <a:cubicBezTo>
                    <a:pt x="1099914" y="209751"/>
                    <a:pt x="1097072" y="202930"/>
                    <a:pt x="1094799" y="195540"/>
                  </a:cubicBezTo>
                  <a:cubicBezTo>
                    <a:pt x="1094230" y="194403"/>
                    <a:pt x="1093662" y="193267"/>
                    <a:pt x="1093093" y="191561"/>
                  </a:cubicBezTo>
                  <a:cubicBezTo>
                    <a:pt x="1089114" y="181330"/>
                    <a:pt x="1084567" y="171666"/>
                    <a:pt x="1078883" y="162003"/>
                  </a:cubicBezTo>
                  <a:cubicBezTo>
                    <a:pt x="1077746" y="159729"/>
                    <a:pt x="1076609" y="156887"/>
                    <a:pt x="1075472" y="154613"/>
                  </a:cubicBezTo>
                  <a:cubicBezTo>
                    <a:pt x="1074904" y="153476"/>
                    <a:pt x="1073767" y="151771"/>
                    <a:pt x="1073198" y="150066"/>
                  </a:cubicBezTo>
                  <a:cubicBezTo>
                    <a:pt x="1070356" y="144382"/>
                    <a:pt x="1066377" y="138129"/>
                    <a:pt x="1062398" y="133013"/>
                  </a:cubicBezTo>
                  <a:cubicBezTo>
                    <a:pt x="1058988" y="128465"/>
                    <a:pt x="1055577" y="123918"/>
                    <a:pt x="1052166" y="119371"/>
                  </a:cubicBezTo>
                  <a:cubicBezTo>
                    <a:pt x="1051029" y="117665"/>
                    <a:pt x="1049892" y="115960"/>
                    <a:pt x="1048187" y="114255"/>
                  </a:cubicBezTo>
                  <a:cubicBezTo>
                    <a:pt x="1039661" y="104023"/>
                    <a:pt x="1030566" y="94360"/>
                    <a:pt x="1020334" y="85833"/>
                  </a:cubicBezTo>
                  <a:cubicBezTo>
                    <a:pt x="1012376" y="78444"/>
                    <a:pt x="1003850" y="71622"/>
                    <a:pt x="994186" y="65370"/>
                  </a:cubicBezTo>
                  <a:cubicBezTo>
                    <a:pt x="988502" y="61391"/>
                    <a:pt x="982818" y="57980"/>
                    <a:pt x="976565" y="54001"/>
                  </a:cubicBezTo>
                  <a:cubicBezTo>
                    <a:pt x="915174" y="17621"/>
                    <a:pt x="843552" y="0"/>
                    <a:pt x="759424" y="0"/>
                  </a:cubicBezTo>
                  <a:cubicBezTo>
                    <a:pt x="731571" y="0"/>
                    <a:pt x="702012" y="1705"/>
                    <a:pt x="671317" y="5684"/>
                  </a:cubicBezTo>
                  <a:cubicBezTo>
                    <a:pt x="642327" y="9663"/>
                    <a:pt x="612769" y="15348"/>
                    <a:pt x="581505" y="22169"/>
                  </a:cubicBezTo>
                  <a:cubicBezTo>
                    <a:pt x="425755" y="58548"/>
                    <a:pt x="296153" y="132444"/>
                    <a:pt x="191561" y="243289"/>
                  </a:cubicBezTo>
                  <a:cubicBezTo>
                    <a:pt x="86970" y="354133"/>
                    <a:pt x="33538" y="482030"/>
                    <a:pt x="30695" y="627548"/>
                  </a:cubicBezTo>
                  <a:lnTo>
                    <a:pt x="28422" y="757719"/>
                  </a:lnTo>
                  <a:lnTo>
                    <a:pt x="109139" y="738961"/>
                  </a:lnTo>
                  <a:lnTo>
                    <a:pt x="373459" y="677002"/>
                  </a:lnTo>
                  <a:lnTo>
                    <a:pt x="375733" y="546831"/>
                  </a:lnTo>
                  <a:cubicBezTo>
                    <a:pt x="375733" y="540010"/>
                    <a:pt x="376302" y="533188"/>
                    <a:pt x="376870" y="526936"/>
                  </a:cubicBezTo>
                  <a:cubicBezTo>
                    <a:pt x="377438" y="520115"/>
                    <a:pt x="377438" y="513862"/>
                    <a:pt x="379144" y="507609"/>
                  </a:cubicBezTo>
                  <a:cubicBezTo>
                    <a:pt x="379712" y="503062"/>
                    <a:pt x="380281" y="498514"/>
                    <a:pt x="381418" y="493967"/>
                  </a:cubicBezTo>
                  <a:cubicBezTo>
                    <a:pt x="381418" y="492830"/>
                    <a:pt x="381986" y="491693"/>
                    <a:pt x="381986" y="489988"/>
                  </a:cubicBezTo>
                  <a:cubicBezTo>
                    <a:pt x="383691" y="482598"/>
                    <a:pt x="385397" y="475208"/>
                    <a:pt x="387670" y="468387"/>
                  </a:cubicBezTo>
                  <a:cubicBezTo>
                    <a:pt x="389375" y="461566"/>
                    <a:pt x="391649" y="455313"/>
                    <a:pt x="394491" y="449061"/>
                  </a:cubicBezTo>
                  <a:cubicBezTo>
                    <a:pt x="395628" y="445082"/>
                    <a:pt x="397334" y="441671"/>
                    <a:pt x="398470" y="438829"/>
                  </a:cubicBezTo>
                  <a:cubicBezTo>
                    <a:pt x="400744" y="433713"/>
                    <a:pt x="404155" y="428597"/>
                    <a:pt x="406428" y="424050"/>
                  </a:cubicBezTo>
                  <a:cubicBezTo>
                    <a:pt x="409270" y="418934"/>
                    <a:pt x="412113" y="414386"/>
                    <a:pt x="415523" y="409839"/>
                  </a:cubicBezTo>
                  <a:cubicBezTo>
                    <a:pt x="421776" y="401312"/>
                    <a:pt x="428597" y="392786"/>
                    <a:pt x="436555" y="384828"/>
                  </a:cubicBezTo>
                  <a:cubicBezTo>
                    <a:pt x="438829" y="382554"/>
                    <a:pt x="440534" y="380280"/>
                    <a:pt x="443376" y="378007"/>
                  </a:cubicBezTo>
                  <a:cubicBezTo>
                    <a:pt x="445650" y="375733"/>
                    <a:pt x="449061" y="372891"/>
                    <a:pt x="451903" y="370617"/>
                  </a:cubicBezTo>
                  <a:cubicBezTo>
                    <a:pt x="459293" y="364364"/>
                    <a:pt x="466682" y="358680"/>
                    <a:pt x="474640" y="354133"/>
                  </a:cubicBezTo>
                  <a:cubicBezTo>
                    <a:pt x="480324" y="350154"/>
                    <a:pt x="486577" y="346743"/>
                    <a:pt x="492830" y="343901"/>
                  </a:cubicBezTo>
                  <a:cubicBezTo>
                    <a:pt x="495104" y="342764"/>
                    <a:pt x="496809" y="341627"/>
                    <a:pt x="498514" y="340490"/>
                  </a:cubicBezTo>
                  <a:cubicBezTo>
                    <a:pt x="501925" y="338785"/>
                    <a:pt x="505335" y="337080"/>
                    <a:pt x="508746" y="335943"/>
                  </a:cubicBezTo>
                  <a:cubicBezTo>
                    <a:pt x="516136" y="331964"/>
                    <a:pt x="524094" y="329122"/>
                    <a:pt x="532052" y="326280"/>
                  </a:cubicBezTo>
                  <a:cubicBezTo>
                    <a:pt x="538873" y="324006"/>
                    <a:pt x="545694" y="321732"/>
                    <a:pt x="553084" y="319458"/>
                  </a:cubicBezTo>
                  <a:cubicBezTo>
                    <a:pt x="560473" y="317185"/>
                    <a:pt x="567863" y="315479"/>
                    <a:pt x="575821" y="313206"/>
                  </a:cubicBezTo>
                  <a:cubicBezTo>
                    <a:pt x="588895" y="310363"/>
                    <a:pt x="601400" y="308090"/>
                    <a:pt x="613337" y="306384"/>
                  </a:cubicBezTo>
                  <a:cubicBezTo>
                    <a:pt x="625274" y="304679"/>
                    <a:pt x="636643" y="304111"/>
                    <a:pt x="647443" y="304111"/>
                  </a:cubicBezTo>
                  <a:cubicBezTo>
                    <a:pt x="655401" y="304111"/>
                    <a:pt x="662791" y="304679"/>
                    <a:pt x="669612" y="305248"/>
                  </a:cubicBezTo>
                  <a:cubicBezTo>
                    <a:pt x="677002" y="305816"/>
                    <a:pt x="683254" y="307521"/>
                    <a:pt x="689507" y="309227"/>
                  </a:cubicBezTo>
                  <a:cubicBezTo>
                    <a:pt x="690076" y="309227"/>
                    <a:pt x="690076" y="309227"/>
                    <a:pt x="690076" y="309227"/>
                  </a:cubicBezTo>
                  <a:cubicBezTo>
                    <a:pt x="696328" y="310932"/>
                    <a:pt x="702012" y="313206"/>
                    <a:pt x="707697" y="315479"/>
                  </a:cubicBezTo>
                  <a:cubicBezTo>
                    <a:pt x="713381" y="317753"/>
                    <a:pt x="717929" y="320595"/>
                    <a:pt x="723045" y="324006"/>
                  </a:cubicBezTo>
                  <a:cubicBezTo>
                    <a:pt x="723613" y="324574"/>
                    <a:pt x="724181" y="324574"/>
                    <a:pt x="725318" y="325143"/>
                  </a:cubicBezTo>
                  <a:cubicBezTo>
                    <a:pt x="736118" y="333101"/>
                    <a:pt x="745213" y="343332"/>
                    <a:pt x="752603" y="355838"/>
                  </a:cubicBezTo>
                  <a:cubicBezTo>
                    <a:pt x="766814" y="380280"/>
                    <a:pt x="773635" y="412681"/>
                    <a:pt x="772498" y="454177"/>
                  </a:cubicBezTo>
                  <a:cubicBezTo>
                    <a:pt x="770793" y="549105"/>
                    <a:pt x="712813" y="674728"/>
                    <a:pt x="597990" y="829910"/>
                  </a:cubicBezTo>
                  <a:cubicBezTo>
                    <a:pt x="589463" y="840710"/>
                    <a:pt x="581505" y="851510"/>
                    <a:pt x="572979" y="862879"/>
                  </a:cubicBezTo>
                  <a:cubicBezTo>
                    <a:pt x="527504" y="920859"/>
                    <a:pt x="482030" y="978270"/>
                    <a:pt x="437124" y="1035682"/>
                  </a:cubicBezTo>
                  <a:cubicBezTo>
                    <a:pt x="360385" y="1132883"/>
                    <a:pt x="284784" y="1229517"/>
                    <a:pt x="209183" y="1325013"/>
                  </a:cubicBezTo>
                  <a:cubicBezTo>
                    <a:pt x="77875" y="1508048"/>
                    <a:pt x="10800" y="1664935"/>
                    <a:pt x="8526" y="1794537"/>
                  </a:cubicBezTo>
                  <a:lnTo>
                    <a:pt x="0" y="2234503"/>
                  </a:lnTo>
                  <a:lnTo>
                    <a:pt x="80717" y="2215745"/>
                  </a:lnTo>
                  <a:lnTo>
                    <a:pt x="675865" y="2075342"/>
                  </a:lnTo>
                  <a:lnTo>
                    <a:pt x="806604" y="2044647"/>
                  </a:lnTo>
                  <a:lnTo>
                    <a:pt x="1090820" y="1977572"/>
                  </a:lnTo>
                  <a:lnTo>
                    <a:pt x="1099914" y="1509753"/>
                  </a:lnTo>
                  <a:lnTo>
                    <a:pt x="1099914" y="1502364"/>
                  </a:lnTo>
                  <a:lnTo>
                    <a:pt x="1101051" y="1433583"/>
                  </a:lnTo>
                  <a:lnTo>
                    <a:pt x="752603" y="1516006"/>
                  </a:lnTo>
                  <a:lnTo>
                    <a:pt x="747487" y="1764410"/>
                  </a:lnTo>
                  <a:lnTo>
                    <a:pt x="435418" y="1837738"/>
                  </a:lnTo>
                  <a:lnTo>
                    <a:pt x="354701" y="1856496"/>
                  </a:lnTo>
                  <a:lnTo>
                    <a:pt x="356975" y="1745652"/>
                  </a:lnTo>
                  <a:cubicBezTo>
                    <a:pt x="356975" y="1739399"/>
                    <a:pt x="357543" y="1733147"/>
                    <a:pt x="358112" y="1726326"/>
                  </a:cubicBezTo>
                  <a:cubicBezTo>
                    <a:pt x="358680" y="1721210"/>
                    <a:pt x="358680" y="1716094"/>
                    <a:pt x="360385" y="1710978"/>
                  </a:cubicBezTo>
                  <a:cubicBezTo>
                    <a:pt x="360385" y="1707567"/>
                    <a:pt x="360954" y="1704725"/>
                    <a:pt x="362091" y="1701314"/>
                  </a:cubicBezTo>
                  <a:cubicBezTo>
                    <a:pt x="362659" y="1692788"/>
                    <a:pt x="364933" y="1684830"/>
                    <a:pt x="367775" y="1676304"/>
                  </a:cubicBezTo>
                  <a:cubicBezTo>
                    <a:pt x="368912" y="1670051"/>
                    <a:pt x="370617" y="1663230"/>
                    <a:pt x="373459" y="1656408"/>
                  </a:cubicBezTo>
                  <a:cubicBezTo>
                    <a:pt x="374028" y="1654135"/>
                    <a:pt x="374596" y="1651861"/>
                    <a:pt x="375733" y="1649019"/>
                  </a:cubicBezTo>
                  <a:cubicBezTo>
                    <a:pt x="379712" y="1637082"/>
                    <a:pt x="384260" y="1624008"/>
                    <a:pt x="389375" y="1610934"/>
                  </a:cubicBezTo>
                  <a:cubicBezTo>
                    <a:pt x="389944" y="1608660"/>
                    <a:pt x="390512" y="1606955"/>
                    <a:pt x="391649" y="1604681"/>
                  </a:cubicBezTo>
                  <a:cubicBezTo>
                    <a:pt x="397902" y="1588765"/>
                    <a:pt x="405292" y="1572281"/>
                    <a:pt x="414386" y="1555228"/>
                  </a:cubicBezTo>
                  <a:cubicBezTo>
                    <a:pt x="414386" y="1554659"/>
                    <a:pt x="414955" y="1553522"/>
                    <a:pt x="415523" y="1552954"/>
                  </a:cubicBezTo>
                  <a:cubicBezTo>
                    <a:pt x="417797" y="1547838"/>
                    <a:pt x="420071" y="1542722"/>
                    <a:pt x="423481" y="1537606"/>
                  </a:cubicBezTo>
                  <a:cubicBezTo>
                    <a:pt x="450198" y="1485879"/>
                    <a:pt x="486009" y="1428468"/>
                    <a:pt x="529778" y="1365940"/>
                  </a:cubicBezTo>
                  <a:cubicBezTo>
                    <a:pt x="538304" y="1354003"/>
                    <a:pt x="547399" y="1341498"/>
                    <a:pt x="556494" y="1328424"/>
                  </a:cubicBezTo>
                  <a:cubicBezTo>
                    <a:pt x="612769" y="1253391"/>
                    <a:pt x="669044" y="1178926"/>
                    <a:pt x="725887" y="1104462"/>
                  </a:cubicBezTo>
                  <a:lnTo>
                    <a:pt x="821383" y="979975"/>
                  </a:lnTo>
                  <a:cubicBezTo>
                    <a:pt x="821383" y="979407"/>
                    <a:pt x="821952" y="979407"/>
                    <a:pt x="821952" y="979407"/>
                  </a:cubicBezTo>
                  <a:cubicBezTo>
                    <a:pt x="821952" y="978838"/>
                    <a:pt x="821952" y="978838"/>
                    <a:pt x="822520" y="978838"/>
                  </a:cubicBezTo>
                  <a:cubicBezTo>
                    <a:pt x="855489" y="936206"/>
                    <a:pt x="887890" y="893574"/>
                    <a:pt x="920858" y="851510"/>
                  </a:cubicBezTo>
                  <a:cubicBezTo>
                    <a:pt x="936206" y="829910"/>
                    <a:pt x="949849" y="808309"/>
                    <a:pt x="962923" y="787277"/>
                  </a:cubicBezTo>
                  <a:cubicBezTo>
                    <a:pt x="964059" y="785004"/>
                    <a:pt x="965765" y="783298"/>
                    <a:pt x="966902" y="781024"/>
                  </a:cubicBezTo>
                  <a:cubicBezTo>
                    <a:pt x="991912" y="740666"/>
                    <a:pt x="1014081" y="702013"/>
                    <a:pt x="1032839" y="665064"/>
                  </a:cubicBezTo>
                  <a:cubicBezTo>
                    <a:pt x="1037387" y="655970"/>
                    <a:pt x="1041935" y="646875"/>
                    <a:pt x="1046482" y="637780"/>
                  </a:cubicBezTo>
                  <a:cubicBezTo>
                    <a:pt x="1051029" y="628116"/>
                    <a:pt x="1055008" y="619022"/>
                    <a:pt x="1059556" y="609927"/>
                  </a:cubicBezTo>
                  <a:cubicBezTo>
                    <a:pt x="1065808" y="596284"/>
                    <a:pt x="1071493" y="583210"/>
                    <a:pt x="1076040" y="570137"/>
                  </a:cubicBezTo>
                  <a:cubicBezTo>
                    <a:pt x="1077177" y="567863"/>
                    <a:pt x="1078314" y="565589"/>
                    <a:pt x="1078883" y="563315"/>
                  </a:cubicBezTo>
                  <a:cubicBezTo>
                    <a:pt x="1081156" y="558199"/>
                    <a:pt x="1082861" y="553084"/>
                    <a:pt x="1084567" y="547968"/>
                  </a:cubicBezTo>
                  <a:cubicBezTo>
                    <a:pt x="1087409" y="540578"/>
                    <a:pt x="1090251" y="533188"/>
                    <a:pt x="1091956" y="526367"/>
                  </a:cubicBezTo>
                  <a:cubicBezTo>
                    <a:pt x="1094230" y="520115"/>
                    <a:pt x="1095936" y="514430"/>
                    <a:pt x="1097641" y="508177"/>
                  </a:cubicBezTo>
                  <a:cubicBezTo>
                    <a:pt x="1103893" y="488282"/>
                    <a:pt x="1109009" y="468956"/>
                    <a:pt x="1112420" y="450197"/>
                  </a:cubicBezTo>
                  <a:cubicBezTo>
                    <a:pt x="1114694" y="439397"/>
                    <a:pt x="1116399" y="428597"/>
                    <a:pt x="1118104" y="417797"/>
                  </a:cubicBezTo>
                  <a:cubicBezTo>
                    <a:pt x="1120378" y="401312"/>
                    <a:pt x="1121515" y="385965"/>
                    <a:pt x="1122083" y="370617"/>
                  </a:cubicBezTo>
                  <a:cubicBezTo>
                    <a:pt x="1122652" y="350154"/>
                    <a:pt x="1121515" y="330827"/>
                    <a:pt x="1119809" y="311500"/>
                  </a:cubicBezTo>
                  <a:close/>
                  <a:moveTo>
                    <a:pt x="1076609" y="413818"/>
                  </a:moveTo>
                  <a:cubicBezTo>
                    <a:pt x="1075472" y="424050"/>
                    <a:pt x="1073767" y="433713"/>
                    <a:pt x="1071493" y="441671"/>
                  </a:cubicBezTo>
                  <a:cubicBezTo>
                    <a:pt x="1071493" y="442239"/>
                    <a:pt x="1071493" y="443376"/>
                    <a:pt x="1070924" y="443945"/>
                  </a:cubicBezTo>
                  <a:cubicBezTo>
                    <a:pt x="1068651" y="460429"/>
                    <a:pt x="1063535" y="477482"/>
                    <a:pt x="1057282" y="498514"/>
                  </a:cubicBezTo>
                  <a:cubicBezTo>
                    <a:pt x="1056145" y="504198"/>
                    <a:pt x="1054440" y="508746"/>
                    <a:pt x="1052166" y="516136"/>
                  </a:cubicBezTo>
                  <a:cubicBezTo>
                    <a:pt x="1050461" y="521820"/>
                    <a:pt x="1048187" y="528073"/>
                    <a:pt x="1045913" y="533757"/>
                  </a:cubicBezTo>
                  <a:cubicBezTo>
                    <a:pt x="1045913" y="534325"/>
                    <a:pt x="1045345" y="535462"/>
                    <a:pt x="1045345" y="536031"/>
                  </a:cubicBezTo>
                  <a:lnTo>
                    <a:pt x="1044777" y="539441"/>
                  </a:lnTo>
                  <a:cubicBezTo>
                    <a:pt x="1043640" y="542283"/>
                    <a:pt x="1042503" y="545694"/>
                    <a:pt x="1040798" y="549673"/>
                  </a:cubicBezTo>
                  <a:cubicBezTo>
                    <a:pt x="1040229" y="550241"/>
                    <a:pt x="1040229" y="551947"/>
                    <a:pt x="1039092" y="553084"/>
                  </a:cubicBezTo>
                  <a:cubicBezTo>
                    <a:pt x="1038524" y="554789"/>
                    <a:pt x="1037956" y="556494"/>
                    <a:pt x="1037387" y="557631"/>
                  </a:cubicBezTo>
                  <a:cubicBezTo>
                    <a:pt x="1033408" y="567863"/>
                    <a:pt x="1028860" y="579231"/>
                    <a:pt x="1021471" y="595147"/>
                  </a:cubicBezTo>
                  <a:cubicBezTo>
                    <a:pt x="1017492" y="603674"/>
                    <a:pt x="1013513" y="612200"/>
                    <a:pt x="1009534" y="621295"/>
                  </a:cubicBezTo>
                  <a:cubicBezTo>
                    <a:pt x="1005555" y="629822"/>
                    <a:pt x="1001007" y="638917"/>
                    <a:pt x="996460" y="647443"/>
                  </a:cubicBezTo>
                  <a:cubicBezTo>
                    <a:pt x="978270" y="683254"/>
                    <a:pt x="956101" y="721339"/>
                    <a:pt x="931091" y="761698"/>
                  </a:cubicBezTo>
                  <a:cubicBezTo>
                    <a:pt x="929954" y="763403"/>
                    <a:pt x="928817" y="765677"/>
                    <a:pt x="928248" y="766245"/>
                  </a:cubicBezTo>
                  <a:cubicBezTo>
                    <a:pt x="914606" y="786709"/>
                    <a:pt x="901532" y="807741"/>
                    <a:pt x="887321" y="827636"/>
                  </a:cubicBezTo>
                  <a:cubicBezTo>
                    <a:pt x="854352" y="869700"/>
                    <a:pt x="821952" y="912332"/>
                    <a:pt x="788983" y="954964"/>
                  </a:cubicBezTo>
                  <a:cubicBezTo>
                    <a:pt x="788983" y="955533"/>
                    <a:pt x="788983" y="955533"/>
                    <a:pt x="788414" y="955533"/>
                  </a:cubicBezTo>
                  <a:cubicBezTo>
                    <a:pt x="788414" y="955533"/>
                    <a:pt x="787846" y="956101"/>
                    <a:pt x="787846" y="956101"/>
                  </a:cubicBezTo>
                  <a:lnTo>
                    <a:pt x="691781" y="1080588"/>
                  </a:lnTo>
                  <a:cubicBezTo>
                    <a:pt x="634938" y="1155621"/>
                    <a:pt x="578663" y="1230085"/>
                    <a:pt x="521820" y="1305686"/>
                  </a:cubicBezTo>
                  <a:cubicBezTo>
                    <a:pt x="512725" y="1318760"/>
                    <a:pt x="503062" y="1331266"/>
                    <a:pt x="494535" y="1343203"/>
                  </a:cubicBezTo>
                  <a:cubicBezTo>
                    <a:pt x="449061" y="1408004"/>
                    <a:pt x="413250" y="1465416"/>
                    <a:pt x="385965" y="1517711"/>
                  </a:cubicBezTo>
                  <a:cubicBezTo>
                    <a:pt x="383123" y="1522259"/>
                    <a:pt x="380281" y="1527943"/>
                    <a:pt x="377438" y="1533059"/>
                  </a:cubicBezTo>
                  <a:cubicBezTo>
                    <a:pt x="376302" y="1535333"/>
                    <a:pt x="375165" y="1538175"/>
                    <a:pt x="374028" y="1540449"/>
                  </a:cubicBezTo>
                  <a:cubicBezTo>
                    <a:pt x="365502" y="1556933"/>
                    <a:pt x="358680" y="1572849"/>
                    <a:pt x="352427" y="1587628"/>
                  </a:cubicBezTo>
                  <a:cubicBezTo>
                    <a:pt x="350722" y="1591607"/>
                    <a:pt x="349585" y="1595018"/>
                    <a:pt x="348449" y="1598429"/>
                  </a:cubicBezTo>
                  <a:cubicBezTo>
                    <a:pt x="343333" y="1610934"/>
                    <a:pt x="338217" y="1624008"/>
                    <a:pt x="334806" y="1636513"/>
                  </a:cubicBezTo>
                  <a:cubicBezTo>
                    <a:pt x="334238" y="1639356"/>
                    <a:pt x="333101" y="1642198"/>
                    <a:pt x="332532" y="1645040"/>
                  </a:cubicBezTo>
                  <a:cubicBezTo>
                    <a:pt x="330259" y="1651861"/>
                    <a:pt x="328553" y="1658682"/>
                    <a:pt x="326848" y="1666640"/>
                  </a:cubicBezTo>
                  <a:cubicBezTo>
                    <a:pt x="323437" y="1676872"/>
                    <a:pt x="321732" y="1685967"/>
                    <a:pt x="320595" y="1694493"/>
                  </a:cubicBezTo>
                  <a:cubicBezTo>
                    <a:pt x="320027" y="1697336"/>
                    <a:pt x="318890" y="1701883"/>
                    <a:pt x="318321" y="1706430"/>
                  </a:cubicBezTo>
                  <a:cubicBezTo>
                    <a:pt x="317185" y="1713252"/>
                    <a:pt x="316616" y="1718367"/>
                    <a:pt x="316616" y="1721778"/>
                  </a:cubicBezTo>
                  <a:cubicBezTo>
                    <a:pt x="315479" y="1730304"/>
                    <a:pt x="314911" y="1738263"/>
                    <a:pt x="314911" y="1745652"/>
                  </a:cubicBezTo>
                  <a:lnTo>
                    <a:pt x="312637" y="1856496"/>
                  </a:lnTo>
                  <a:cubicBezTo>
                    <a:pt x="312069" y="1869570"/>
                    <a:pt x="318321" y="1881507"/>
                    <a:pt x="327985" y="1890034"/>
                  </a:cubicBezTo>
                  <a:cubicBezTo>
                    <a:pt x="335374" y="1895718"/>
                    <a:pt x="344469" y="1899129"/>
                    <a:pt x="354133" y="1899129"/>
                  </a:cubicBezTo>
                  <a:cubicBezTo>
                    <a:pt x="357543" y="1899129"/>
                    <a:pt x="360385" y="1898560"/>
                    <a:pt x="363796" y="1897992"/>
                  </a:cubicBezTo>
                  <a:lnTo>
                    <a:pt x="433713" y="1881507"/>
                  </a:lnTo>
                  <a:lnTo>
                    <a:pt x="756582" y="1805906"/>
                  </a:lnTo>
                  <a:cubicBezTo>
                    <a:pt x="774772" y="1801927"/>
                    <a:pt x="788414" y="1785442"/>
                    <a:pt x="788983" y="1766116"/>
                  </a:cubicBezTo>
                  <a:lnTo>
                    <a:pt x="792961" y="1550112"/>
                  </a:lnTo>
                  <a:lnTo>
                    <a:pt x="1057851" y="1487584"/>
                  </a:lnTo>
                  <a:lnTo>
                    <a:pt x="1057282" y="1509185"/>
                  </a:lnTo>
                  <a:lnTo>
                    <a:pt x="1057282" y="1513164"/>
                  </a:lnTo>
                  <a:lnTo>
                    <a:pt x="1048756" y="1944603"/>
                  </a:lnTo>
                  <a:lnTo>
                    <a:pt x="796372" y="2004288"/>
                  </a:lnTo>
                  <a:lnTo>
                    <a:pt x="665633" y="2035552"/>
                  </a:lnTo>
                  <a:lnTo>
                    <a:pt x="81286" y="2172544"/>
                  </a:lnTo>
                  <a:lnTo>
                    <a:pt x="42632" y="2181639"/>
                  </a:lnTo>
                  <a:lnTo>
                    <a:pt x="50022" y="1795674"/>
                  </a:lnTo>
                  <a:cubicBezTo>
                    <a:pt x="52296" y="1675167"/>
                    <a:pt x="117097" y="1525101"/>
                    <a:pt x="242152" y="1351161"/>
                  </a:cubicBezTo>
                  <a:cubicBezTo>
                    <a:pt x="317185" y="1255096"/>
                    <a:pt x="392786" y="1159031"/>
                    <a:pt x="470093" y="1061261"/>
                  </a:cubicBezTo>
                  <a:cubicBezTo>
                    <a:pt x="493399" y="1031703"/>
                    <a:pt x="517272" y="1001576"/>
                    <a:pt x="541147" y="971449"/>
                  </a:cubicBezTo>
                  <a:cubicBezTo>
                    <a:pt x="562747" y="944164"/>
                    <a:pt x="584348" y="916311"/>
                    <a:pt x="605948" y="889026"/>
                  </a:cubicBezTo>
                  <a:cubicBezTo>
                    <a:pt x="611064" y="882774"/>
                    <a:pt x="615611" y="876521"/>
                    <a:pt x="620727" y="870268"/>
                  </a:cubicBezTo>
                  <a:lnTo>
                    <a:pt x="631527" y="854920"/>
                  </a:lnTo>
                  <a:cubicBezTo>
                    <a:pt x="752603" y="691212"/>
                    <a:pt x="812288" y="560473"/>
                    <a:pt x="813993" y="455313"/>
                  </a:cubicBezTo>
                  <a:cubicBezTo>
                    <a:pt x="814562" y="425755"/>
                    <a:pt x="811720" y="399607"/>
                    <a:pt x="805467" y="376301"/>
                  </a:cubicBezTo>
                  <a:cubicBezTo>
                    <a:pt x="795804" y="339353"/>
                    <a:pt x="777045" y="310932"/>
                    <a:pt x="749193" y="291037"/>
                  </a:cubicBezTo>
                  <a:cubicBezTo>
                    <a:pt x="748624" y="290468"/>
                    <a:pt x="746919" y="289331"/>
                    <a:pt x="745782" y="288763"/>
                  </a:cubicBezTo>
                  <a:cubicBezTo>
                    <a:pt x="740097" y="285352"/>
                    <a:pt x="732708" y="280805"/>
                    <a:pt x="723613" y="276826"/>
                  </a:cubicBezTo>
                  <a:cubicBezTo>
                    <a:pt x="716223" y="273415"/>
                    <a:pt x="708265" y="270573"/>
                    <a:pt x="700307" y="268300"/>
                  </a:cubicBezTo>
                  <a:cubicBezTo>
                    <a:pt x="699739" y="268300"/>
                    <a:pt x="698602" y="267731"/>
                    <a:pt x="698034" y="267731"/>
                  </a:cubicBezTo>
                  <a:cubicBezTo>
                    <a:pt x="690644" y="265457"/>
                    <a:pt x="682686" y="264321"/>
                    <a:pt x="674728" y="263752"/>
                  </a:cubicBezTo>
                  <a:cubicBezTo>
                    <a:pt x="665633" y="262615"/>
                    <a:pt x="656538" y="262047"/>
                    <a:pt x="647443" y="262047"/>
                  </a:cubicBezTo>
                  <a:cubicBezTo>
                    <a:pt x="634369" y="262047"/>
                    <a:pt x="621296" y="262615"/>
                    <a:pt x="607085" y="264889"/>
                  </a:cubicBezTo>
                  <a:cubicBezTo>
                    <a:pt x="591737" y="267163"/>
                    <a:pt x="579232" y="269436"/>
                    <a:pt x="565021" y="272279"/>
                  </a:cubicBezTo>
                  <a:lnTo>
                    <a:pt x="559336" y="273984"/>
                  </a:lnTo>
                  <a:cubicBezTo>
                    <a:pt x="552515" y="275689"/>
                    <a:pt x="546263" y="277394"/>
                    <a:pt x="540010" y="279668"/>
                  </a:cubicBezTo>
                  <a:cubicBezTo>
                    <a:pt x="532620" y="281942"/>
                    <a:pt x="524662" y="284216"/>
                    <a:pt x="517272" y="287058"/>
                  </a:cubicBezTo>
                  <a:cubicBezTo>
                    <a:pt x="509883" y="289900"/>
                    <a:pt x="500788" y="293310"/>
                    <a:pt x="492262" y="297290"/>
                  </a:cubicBezTo>
                  <a:cubicBezTo>
                    <a:pt x="488283" y="298995"/>
                    <a:pt x="484303" y="300700"/>
                    <a:pt x="480893" y="302405"/>
                  </a:cubicBezTo>
                  <a:cubicBezTo>
                    <a:pt x="478051" y="303542"/>
                    <a:pt x="475209" y="305248"/>
                    <a:pt x="472367" y="306953"/>
                  </a:cubicBezTo>
                  <a:cubicBezTo>
                    <a:pt x="466114" y="309795"/>
                    <a:pt x="459293" y="314342"/>
                    <a:pt x="451903" y="318890"/>
                  </a:cubicBezTo>
                  <a:cubicBezTo>
                    <a:pt x="441671" y="325143"/>
                    <a:pt x="433145" y="331395"/>
                    <a:pt x="425187" y="338785"/>
                  </a:cubicBezTo>
                  <a:cubicBezTo>
                    <a:pt x="421776" y="341059"/>
                    <a:pt x="417797" y="344469"/>
                    <a:pt x="414955" y="347311"/>
                  </a:cubicBezTo>
                  <a:cubicBezTo>
                    <a:pt x="412681" y="349585"/>
                    <a:pt x="409839" y="351859"/>
                    <a:pt x="406997" y="355269"/>
                  </a:cubicBezTo>
                  <a:cubicBezTo>
                    <a:pt x="398470" y="363796"/>
                    <a:pt x="390512" y="373459"/>
                    <a:pt x="381986" y="385396"/>
                  </a:cubicBezTo>
                  <a:cubicBezTo>
                    <a:pt x="378007" y="391081"/>
                    <a:pt x="374028" y="397333"/>
                    <a:pt x="370049" y="404155"/>
                  </a:cubicBezTo>
                  <a:lnTo>
                    <a:pt x="367775" y="408134"/>
                  </a:lnTo>
                  <a:cubicBezTo>
                    <a:pt x="365502" y="412113"/>
                    <a:pt x="363228" y="416092"/>
                    <a:pt x="360954" y="420071"/>
                  </a:cubicBezTo>
                  <a:cubicBezTo>
                    <a:pt x="360385" y="421208"/>
                    <a:pt x="360385" y="422344"/>
                    <a:pt x="359249" y="424050"/>
                  </a:cubicBezTo>
                  <a:lnTo>
                    <a:pt x="358680" y="426323"/>
                  </a:lnTo>
                  <a:cubicBezTo>
                    <a:pt x="357543" y="428597"/>
                    <a:pt x="356406" y="431439"/>
                    <a:pt x="355269" y="434281"/>
                  </a:cubicBezTo>
                  <a:cubicBezTo>
                    <a:pt x="352996" y="440534"/>
                    <a:pt x="349585" y="447924"/>
                    <a:pt x="347880" y="455882"/>
                  </a:cubicBezTo>
                  <a:cubicBezTo>
                    <a:pt x="345606" y="463840"/>
                    <a:pt x="343333" y="471798"/>
                    <a:pt x="341627" y="479188"/>
                  </a:cubicBezTo>
                  <a:cubicBezTo>
                    <a:pt x="341059" y="481461"/>
                    <a:pt x="340490" y="484303"/>
                    <a:pt x="339922" y="487714"/>
                  </a:cubicBezTo>
                  <a:cubicBezTo>
                    <a:pt x="339353" y="491693"/>
                    <a:pt x="338217" y="496240"/>
                    <a:pt x="337648" y="500788"/>
                  </a:cubicBezTo>
                  <a:cubicBezTo>
                    <a:pt x="335943" y="508746"/>
                    <a:pt x="335374" y="516136"/>
                    <a:pt x="335374" y="522388"/>
                  </a:cubicBezTo>
                  <a:cubicBezTo>
                    <a:pt x="334806" y="530346"/>
                    <a:pt x="334238" y="538304"/>
                    <a:pt x="334238" y="545694"/>
                  </a:cubicBezTo>
                  <a:lnTo>
                    <a:pt x="331964" y="643464"/>
                  </a:lnTo>
                  <a:lnTo>
                    <a:pt x="109707" y="695191"/>
                  </a:lnTo>
                  <a:lnTo>
                    <a:pt x="71054" y="704286"/>
                  </a:lnTo>
                  <a:lnTo>
                    <a:pt x="72759" y="628685"/>
                  </a:lnTo>
                  <a:cubicBezTo>
                    <a:pt x="75033" y="492261"/>
                    <a:pt x="124487" y="375733"/>
                    <a:pt x="222257" y="272279"/>
                  </a:cubicBezTo>
                  <a:cubicBezTo>
                    <a:pt x="320595" y="167687"/>
                    <a:pt x="444513" y="97770"/>
                    <a:pt x="590600" y="63096"/>
                  </a:cubicBezTo>
                  <a:cubicBezTo>
                    <a:pt x="619590" y="56843"/>
                    <a:pt x="647443" y="51159"/>
                    <a:pt x="676433" y="47180"/>
                  </a:cubicBezTo>
                  <a:cubicBezTo>
                    <a:pt x="704855" y="43201"/>
                    <a:pt x="732708" y="41495"/>
                    <a:pt x="758856" y="41495"/>
                  </a:cubicBezTo>
                  <a:cubicBezTo>
                    <a:pt x="790119" y="41495"/>
                    <a:pt x="819110" y="43769"/>
                    <a:pt x="846394" y="50022"/>
                  </a:cubicBezTo>
                  <a:cubicBezTo>
                    <a:pt x="886184" y="57412"/>
                    <a:pt x="921995" y="70485"/>
                    <a:pt x="953828" y="89244"/>
                  </a:cubicBezTo>
                  <a:cubicBezTo>
                    <a:pt x="959512" y="92086"/>
                    <a:pt x="964628" y="95496"/>
                    <a:pt x="969175" y="98907"/>
                  </a:cubicBezTo>
                  <a:cubicBezTo>
                    <a:pt x="986797" y="110844"/>
                    <a:pt x="1002144" y="125055"/>
                    <a:pt x="1014081" y="139834"/>
                  </a:cubicBezTo>
                  <a:cubicBezTo>
                    <a:pt x="1015218" y="140971"/>
                    <a:pt x="1015218" y="141539"/>
                    <a:pt x="1016355" y="142108"/>
                  </a:cubicBezTo>
                  <a:lnTo>
                    <a:pt x="1018060" y="144382"/>
                  </a:lnTo>
                  <a:cubicBezTo>
                    <a:pt x="1021471" y="148361"/>
                    <a:pt x="1024313" y="152340"/>
                    <a:pt x="1028292" y="157455"/>
                  </a:cubicBezTo>
                  <a:cubicBezTo>
                    <a:pt x="1030566" y="160866"/>
                    <a:pt x="1033408" y="164845"/>
                    <a:pt x="1034545" y="167687"/>
                  </a:cubicBezTo>
                  <a:cubicBezTo>
                    <a:pt x="1036250" y="171098"/>
                    <a:pt x="1038524" y="174508"/>
                    <a:pt x="1039092" y="176214"/>
                  </a:cubicBezTo>
                  <a:lnTo>
                    <a:pt x="1041366" y="180761"/>
                  </a:lnTo>
                  <a:cubicBezTo>
                    <a:pt x="1045913" y="189288"/>
                    <a:pt x="1049892" y="197814"/>
                    <a:pt x="1053303" y="206909"/>
                  </a:cubicBezTo>
                  <a:cubicBezTo>
                    <a:pt x="1053872" y="207477"/>
                    <a:pt x="1053872" y="208614"/>
                    <a:pt x="1054440" y="209183"/>
                  </a:cubicBezTo>
                  <a:lnTo>
                    <a:pt x="1056714" y="216572"/>
                  </a:lnTo>
                  <a:cubicBezTo>
                    <a:pt x="1058419" y="220551"/>
                    <a:pt x="1059556" y="225099"/>
                    <a:pt x="1061261" y="230215"/>
                  </a:cubicBezTo>
                  <a:cubicBezTo>
                    <a:pt x="1062966" y="235331"/>
                    <a:pt x="1064103" y="240446"/>
                    <a:pt x="1065808" y="246699"/>
                  </a:cubicBezTo>
                  <a:cubicBezTo>
                    <a:pt x="1065808" y="247268"/>
                    <a:pt x="1066377" y="249541"/>
                    <a:pt x="1066377" y="250678"/>
                  </a:cubicBezTo>
                  <a:cubicBezTo>
                    <a:pt x="1070924" y="270005"/>
                    <a:pt x="1074335" y="291605"/>
                    <a:pt x="1076609" y="315479"/>
                  </a:cubicBezTo>
                  <a:cubicBezTo>
                    <a:pt x="1078314" y="335943"/>
                    <a:pt x="1078883" y="353564"/>
                    <a:pt x="1078883" y="370617"/>
                  </a:cubicBezTo>
                  <a:cubicBezTo>
                    <a:pt x="1079451" y="383691"/>
                    <a:pt x="1078314" y="397902"/>
                    <a:pt x="1076609" y="413818"/>
                  </a:cubicBezTo>
                  <a:close/>
                </a:path>
              </a:pathLst>
            </a:custGeom>
            <a:gradFill flip="none" rotWithShape="1">
              <a:gsLst>
                <a:gs pos="100000">
                  <a:srgbClr val="2346F5">
                    <a:lumMod val="75000"/>
                  </a:srgbClr>
                </a:gs>
                <a:gs pos="0">
                  <a:srgbClr val="2346F5"/>
                </a:gs>
              </a:gsLst>
              <a:lin ang="5400000" scaled="1"/>
              <a:tileRect/>
            </a:gradFill>
            <a:ln w="2089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22" name="任意多边形: 形状 252"/>
            <p:cNvSpPr/>
            <p:nvPr>
              <p:custDataLst>
                <p:tags r:id="rId66"/>
              </p:custDataLst>
            </p:nvPr>
          </p:nvSpPr>
          <p:spPr>
            <a:xfrm>
              <a:off x="3174375" y="1203351"/>
              <a:ext cx="697535" cy="1481855"/>
            </a:xfrm>
            <a:custGeom>
              <a:avLst/>
              <a:gdLst>
                <a:gd name="connsiteX0" fmla="*/ 998733 w 998881"/>
                <a:gd name="connsiteY0" fmla="*/ 319545 h 2122040"/>
                <a:gd name="connsiteX1" fmla="*/ 995323 w 998881"/>
                <a:gd name="connsiteY1" fmla="*/ 363314 h 2122040"/>
                <a:gd name="connsiteX2" fmla="*/ 990207 w 998881"/>
                <a:gd name="connsiteY2" fmla="*/ 391167 h 2122040"/>
                <a:gd name="connsiteX3" fmla="*/ 989639 w 998881"/>
                <a:gd name="connsiteY3" fmla="*/ 393441 h 2122040"/>
                <a:gd name="connsiteX4" fmla="*/ 975996 w 998881"/>
                <a:gd name="connsiteY4" fmla="*/ 448010 h 2122040"/>
                <a:gd name="connsiteX5" fmla="*/ 970880 w 998881"/>
                <a:gd name="connsiteY5" fmla="*/ 465632 h 2122040"/>
                <a:gd name="connsiteX6" fmla="*/ 964627 w 998881"/>
                <a:gd name="connsiteY6" fmla="*/ 483253 h 2122040"/>
                <a:gd name="connsiteX7" fmla="*/ 964059 w 998881"/>
                <a:gd name="connsiteY7" fmla="*/ 485527 h 2122040"/>
                <a:gd name="connsiteX8" fmla="*/ 963491 w 998881"/>
                <a:gd name="connsiteY8" fmla="*/ 488937 h 2122040"/>
                <a:gd name="connsiteX9" fmla="*/ 959512 w 998881"/>
                <a:gd name="connsiteY9" fmla="*/ 499169 h 2122040"/>
                <a:gd name="connsiteX10" fmla="*/ 957807 w 998881"/>
                <a:gd name="connsiteY10" fmla="*/ 502580 h 2122040"/>
                <a:gd name="connsiteX11" fmla="*/ 956101 w 998881"/>
                <a:gd name="connsiteY11" fmla="*/ 507127 h 2122040"/>
                <a:gd name="connsiteX12" fmla="*/ 940185 w 998881"/>
                <a:gd name="connsiteY12" fmla="*/ 544644 h 2122040"/>
                <a:gd name="connsiteX13" fmla="*/ 928248 w 998881"/>
                <a:gd name="connsiteY13" fmla="*/ 570791 h 2122040"/>
                <a:gd name="connsiteX14" fmla="*/ 915174 w 998881"/>
                <a:gd name="connsiteY14" fmla="*/ 596939 h 2122040"/>
                <a:gd name="connsiteX15" fmla="*/ 849805 w 998881"/>
                <a:gd name="connsiteY15" fmla="*/ 711194 h 2122040"/>
                <a:gd name="connsiteX16" fmla="*/ 846962 w 998881"/>
                <a:gd name="connsiteY16" fmla="*/ 715741 h 2122040"/>
                <a:gd name="connsiteX17" fmla="*/ 806035 w 998881"/>
                <a:gd name="connsiteY17" fmla="*/ 777132 h 2122040"/>
                <a:gd name="connsiteX18" fmla="*/ 707697 w 998881"/>
                <a:gd name="connsiteY18" fmla="*/ 904460 h 2122040"/>
                <a:gd name="connsiteX19" fmla="*/ 707128 w 998881"/>
                <a:gd name="connsiteY19" fmla="*/ 905029 h 2122040"/>
                <a:gd name="connsiteX20" fmla="*/ 706560 w 998881"/>
                <a:gd name="connsiteY20" fmla="*/ 905597 h 2122040"/>
                <a:gd name="connsiteX21" fmla="*/ 610495 w 998881"/>
                <a:gd name="connsiteY21" fmla="*/ 1030084 h 2122040"/>
                <a:gd name="connsiteX22" fmla="*/ 440534 w 998881"/>
                <a:gd name="connsiteY22" fmla="*/ 1255182 h 2122040"/>
                <a:gd name="connsiteX23" fmla="*/ 413249 w 998881"/>
                <a:gd name="connsiteY23" fmla="*/ 1292699 h 2122040"/>
                <a:gd name="connsiteX24" fmla="*/ 304679 w 998881"/>
                <a:gd name="connsiteY24" fmla="*/ 1467207 h 2122040"/>
                <a:gd name="connsiteX25" fmla="*/ 296153 w 998881"/>
                <a:gd name="connsiteY25" fmla="*/ 1482555 h 2122040"/>
                <a:gd name="connsiteX26" fmla="*/ 292742 w 998881"/>
                <a:gd name="connsiteY26" fmla="*/ 1489945 h 2122040"/>
                <a:gd name="connsiteX27" fmla="*/ 271141 w 998881"/>
                <a:gd name="connsiteY27" fmla="*/ 1537124 h 2122040"/>
                <a:gd name="connsiteX28" fmla="*/ 267163 w 998881"/>
                <a:gd name="connsiteY28" fmla="*/ 1547925 h 2122040"/>
                <a:gd name="connsiteX29" fmla="*/ 253520 w 998881"/>
                <a:gd name="connsiteY29" fmla="*/ 1586009 h 2122040"/>
                <a:gd name="connsiteX30" fmla="*/ 251246 w 998881"/>
                <a:gd name="connsiteY30" fmla="*/ 1594536 h 2122040"/>
                <a:gd name="connsiteX31" fmla="*/ 245562 w 998881"/>
                <a:gd name="connsiteY31" fmla="*/ 1616136 h 2122040"/>
                <a:gd name="connsiteX32" fmla="*/ 239309 w 998881"/>
                <a:gd name="connsiteY32" fmla="*/ 1643989 h 2122040"/>
                <a:gd name="connsiteX33" fmla="*/ 237036 w 998881"/>
                <a:gd name="connsiteY33" fmla="*/ 1655927 h 2122040"/>
                <a:gd name="connsiteX34" fmla="*/ 235330 w 998881"/>
                <a:gd name="connsiteY34" fmla="*/ 1671274 h 2122040"/>
                <a:gd name="connsiteX35" fmla="*/ 233625 w 998881"/>
                <a:gd name="connsiteY35" fmla="*/ 1695148 h 2122040"/>
                <a:gd name="connsiteX36" fmla="*/ 231351 w 998881"/>
                <a:gd name="connsiteY36" fmla="*/ 1805992 h 2122040"/>
                <a:gd name="connsiteX37" fmla="*/ 246699 w 998881"/>
                <a:gd name="connsiteY37" fmla="*/ 1839530 h 2122040"/>
                <a:gd name="connsiteX38" fmla="*/ 272847 w 998881"/>
                <a:gd name="connsiteY38" fmla="*/ 1848625 h 2122040"/>
                <a:gd name="connsiteX39" fmla="*/ 282510 w 998881"/>
                <a:gd name="connsiteY39" fmla="*/ 1847488 h 2122040"/>
                <a:gd name="connsiteX40" fmla="*/ 352427 w 998881"/>
                <a:gd name="connsiteY40" fmla="*/ 1831003 h 2122040"/>
                <a:gd name="connsiteX41" fmla="*/ 351859 w 998881"/>
                <a:gd name="connsiteY41" fmla="*/ 1856583 h 2122040"/>
                <a:gd name="connsiteX42" fmla="*/ 744645 w 998881"/>
                <a:gd name="connsiteY42" fmla="*/ 1764497 h 2122040"/>
                <a:gd name="connsiteX43" fmla="*/ 749761 w 998881"/>
                <a:gd name="connsiteY43" fmla="*/ 1516092 h 2122040"/>
                <a:gd name="connsiteX44" fmla="*/ 975996 w 998881"/>
                <a:gd name="connsiteY44" fmla="*/ 1462660 h 2122040"/>
                <a:gd name="connsiteX45" fmla="*/ 967470 w 998881"/>
                <a:gd name="connsiteY45" fmla="*/ 1894099 h 2122040"/>
                <a:gd name="connsiteX46" fmla="*/ 715086 w 998881"/>
                <a:gd name="connsiteY46" fmla="*/ 1953784 h 2122040"/>
                <a:gd name="connsiteX47" fmla="*/ 584347 w 998881"/>
                <a:gd name="connsiteY47" fmla="*/ 1985048 h 2122040"/>
                <a:gd name="connsiteX48" fmla="*/ 0 w 998881"/>
                <a:gd name="connsiteY48" fmla="*/ 2122040 h 2122040"/>
                <a:gd name="connsiteX49" fmla="*/ 6253 w 998881"/>
                <a:gd name="connsiteY49" fmla="*/ 1794624 h 2122040"/>
                <a:gd name="connsiteX50" fmla="*/ 206909 w 998881"/>
                <a:gd name="connsiteY50" fmla="*/ 1325100 h 2122040"/>
                <a:gd name="connsiteX51" fmla="*/ 434850 w 998881"/>
                <a:gd name="connsiteY51" fmla="*/ 1035768 h 2122040"/>
                <a:gd name="connsiteX52" fmla="*/ 570705 w 998881"/>
                <a:gd name="connsiteY52" fmla="*/ 862965 h 2122040"/>
                <a:gd name="connsiteX53" fmla="*/ 595716 w 998881"/>
                <a:gd name="connsiteY53" fmla="*/ 829996 h 2122040"/>
                <a:gd name="connsiteX54" fmla="*/ 770224 w 998881"/>
                <a:gd name="connsiteY54" fmla="*/ 454263 h 2122040"/>
                <a:gd name="connsiteX55" fmla="*/ 724181 w 998881"/>
                <a:gd name="connsiteY55" fmla="*/ 326366 h 2122040"/>
                <a:gd name="connsiteX56" fmla="*/ 667907 w 998881"/>
                <a:gd name="connsiteY56" fmla="*/ 241101 h 2122040"/>
                <a:gd name="connsiteX57" fmla="*/ 664496 w 998881"/>
                <a:gd name="connsiteY57" fmla="*/ 238828 h 2122040"/>
                <a:gd name="connsiteX58" fmla="*/ 642327 w 998881"/>
                <a:gd name="connsiteY58" fmla="*/ 226890 h 2122040"/>
                <a:gd name="connsiteX59" fmla="*/ 619021 w 998881"/>
                <a:gd name="connsiteY59" fmla="*/ 218364 h 2122040"/>
                <a:gd name="connsiteX60" fmla="*/ 616748 w 998881"/>
                <a:gd name="connsiteY60" fmla="*/ 217796 h 2122040"/>
                <a:gd name="connsiteX61" fmla="*/ 593442 w 998881"/>
                <a:gd name="connsiteY61" fmla="*/ 213817 h 2122040"/>
                <a:gd name="connsiteX62" fmla="*/ 566157 w 998881"/>
                <a:gd name="connsiteY62" fmla="*/ 212111 h 2122040"/>
                <a:gd name="connsiteX63" fmla="*/ 525799 w 998881"/>
                <a:gd name="connsiteY63" fmla="*/ 214953 h 2122040"/>
                <a:gd name="connsiteX64" fmla="*/ 483735 w 998881"/>
                <a:gd name="connsiteY64" fmla="*/ 222343 h 2122040"/>
                <a:gd name="connsiteX65" fmla="*/ 478050 w 998881"/>
                <a:gd name="connsiteY65" fmla="*/ 224048 h 2122040"/>
                <a:gd name="connsiteX66" fmla="*/ 458724 w 998881"/>
                <a:gd name="connsiteY66" fmla="*/ 229733 h 2122040"/>
                <a:gd name="connsiteX67" fmla="*/ 435986 w 998881"/>
                <a:gd name="connsiteY67" fmla="*/ 237122 h 2122040"/>
                <a:gd name="connsiteX68" fmla="*/ 410976 w 998881"/>
                <a:gd name="connsiteY68" fmla="*/ 247354 h 2122040"/>
                <a:gd name="connsiteX69" fmla="*/ 399607 w 998881"/>
                <a:gd name="connsiteY69" fmla="*/ 252470 h 2122040"/>
                <a:gd name="connsiteX70" fmla="*/ 391081 w 998881"/>
                <a:gd name="connsiteY70" fmla="*/ 257017 h 2122040"/>
                <a:gd name="connsiteX71" fmla="*/ 370617 w 998881"/>
                <a:gd name="connsiteY71" fmla="*/ 268954 h 2122040"/>
                <a:gd name="connsiteX72" fmla="*/ 343901 w 998881"/>
                <a:gd name="connsiteY72" fmla="*/ 288849 h 2122040"/>
                <a:gd name="connsiteX73" fmla="*/ 333669 w 998881"/>
                <a:gd name="connsiteY73" fmla="*/ 297376 h 2122040"/>
                <a:gd name="connsiteX74" fmla="*/ 325711 w 998881"/>
                <a:gd name="connsiteY74" fmla="*/ 305334 h 2122040"/>
                <a:gd name="connsiteX75" fmla="*/ 300700 w 998881"/>
                <a:gd name="connsiteY75" fmla="*/ 335461 h 2122040"/>
                <a:gd name="connsiteX76" fmla="*/ 288763 w 998881"/>
                <a:gd name="connsiteY76" fmla="*/ 354219 h 2122040"/>
                <a:gd name="connsiteX77" fmla="*/ 286489 w 998881"/>
                <a:gd name="connsiteY77" fmla="*/ 358198 h 2122040"/>
                <a:gd name="connsiteX78" fmla="*/ 279668 w 998881"/>
                <a:gd name="connsiteY78" fmla="*/ 370135 h 2122040"/>
                <a:gd name="connsiteX79" fmla="*/ 277963 w 998881"/>
                <a:gd name="connsiteY79" fmla="*/ 374114 h 2122040"/>
                <a:gd name="connsiteX80" fmla="*/ 277394 w 998881"/>
                <a:gd name="connsiteY80" fmla="*/ 376388 h 2122040"/>
                <a:gd name="connsiteX81" fmla="*/ 273984 w 998881"/>
                <a:gd name="connsiteY81" fmla="*/ 384346 h 2122040"/>
                <a:gd name="connsiteX82" fmla="*/ 266594 w 998881"/>
                <a:gd name="connsiteY82" fmla="*/ 405946 h 2122040"/>
                <a:gd name="connsiteX83" fmla="*/ 260341 w 998881"/>
                <a:gd name="connsiteY83" fmla="*/ 429252 h 2122040"/>
                <a:gd name="connsiteX84" fmla="*/ 258636 w 998881"/>
                <a:gd name="connsiteY84" fmla="*/ 437778 h 2122040"/>
                <a:gd name="connsiteX85" fmla="*/ 256362 w 998881"/>
                <a:gd name="connsiteY85" fmla="*/ 450852 h 2122040"/>
                <a:gd name="connsiteX86" fmla="*/ 254088 w 998881"/>
                <a:gd name="connsiteY86" fmla="*/ 472453 h 2122040"/>
                <a:gd name="connsiteX87" fmla="*/ 252952 w 998881"/>
                <a:gd name="connsiteY87" fmla="*/ 495758 h 2122040"/>
                <a:gd name="connsiteX88" fmla="*/ 250678 w 998881"/>
                <a:gd name="connsiteY88" fmla="*/ 593529 h 2122040"/>
                <a:gd name="connsiteX89" fmla="*/ 28422 w 998881"/>
                <a:gd name="connsiteY89" fmla="*/ 645256 h 2122040"/>
                <a:gd name="connsiteX90" fmla="*/ 28990 w 998881"/>
                <a:gd name="connsiteY90" fmla="*/ 627634 h 2122040"/>
                <a:gd name="connsiteX91" fmla="*/ 189856 w 998881"/>
                <a:gd name="connsiteY91" fmla="*/ 243375 h 2122040"/>
                <a:gd name="connsiteX92" fmla="*/ 579800 w 998881"/>
                <a:gd name="connsiteY92" fmla="*/ 22255 h 2122040"/>
                <a:gd name="connsiteX93" fmla="*/ 669612 w 998881"/>
                <a:gd name="connsiteY93" fmla="*/ 5771 h 2122040"/>
                <a:gd name="connsiteX94" fmla="*/ 766245 w 998881"/>
                <a:gd name="connsiteY94" fmla="*/ 86 h 2122040"/>
                <a:gd name="connsiteX95" fmla="*/ 873678 w 998881"/>
                <a:gd name="connsiteY95" fmla="*/ 39308 h 2122040"/>
                <a:gd name="connsiteX96" fmla="*/ 889026 w 998881"/>
                <a:gd name="connsiteY96" fmla="*/ 48972 h 2122040"/>
                <a:gd name="connsiteX97" fmla="*/ 933932 w 998881"/>
                <a:gd name="connsiteY97" fmla="*/ 89899 h 2122040"/>
                <a:gd name="connsiteX98" fmla="*/ 936206 w 998881"/>
                <a:gd name="connsiteY98" fmla="*/ 92172 h 2122040"/>
                <a:gd name="connsiteX99" fmla="*/ 937911 w 998881"/>
                <a:gd name="connsiteY99" fmla="*/ 94446 h 2122040"/>
                <a:gd name="connsiteX100" fmla="*/ 948143 w 998881"/>
                <a:gd name="connsiteY100" fmla="*/ 107520 h 2122040"/>
                <a:gd name="connsiteX101" fmla="*/ 954396 w 998881"/>
                <a:gd name="connsiteY101" fmla="*/ 117752 h 2122040"/>
                <a:gd name="connsiteX102" fmla="*/ 958943 w 998881"/>
                <a:gd name="connsiteY102" fmla="*/ 126278 h 2122040"/>
                <a:gd name="connsiteX103" fmla="*/ 961217 w 998881"/>
                <a:gd name="connsiteY103" fmla="*/ 130826 h 2122040"/>
                <a:gd name="connsiteX104" fmla="*/ 973154 w 998881"/>
                <a:gd name="connsiteY104" fmla="*/ 156973 h 2122040"/>
                <a:gd name="connsiteX105" fmla="*/ 974291 w 998881"/>
                <a:gd name="connsiteY105" fmla="*/ 159247 h 2122040"/>
                <a:gd name="connsiteX106" fmla="*/ 976565 w 998881"/>
                <a:gd name="connsiteY106" fmla="*/ 166637 h 2122040"/>
                <a:gd name="connsiteX107" fmla="*/ 981112 w 998881"/>
                <a:gd name="connsiteY107" fmla="*/ 180279 h 2122040"/>
                <a:gd name="connsiteX108" fmla="*/ 985659 w 998881"/>
                <a:gd name="connsiteY108" fmla="*/ 196764 h 2122040"/>
                <a:gd name="connsiteX109" fmla="*/ 986228 w 998881"/>
                <a:gd name="connsiteY109" fmla="*/ 200743 h 2122040"/>
                <a:gd name="connsiteX110" fmla="*/ 996460 w 998881"/>
                <a:gd name="connsiteY110" fmla="*/ 265544 h 2122040"/>
                <a:gd name="connsiteX111" fmla="*/ 998733 w 998881"/>
                <a:gd name="connsiteY111" fmla="*/ 319545 h 212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998881" h="2122040">
                  <a:moveTo>
                    <a:pt x="998733" y="319545"/>
                  </a:moveTo>
                  <a:cubicBezTo>
                    <a:pt x="998165" y="333187"/>
                    <a:pt x="997028" y="347398"/>
                    <a:pt x="995323" y="363314"/>
                  </a:cubicBezTo>
                  <a:cubicBezTo>
                    <a:pt x="994186" y="373546"/>
                    <a:pt x="992481" y="383209"/>
                    <a:pt x="990207" y="391167"/>
                  </a:cubicBezTo>
                  <a:cubicBezTo>
                    <a:pt x="990207" y="391736"/>
                    <a:pt x="990207" y="392872"/>
                    <a:pt x="989639" y="393441"/>
                  </a:cubicBezTo>
                  <a:cubicBezTo>
                    <a:pt x="987365" y="409925"/>
                    <a:pt x="982249" y="426978"/>
                    <a:pt x="975996" y="448010"/>
                  </a:cubicBezTo>
                  <a:cubicBezTo>
                    <a:pt x="974859" y="453695"/>
                    <a:pt x="973154" y="458242"/>
                    <a:pt x="970880" y="465632"/>
                  </a:cubicBezTo>
                  <a:cubicBezTo>
                    <a:pt x="969175" y="471316"/>
                    <a:pt x="966901" y="477569"/>
                    <a:pt x="964627" y="483253"/>
                  </a:cubicBezTo>
                  <a:cubicBezTo>
                    <a:pt x="964627" y="483821"/>
                    <a:pt x="964059" y="484958"/>
                    <a:pt x="964059" y="485527"/>
                  </a:cubicBezTo>
                  <a:lnTo>
                    <a:pt x="963491" y="488937"/>
                  </a:lnTo>
                  <a:cubicBezTo>
                    <a:pt x="962354" y="491779"/>
                    <a:pt x="961217" y="495190"/>
                    <a:pt x="959512" y="499169"/>
                  </a:cubicBezTo>
                  <a:cubicBezTo>
                    <a:pt x="958943" y="499737"/>
                    <a:pt x="958943" y="501443"/>
                    <a:pt x="957807" y="502580"/>
                  </a:cubicBezTo>
                  <a:cubicBezTo>
                    <a:pt x="957238" y="504285"/>
                    <a:pt x="956670" y="505990"/>
                    <a:pt x="956101" y="507127"/>
                  </a:cubicBezTo>
                  <a:cubicBezTo>
                    <a:pt x="952122" y="517359"/>
                    <a:pt x="947574" y="528727"/>
                    <a:pt x="940185" y="544644"/>
                  </a:cubicBezTo>
                  <a:cubicBezTo>
                    <a:pt x="936206" y="553170"/>
                    <a:pt x="932227" y="561696"/>
                    <a:pt x="928248" y="570791"/>
                  </a:cubicBezTo>
                  <a:cubicBezTo>
                    <a:pt x="924269" y="579318"/>
                    <a:pt x="919722" y="588413"/>
                    <a:pt x="915174" y="596939"/>
                  </a:cubicBezTo>
                  <a:cubicBezTo>
                    <a:pt x="896984" y="632750"/>
                    <a:pt x="874815" y="670835"/>
                    <a:pt x="849805" y="711194"/>
                  </a:cubicBezTo>
                  <a:cubicBezTo>
                    <a:pt x="848668" y="712899"/>
                    <a:pt x="847531" y="715173"/>
                    <a:pt x="846962" y="715741"/>
                  </a:cubicBezTo>
                  <a:cubicBezTo>
                    <a:pt x="833320" y="736205"/>
                    <a:pt x="820246" y="757237"/>
                    <a:pt x="806035" y="777132"/>
                  </a:cubicBezTo>
                  <a:cubicBezTo>
                    <a:pt x="773066" y="819196"/>
                    <a:pt x="740666" y="861828"/>
                    <a:pt x="707697" y="904460"/>
                  </a:cubicBezTo>
                  <a:cubicBezTo>
                    <a:pt x="707697" y="905029"/>
                    <a:pt x="707697" y="905029"/>
                    <a:pt x="707128" y="905029"/>
                  </a:cubicBezTo>
                  <a:cubicBezTo>
                    <a:pt x="707128" y="905029"/>
                    <a:pt x="706560" y="905597"/>
                    <a:pt x="706560" y="905597"/>
                  </a:cubicBezTo>
                  <a:lnTo>
                    <a:pt x="610495" y="1030084"/>
                  </a:lnTo>
                  <a:cubicBezTo>
                    <a:pt x="553652" y="1105117"/>
                    <a:pt x="497377" y="1179581"/>
                    <a:pt x="440534" y="1255182"/>
                  </a:cubicBezTo>
                  <a:cubicBezTo>
                    <a:pt x="431439" y="1268256"/>
                    <a:pt x="421776" y="1280762"/>
                    <a:pt x="413249" y="1292699"/>
                  </a:cubicBezTo>
                  <a:cubicBezTo>
                    <a:pt x="367775" y="1357500"/>
                    <a:pt x="331964" y="1414912"/>
                    <a:pt x="304679" y="1467207"/>
                  </a:cubicBezTo>
                  <a:cubicBezTo>
                    <a:pt x="301837" y="1471755"/>
                    <a:pt x="298995" y="1477439"/>
                    <a:pt x="296153" y="1482555"/>
                  </a:cubicBezTo>
                  <a:cubicBezTo>
                    <a:pt x="295016" y="1484829"/>
                    <a:pt x="293879" y="1487671"/>
                    <a:pt x="292742" y="1489945"/>
                  </a:cubicBezTo>
                  <a:cubicBezTo>
                    <a:pt x="284216" y="1506429"/>
                    <a:pt x="277394" y="1522345"/>
                    <a:pt x="271141" y="1537124"/>
                  </a:cubicBezTo>
                  <a:cubicBezTo>
                    <a:pt x="269436" y="1541103"/>
                    <a:pt x="268299" y="1544514"/>
                    <a:pt x="267163" y="1547925"/>
                  </a:cubicBezTo>
                  <a:cubicBezTo>
                    <a:pt x="262047" y="1560430"/>
                    <a:pt x="256931" y="1573504"/>
                    <a:pt x="253520" y="1586009"/>
                  </a:cubicBezTo>
                  <a:cubicBezTo>
                    <a:pt x="252952" y="1588852"/>
                    <a:pt x="251815" y="1591694"/>
                    <a:pt x="251246" y="1594536"/>
                  </a:cubicBezTo>
                  <a:cubicBezTo>
                    <a:pt x="248973" y="1601357"/>
                    <a:pt x="247268" y="1608178"/>
                    <a:pt x="245562" y="1616136"/>
                  </a:cubicBezTo>
                  <a:cubicBezTo>
                    <a:pt x="242152" y="1626368"/>
                    <a:pt x="240446" y="1635463"/>
                    <a:pt x="239309" y="1643989"/>
                  </a:cubicBezTo>
                  <a:cubicBezTo>
                    <a:pt x="238741" y="1646832"/>
                    <a:pt x="237604" y="1651379"/>
                    <a:pt x="237036" y="1655927"/>
                  </a:cubicBezTo>
                  <a:cubicBezTo>
                    <a:pt x="235899" y="1662748"/>
                    <a:pt x="235330" y="1667863"/>
                    <a:pt x="235330" y="1671274"/>
                  </a:cubicBezTo>
                  <a:cubicBezTo>
                    <a:pt x="234193" y="1679801"/>
                    <a:pt x="233625" y="1687759"/>
                    <a:pt x="233625" y="1695148"/>
                  </a:cubicBezTo>
                  <a:lnTo>
                    <a:pt x="231351" y="1805992"/>
                  </a:lnTo>
                  <a:cubicBezTo>
                    <a:pt x="230783" y="1819066"/>
                    <a:pt x="237036" y="1831003"/>
                    <a:pt x="246699" y="1839530"/>
                  </a:cubicBezTo>
                  <a:cubicBezTo>
                    <a:pt x="254088" y="1845214"/>
                    <a:pt x="263184" y="1848625"/>
                    <a:pt x="272847" y="1848625"/>
                  </a:cubicBezTo>
                  <a:cubicBezTo>
                    <a:pt x="276257" y="1848625"/>
                    <a:pt x="279100" y="1848056"/>
                    <a:pt x="282510" y="1847488"/>
                  </a:cubicBezTo>
                  <a:lnTo>
                    <a:pt x="352427" y="1831003"/>
                  </a:lnTo>
                  <a:lnTo>
                    <a:pt x="351859" y="1856583"/>
                  </a:lnTo>
                  <a:lnTo>
                    <a:pt x="744645" y="1764497"/>
                  </a:lnTo>
                  <a:lnTo>
                    <a:pt x="749761" y="1516092"/>
                  </a:lnTo>
                  <a:lnTo>
                    <a:pt x="975996" y="1462660"/>
                  </a:lnTo>
                  <a:lnTo>
                    <a:pt x="967470" y="1894099"/>
                  </a:lnTo>
                  <a:lnTo>
                    <a:pt x="715086" y="1953784"/>
                  </a:lnTo>
                  <a:lnTo>
                    <a:pt x="584347" y="1985048"/>
                  </a:lnTo>
                  <a:lnTo>
                    <a:pt x="0" y="2122040"/>
                  </a:lnTo>
                  <a:lnTo>
                    <a:pt x="6253" y="1794624"/>
                  </a:lnTo>
                  <a:cubicBezTo>
                    <a:pt x="8526" y="1664453"/>
                    <a:pt x="75601" y="1508134"/>
                    <a:pt x="206909" y="1325100"/>
                  </a:cubicBezTo>
                  <a:cubicBezTo>
                    <a:pt x="282510" y="1229035"/>
                    <a:pt x="358112" y="1132970"/>
                    <a:pt x="434850" y="1035768"/>
                  </a:cubicBezTo>
                  <a:cubicBezTo>
                    <a:pt x="479756" y="978357"/>
                    <a:pt x="525230" y="920945"/>
                    <a:pt x="570705" y="862965"/>
                  </a:cubicBezTo>
                  <a:cubicBezTo>
                    <a:pt x="579231" y="851596"/>
                    <a:pt x="587189" y="840796"/>
                    <a:pt x="595716" y="829996"/>
                  </a:cubicBezTo>
                  <a:cubicBezTo>
                    <a:pt x="709970" y="674814"/>
                    <a:pt x="768519" y="549759"/>
                    <a:pt x="770224" y="454263"/>
                  </a:cubicBezTo>
                  <a:cubicBezTo>
                    <a:pt x="771361" y="392872"/>
                    <a:pt x="756013" y="349672"/>
                    <a:pt x="724181" y="326366"/>
                  </a:cubicBezTo>
                  <a:cubicBezTo>
                    <a:pt x="714518" y="289418"/>
                    <a:pt x="695760" y="260996"/>
                    <a:pt x="667907" y="241101"/>
                  </a:cubicBezTo>
                  <a:cubicBezTo>
                    <a:pt x="667338" y="240533"/>
                    <a:pt x="665633" y="239396"/>
                    <a:pt x="664496" y="238828"/>
                  </a:cubicBezTo>
                  <a:cubicBezTo>
                    <a:pt x="658812" y="235417"/>
                    <a:pt x="651422" y="230869"/>
                    <a:pt x="642327" y="226890"/>
                  </a:cubicBezTo>
                  <a:cubicBezTo>
                    <a:pt x="634937" y="223480"/>
                    <a:pt x="626980" y="220638"/>
                    <a:pt x="619021" y="218364"/>
                  </a:cubicBezTo>
                  <a:cubicBezTo>
                    <a:pt x="618453" y="218364"/>
                    <a:pt x="617316" y="217796"/>
                    <a:pt x="616748" y="217796"/>
                  </a:cubicBezTo>
                  <a:cubicBezTo>
                    <a:pt x="609358" y="215522"/>
                    <a:pt x="601400" y="214385"/>
                    <a:pt x="593442" y="213817"/>
                  </a:cubicBezTo>
                  <a:cubicBezTo>
                    <a:pt x="584347" y="212680"/>
                    <a:pt x="575252" y="212111"/>
                    <a:pt x="566157" y="212111"/>
                  </a:cubicBezTo>
                  <a:cubicBezTo>
                    <a:pt x="553083" y="212111"/>
                    <a:pt x="540010" y="212680"/>
                    <a:pt x="525799" y="214953"/>
                  </a:cubicBezTo>
                  <a:cubicBezTo>
                    <a:pt x="510451" y="217227"/>
                    <a:pt x="497946" y="219501"/>
                    <a:pt x="483735" y="222343"/>
                  </a:cubicBezTo>
                  <a:lnTo>
                    <a:pt x="478050" y="224048"/>
                  </a:lnTo>
                  <a:cubicBezTo>
                    <a:pt x="471229" y="225754"/>
                    <a:pt x="464977" y="227459"/>
                    <a:pt x="458724" y="229733"/>
                  </a:cubicBezTo>
                  <a:cubicBezTo>
                    <a:pt x="451334" y="232006"/>
                    <a:pt x="443376" y="234280"/>
                    <a:pt x="435986" y="237122"/>
                  </a:cubicBezTo>
                  <a:cubicBezTo>
                    <a:pt x="428597" y="239964"/>
                    <a:pt x="419502" y="243375"/>
                    <a:pt x="410976" y="247354"/>
                  </a:cubicBezTo>
                  <a:cubicBezTo>
                    <a:pt x="406997" y="249059"/>
                    <a:pt x="403017" y="250765"/>
                    <a:pt x="399607" y="252470"/>
                  </a:cubicBezTo>
                  <a:cubicBezTo>
                    <a:pt x="396765" y="253607"/>
                    <a:pt x="393923" y="255312"/>
                    <a:pt x="391081" y="257017"/>
                  </a:cubicBezTo>
                  <a:cubicBezTo>
                    <a:pt x="384828" y="259859"/>
                    <a:pt x="378007" y="264407"/>
                    <a:pt x="370617" y="268954"/>
                  </a:cubicBezTo>
                  <a:cubicBezTo>
                    <a:pt x="360385" y="275207"/>
                    <a:pt x="351859" y="281460"/>
                    <a:pt x="343901" y="288849"/>
                  </a:cubicBezTo>
                  <a:cubicBezTo>
                    <a:pt x="340490" y="291123"/>
                    <a:pt x="336511" y="294534"/>
                    <a:pt x="333669" y="297376"/>
                  </a:cubicBezTo>
                  <a:cubicBezTo>
                    <a:pt x="331395" y="299650"/>
                    <a:pt x="328553" y="301923"/>
                    <a:pt x="325711" y="305334"/>
                  </a:cubicBezTo>
                  <a:cubicBezTo>
                    <a:pt x="317185" y="313860"/>
                    <a:pt x="309226" y="323524"/>
                    <a:pt x="300700" y="335461"/>
                  </a:cubicBezTo>
                  <a:cubicBezTo>
                    <a:pt x="296721" y="341145"/>
                    <a:pt x="292742" y="347398"/>
                    <a:pt x="288763" y="354219"/>
                  </a:cubicBezTo>
                  <a:lnTo>
                    <a:pt x="286489" y="358198"/>
                  </a:lnTo>
                  <a:cubicBezTo>
                    <a:pt x="284216" y="362177"/>
                    <a:pt x="281942" y="366156"/>
                    <a:pt x="279668" y="370135"/>
                  </a:cubicBezTo>
                  <a:cubicBezTo>
                    <a:pt x="279100" y="371272"/>
                    <a:pt x="279100" y="372409"/>
                    <a:pt x="277963" y="374114"/>
                  </a:cubicBezTo>
                  <a:lnTo>
                    <a:pt x="277394" y="376388"/>
                  </a:lnTo>
                  <a:cubicBezTo>
                    <a:pt x="276257" y="378662"/>
                    <a:pt x="275120" y="381504"/>
                    <a:pt x="273984" y="384346"/>
                  </a:cubicBezTo>
                  <a:cubicBezTo>
                    <a:pt x="271710" y="390599"/>
                    <a:pt x="268299" y="397988"/>
                    <a:pt x="266594" y="405946"/>
                  </a:cubicBezTo>
                  <a:cubicBezTo>
                    <a:pt x="264320" y="413904"/>
                    <a:pt x="262047" y="421862"/>
                    <a:pt x="260341" y="429252"/>
                  </a:cubicBezTo>
                  <a:cubicBezTo>
                    <a:pt x="259773" y="431526"/>
                    <a:pt x="259204" y="434368"/>
                    <a:pt x="258636" y="437778"/>
                  </a:cubicBezTo>
                  <a:cubicBezTo>
                    <a:pt x="258068" y="441757"/>
                    <a:pt x="256931" y="446305"/>
                    <a:pt x="256362" y="450852"/>
                  </a:cubicBezTo>
                  <a:cubicBezTo>
                    <a:pt x="254657" y="458810"/>
                    <a:pt x="254088" y="466200"/>
                    <a:pt x="254088" y="472453"/>
                  </a:cubicBezTo>
                  <a:cubicBezTo>
                    <a:pt x="253520" y="480411"/>
                    <a:pt x="252952" y="488369"/>
                    <a:pt x="252952" y="495758"/>
                  </a:cubicBezTo>
                  <a:lnTo>
                    <a:pt x="250678" y="593529"/>
                  </a:lnTo>
                  <a:lnTo>
                    <a:pt x="28422" y="645256"/>
                  </a:lnTo>
                  <a:lnTo>
                    <a:pt x="28990" y="627634"/>
                  </a:lnTo>
                  <a:cubicBezTo>
                    <a:pt x="31832" y="482116"/>
                    <a:pt x="85265" y="354219"/>
                    <a:pt x="189856" y="243375"/>
                  </a:cubicBezTo>
                  <a:cubicBezTo>
                    <a:pt x="294447" y="132531"/>
                    <a:pt x="424050" y="58635"/>
                    <a:pt x="579800" y="22255"/>
                  </a:cubicBezTo>
                  <a:cubicBezTo>
                    <a:pt x="611064" y="14866"/>
                    <a:pt x="640622" y="9750"/>
                    <a:pt x="669612" y="5771"/>
                  </a:cubicBezTo>
                  <a:cubicBezTo>
                    <a:pt x="703149" y="1792"/>
                    <a:pt x="735550" y="-482"/>
                    <a:pt x="766245" y="86"/>
                  </a:cubicBezTo>
                  <a:cubicBezTo>
                    <a:pt x="806035" y="7476"/>
                    <a:pt x="841846" y="20550"/>
                    <a:pt x="873678" y="39308"/>
                  </a:cubicBezTo>
                  <a:cubicBezTo>
                    <a:pt x="879363" y="42150"/>
                    <a:pt x="884479" y="45561"/>
                    <a:pt x="889026" y="48972"/>
                  </a:cubicBezTo>
                  <a:cubicBezTo>
                    <a:pt x="906648" y="60909"/>
                    <a:pt x="921995" y="75119"/>
                    <a:pt x="933932" y="89899"/>
                  </a:cubicBezTo>
                  <a:cubicBezTo>
                    <a:pt x="935069" y="91035"/>
                    <a:pt x="935069" y="91604"/>
                    <a:pt x="936206" y="92172"/>
                  </a:cubicBezTo>
                  <a:lnTo>
                    <a:pt x="937911" y="94446"/>
                  </a:lnTo>
                  <a:cubicBezTo>
                    <a:pt x="941322" y="98425"/>
                    <a:pt x="944164" y="102404"/>
                    <a:pt x="948143" y="107520"/>
                  </a:cubicBezTo>
                  <a:cubicBezTo>
                    <a:pt x="950417" y="110931"/>
                    <a:pt x="953259" y="114910"/>
                    <a:pt x="954396" y="117752"/>
                  </a:cubicBezTo>
                  <a:cubicBezTo>
                    <a:pt x="956101" y="121162"/>
                    <a:pt x="958375" y="124573"/>
                    <a:pt x="958943" y="126278"/>
                  </a:cubicBezTo>
                  <a:lnTo>
                    <a:pt x="961217" y="130826"/>
                  </a:lnTo>
                  <a:cubicBezTo>
                    <a:pt x="965764" y="139352"/>
                    <a:pt x="969743" y="147879"/>
                    <a:pt x="973154" y="156973"/>
                  </a:cubicBezTo>
                  <a:cubicBezTo>
                    <a:pt x="973723" y="157542"/>
                    <a:pt x="973723" y="158679"/>
                    <a:pt x="974291" y="159247"/>
                  </a:cubicBezTo>
                  <a:lnTo>
                    <a:pt x="976565" y="166637"/>
                  </a:lnTo>
                  <a:cubicBezTo>
                    <a:pt x="978270" y="170616"/>
                    <a:pt x="979407" y="175163"/>
                    <a:pt x="981112" y="180279"/>
                  </a:cubicBezTo>
                  <a:cubicBezTo>
                    <a:pt x="982817" y="185395"/>
                    <a:pt x="983954" y="190511"/>
                    <a:pt x="985659" y="196764"/>
                  </a:cubicBezTo>
                  <a:cubicBezTo>
                    <a:pt x="985659" y="197332"/>
                    <a:pt x="986228" y="199606"/>
                    <a:pt x="986228" y="200743"/>
                  </a:cubicBezTo>
                  <a:cubicBezTo>
                    <a:pt x="990775" y="220069"/>
                    <a:pt x="994186" y="241670"/>
                    <a:pt x="996460" y="265544"/>
                  </a:cubicBezTo>
                  <a:cubicBezTo>
                    <a:pt x="998165" y="285439"/>
                    <a:pt x="999302" y="302492"/>
                    <a:pt x="998733" y="319545"/>
                  </a:cubicBezTo>
                  <a:close/>
                </a:path>
              </a:pathLst>
            </a:custGeom>
            <a:gradFill>
              <a:gsLst>
                <a:gs pos="0">
                  <a:srgbClr val="2346F5">
                    <a:lumMod val="75000"/>
                    <a:lumOff val="25000"/>
                  </a:srgbClr>
                </a:gs>
                <a:gs pos="100000">
                  <a:srgbClr val="2346F5"/>
                </a:gs>
              </a:gsLst>
              <a:lin ang="4200000" scaled="0"/>
            </a:gradFill>
            <a:ln w="2089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nvGrpSpPr>
            <p:cNvPr id="423" name="图形 826"/>
            <p:cNvGrpSpPr/>
            <p:nvPr/>
          </p:nvGrpSpPr>
          <p:grpSpPr>
            <a:xfrm>
              <a:off x="3405156" y="1337448"/>
              <a:ext cx="771917" cy="1339059"/>
              <a:chOff x="6475665" y="939229"/>
              <a:chExt cx="1105397" cy="1917554"/>
            </a:xfrm>
            <a:solidFill>
              <a:srgbClr val="2346F5">
                <a:lumMod val="60000"/>
                <a:lumOff val="40000"/>
              </a:srgbClr>
            </a:solidFill>
          </p:grpSpPr>
          <p:grpSp>
            <p:nvGrpSpPr>
              <p:cNvPr id="424" name="图形 826"/>
              <p:cNvGrpSpPr/>
              <p:nvPr/>
            </p:nvGrpSpPr>
            <p:grpSpPr>
              <a:xfrm>
                <a:off x="6475665" y="939229"/>
                <a:ext cx="1101988" cy="1532992"/>
                <a:chOff x="6475665" y="939229"/>
                <a:chExt cx="1101988" cy="1532992"/>
              </a:xfrm>
              <a:grpFill/>
            </p:grpSpPr>
            <p:sp>
              <p:nvSpPr>
                <p:cNvPr id="425" name="任意多边形: 形状 268"/>
                <p:cNvSpPr/>
                <p:nvPr>
                  <p:custDataLst>
                    <p:tags r:id="rId67"/>
                  </p:custDataLst>
                </p:nvPr>
              </p:nvSpPr>
              <p:spPr>
                <a:xfrm>
                  <a:off x="7229696" y="939229"/>
                  <a:ext cx="279749" cy="187832"/>
                </a:xfrm>
                <a:custGeom>
                  <a:avLst/>
                  <a:gdLst>
                    <a:gd name="connsiteX0" fmla="*/ 279723 w 279749"/>
                    <a:gd name="connsiteY0" fmla="*/ 187770 h 187832"/>
                    <a:gd name="connsiteX1" fmla="*/ 62014 w 279749"/>
                    <a:gd name="connsiteY1" fmla="*/ 34293 h 187832"/>
                    <a:gd name="connsiteX2" fmla="*/ 623 w 279749"/>
                    <a:gd name="connsiteY2" fmla="*/ 1324 h 187832"/>
                    <a:gd name="connsiteX3" fmla="*/ 54624 w 279749"/>
                    <a:gd name="connsiteY3" fmla="*/ 45093 h 187832"/>
                    <a:gd name="connsiteX4" fmla="*/ 279723 w 279749"/>
                    <a:gd name="connsiteY4" fmla="*/ 187770 h 18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49" h="187832">
                      <a:moveTo>
                        <a:pt x="279723" y="187770"/>
                      </a:moveTo>
                      <a:cubicBezTo>
                        <a:pt x="281996" y="184927"/>
                        <a:pt x="139320" y="86020"/>
                        <a:pt x="62014" y="34293"/>
                      </a:cubicBezTo>
                      <a:cubicBezTo>
                        <a:pt x="6307" y="-3223"/>
                        <a:pt x="2897" y="-1518"/>
                        <a:pt x="623" y="1324"/>
                      </a:cubicBezTo>
                      <a:cubicBezTo>
                        <a:pt x="-1651" y="4166"/>
                        <a:pt x="-514" y="8145"/>
                        <a:pt x="54624" y="45093"/>
                      </a:cubicBezTo>
                      <a:cubicBezTo>
                        <a:pt x="131931" y="96821"/>
                        <a:pt x="278017" y="190612"/>
                        <a:pt x="279723" y="187770"/>
                      </a:cubicBezTo>
                      <a:close/>
                    </a:path>
                  </a:pathLst>
                </a:custGeom>
                <a:grpFill/>
                <a:ln w="5679" cap="flat">
                  <a:noFill/>
                  <a:prstDash val="solid"/>
                  <a:miter/>
                </a:ln>
              </p:spPr>
              <p:txBody>
                <a:bodyPr rtlCol="0" anchor="ctr"/>
                <a:lstStyle/>
                <a:p>
                  <a:endParaRPr lang="zh-CN" altLang="en-US"/>
                </a:p>
              </p:txBody>
            </p:sp>
            <p:sp>
              <p:nvSpPr>
                <p:cNvPr id="426" name="任意多边形: 形状 269"/>
                <p:cNvSpPr/>
                <p:nvPr>
                  <p:custDataLst>
                    <p:tags r:id="rId68"/>
                  </p:custDataLst>
                </p:nvPr>
              </p:nvSpPr>
              <p:spPr>
                <a:xfrm>
                  <a:off x="7239422" y="1020665"/>
                  <a:ext cx="325157" cy="217255"/>
                </a:xfrm>
                <a:custGeom>
                  <a:avLst/>
                  <a:gdLst>
                    <a:gd name="connsiteX0" fmla="*/ 325134 w 325157"/>
                    <a:gd name="connsiteY0" fmla="*/ 217178 h 217255"/>
                    <a:gd name="connsiteX1" fmla="*/ 71046 w 325157"/>
                    <a:gd name="connsiteY1" fmla="*/ 40396 h 217255"/>
                    <a:gd name="connsiteX2" fmla="*/ 560 w 325157"/>
                    <a:gd name="connsiteY2" fmla="*/ 1174 h 217255"/>
                    <a:gd name="connsiteX3" fmla="*/ 64225 w 325157"/>
                    <a:gd name="connsiteY3" fmla="*/ 51196 h 217255"/>
                    <a:gd name="connsiteX4" fmla="*/ 325134 w 325157"/>
                    <a:gd name="connsiteY4" fmla="*/ 217178 h 217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57" h="217255">
                      <a:moveTo>
                        <a:pt x="325134" y="217178"/>
                      </a:moveTo>
                      <a:cubicBezTo>
                        <a:pt x="327408" y="214336"/>
                        <a:pt x="160858" y="100081"/>
                        <a:pt x="71046" y="40396"/>
                      </a:cubicBezTo>
                      <a:cubicBezTo>
                        <a:pt x="5676" y="-2805"/>
                        <a:pt x="2266" y="-1668"/>
                        <a:pt x="560" y="1174"/>
                      </a:cubicBezTo>
                      <a:cubicBezTo>
                        <a:pt x="-1713" y="4016"/>
                        <a:pt x="-8" y="8564"/>
                        <a:pt x="64225" y="51196"/>
                      </a:cubicBezTo>
                      <a:cubicBezTo>
                        <a:pt x="153469" y="110882"/>
                        <a:pt x="322861" y="220589"/>
                        <a:pt x="325134" y="217178"/>
                      </a:cubicBezTo>
                      <a:close/>
                    </a:path>
                  </a:pathLst>
                </a:custGeom>
                <a:grpFill/>
                <a:ln w="5679" cap="flat">
                  <a:noFill/>
                  <a:prstDash val="solid"/>
                  <a:miter/>
                </a:ln>
              </p:spPr>
              <p:txBody>
                <a:bodyPr rtlCol="0" anchor="ctr"/>
                <a:lstStyle/>
                <a:p>
                  <a:endParaRPr lang="zh-CN" altLang="en-US"/>
                </a:p>
              </p:txBody>
            </p:sp>
            <p:sp>
              <p:nvSpPr>
                <p:cNvPr id="427" name="任意多边形: 形状 270"/>
                <p:cNvSpPr/>
                <p:nvPr>
                  <p:custDataLst>
                    <p:tags r:id="rId69"/>
                  </p:custDataLst>
                </p:nvPr>
              </p:nvSpPr>
              <p:spPr>
                <a:xfrm>
                  <a:off x="7238860" y="1093448"/>
                  <a:ext cx="338792" cy="228006"/>
                </a:xfrm>
                <a:custGeom>
                  <a:avLst/>
                  <a:gdLst>
                    <a:gd name="connsiteX0" fmla="*/ 338771 w 338792"/>
                    <a:gd name="connsiteY0" fmla="*/ 227955 h 228006"/>
                    <a:gd name="connsiteX1" fmla="*/ 73882 w 338792"/>
                    <a:gd name="connsiteY1" fmla="*/ 42646 h 228006"/>
                    <a:gd name="connsiteX2" fmla="*/ 554 w 338792"/>
                    <a:gd name="connsiteY2" fmla="*/ 1150 h 228006"/>
                    <a:gd name="connsiteX3" fmla="*/ 66492 w 338792"/>
                    <a:gd name="connsiteY3" fmla="*/ 53446 h 228006"/>
                    <a:gd name="connsiteX4" fmla="*/ 338771 w 338792"/>
                    <a:gd name="connsiteY4" fmla="*/ 227955 h 228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792" h="228006">
                      <a:moveTo>
                        <a:pt x="338771" y="227955"/>
                      </a:moveTo>
                      <a:cubicBezTo>
                        <a:pt x="341044" y="225112"/>
                        <a:pt x="167104" y="105173"/>
                        <a:pt x="73882" y="42646"/>
                      </a:cubicBezTo>
                      <a:cubicBezTo>
                        <a:pt x="6239" y="-2829"/>
                        <a:pt x="2259" y="-1692"/>
                        <a:pt x="554" y="1150"/>
                      </a:cubicBezTo>
                      <a:cubicBezTo>
                        <a:pt x="-1720" y="3993"/>
                        <a:pt x="-14" y="8540"/>
                        <a:pt x="66492" y="53446"/>
                      </a:cubicBezTo>
                      <a:cubicBezTo>
                        <a:pt x="160283" y="115974"/>
                        <a:pt x="337065" y="230797"/>
                        <a:pt x="338771" y="227955"/>
                      </a:cubicBezTo>
                      <a:close/>
                    </a:path>
                  </a:pathLst>
                </a:custGeom>
                <a:grpFill/>
                <a:ln w="5679" cap="flat">
                  <a:noFill/>
                  <a:prstDash val="solid"/>
                  <a:miter/>
                </a:ln>
              </p:spPr>
              <p:txBody>
                <a:bodyPr rtlCol="0" anchor="ctr"/>
                <a:lstStyle/>
                <a:p>
                  <a:endParaRPr lang="zh-CN" altLang="en-US"/>
                </a:p>
              </p:txBody>
            </p:sp>
            <p:sp>
              <p:nvSpPr>
                <p:cNvPr id="428" name="任意多边形: 形状 271"/>
                <p:cNvSpPr/>
                <p:nvPr>
                  <p:custDataLst>
                    <p:tags r:id="rId70"/>
                  </p:custDataLst>
                </p:nvPr>
              </p:nvSpPr>
              <p:spPr>
                <a:xfrm>
                  <a:off x="7230340" y="1163945"/>
                  <a:ext cx="347312" cy="233699"/>
                </a:xfrm>
                <a:custGeom>
                  <a:avLst/>
                  <a:gdLst>
                    <a:gd name="connsiteX0" fmla="*/ 347291 w 347312"/>
                    <a:gd name="connsiteY0" fmla="*/ 233628 h 233699"/>
                    <a:gd name="connsiteX1" fmla="*/ 75581 w 347312"/>
                    <a:gd name="connsiteY1" fmla="*/ 43771 h 233699"/>
                    <a:gd name="connsiteX2" fmla="*/ 548 w 347312"/>
                    <a:gd name="connsiteY2" fmla="*/ 1139 h 233699"/>
                    <a:gd name="connsiteX3" fmla="*/ 68760 w 347312"/>
                    <a:gd name="connsiteY3" fmla="*/ 54572 h 233699"/>
                    <a:gd name="connsiteX4" fmla="*/ 347291 w 347312"/>
                    <a:gd name="connsiteY4" fmla="*/ 233628 h 233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312" h="233699">
                      <a:moveTo>
                        <a:pt x="347291" y="233628"/>
                      </a:moveTo>
                      <a:cubicBezTo>
                        <a:pt x="349565" y="230785"/>
                        <a:pt x="171078" y="108004"/>
                        <a:pt x="75581" y="43771"/>
                      </a:cubicBezTo>
                      <a:cubicBezTo>
                        <a:pt x="6233" y="-2840"/>
                        <a:pt x="2253" y="-1703"/>
                        <a:pt x="548" y="1139"/>
                      </a:cubicBezTo>
                      <a:cubicBezTo>
                        <a:pt x="-1726" y="3981"/>
                        <a:pt x="-20" y="8529"/>
                        <a:pt x="68760" y="54572"/>
                      </a:cubicBezTo>
                      <a:cubicBezTo>
                        <a:pt x="164256" y="118804"/>
                        <a:pt x="345586" y="237038"/>
                        <a:pt x="347291" y="233628"/>
                      </a:cubicBezTo>
                      <a:close/>
                    </a:path>
                  </a:pathLst>
                </a:custGeom>
                <a:grpFill/>
                <a:ln w="5679" cap="flat">
                  <a:noFill/>
                  <a:prstDash val="solid"/>
                  <a:miter/>
                </a:ln>
              </p:spPr>
              <p:txBody>
                <a:bodyPr rtlCol="0" anchor="ctr"/>
                <a:lstStyle/>
                <a:p>
                  <a:endParaRPr lang="zh-CN" altLang="en-US"/>
                </a:p>
              </p:txBody>
            </p:sp>
            <p:sp>
              <p:nvSpPr>
                <p:cNvPr id="429" name="任意多边形: 形状 272"/>
                <p:cNvSpPr/>
                <p:nvPr>
                  <p:custDataLst>
                    <p:tags r:id="rId71"/>
                  </p:custDataLst>
                </p:nvPr>
              </p:nvSpPr>
              <p:spPr>
                <a:xfrm>
                  <a:off x="7213290" y="1223977"/>
                  <a:ext cx="354130" cy="237898"/>
                </a:xfrm>
                <a:custGeom>
                  <a:avLst/>
                  <a:gdLst>
                    <a:gd name="connsiteX0" fmla="*/ 354109 w 354130"/>
                    <a:gd name="connsiteY0" fmla="*/ 237828 h 237898"/>
                    <a:gd name="connsiteX1" fmla="*/ 77284 w 354130"/>
                    <a:gd name="connsiteY1" fmla="*/ 44561 h 237898"/>
                    <a:gd name="connsiteX2" fmla="*/ 545 w 354130"/>
                    <a:gd name="connsiteY2" fmla="*/ 1360 h 237898"/>
                    <a:gd name="connsiteX3" fmla="*/ 69894 w 354130"/>
                    <a:gd name="connsiteY3" fmla="*/ 55361 h 237898"/>
                    <a:gd name="connsiteX4" fmla="*/ 354109 w 354130"/>
                    <a:gd name="connsiteY4" fmla="*/ 237828 h 237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130" h="237898">
                      <a:moveTo>
                        <a:pt x="354109" y="237828"/>
                      </a:moveTo>
                      <a:cubicBezTo>
                        <a:pt x="356383" y="234985"/>
                        <a:pt x="175053" y="109930"/>
                        <a:pt x="77284" y="44561"/>
                      </a:cubicBezTo>
                      <a:cubicBezTo>
                        <a:pt x="6230" y="-2619"/>
                        <a:pt x="2819" y="-2050"/>
                        <a:pt x="545" y="1360"/>
                      </a:cubicBezTo>
                      <a:cubicBezTo>
                        <a:pt x="-1728" y="4202"/>
                        <a:pt x="-23" y="8750"/>
                        <a:pt x="69894" y="55361"/>
                      </a:cubicBezTo>
                      <a:cubicBezTo>
                        <a:pt x="167664" y="121299"/>
                        <a:pt x="351836" y="241238"/>
                        <a:pt x="354109" y="237828"/>
                      </a:cubicBezTo>
                      <a:close/>
                    </a:path>
                  </a:pathLst>
                </a:custGeom>
                <a:grpFill/>
                <a:ln w="5679" cap="flat">
                  <a:noFill/>
                  <a:prstDash val="solid"/>
                  <a:miter/>
                </a:ln>
              </p:spPr>
              <p:txBody>
                <a:bodyPr rtlCol="0" anchor="ctr"/>
                <a:lstStyle/>
                <a:p>
                  <a:endParaRPr lang="zh-CN" altLang="en-US"/>
                </a:p>
              </p:txBody>
            </p:sp>
            <p:sp>
              <p:nvSpPr>
                <p:cNvPr id="430" name="任意多边形: 形状 273"/>
                <p:cNvSpPr/>
                <p:nvPr>
                  <p:custDataLst>
                    <p:tags r:id="rId72"/>
                  </p:custDataLst>
                </p:nvPr>
              </p:nvSpPr>
              <p:spPr>
                <a:xfrm>
                  <a:off x="7191291" y="1280186"/>
                  <a:ext cx="359635" cy="238511"/>
                </a:xfrm>
                <a:custGeom>
                  <a:avLst/>
                  <a:gdLst>
                    <a:gd name="connsiteX0" fmla="*/ 359624 w 359635"/>
                    <a:gd name="connsiteY0" fmla="*/ 238462 h 238511"/>
                    <a:gd name="connsiteX1" fmla="*/ 78251 w 359635"/>
                    <a:gd name="connsiteY1" fmla="*/ 44627 h 238511"/>
                    <a:gd name="connsiteX2" fmla="*/ 375 w 359635"/>
                    <a:gd name="connsiteY2" fmla="*/ 1426 h 238511"/>
                    <a:gd name="connsiteX3" fmla="*/ 70861 w 359635"/>
                    <a:gd name="connsiteY3" fmla="*/ 55995 h 238511"/>
                    <a:gd name="connsiteX4" fmla="*/ 359624 w 359635"/>
                    <a:gd name="connsiteY4" fmla="*/ 238462 h 238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635" h="238511">
                      <a:moveTo>
                        <a:pt x="359624" y="238462"/>
                      </a:moveTo>
                      <a:cubicBezTo>
                        <a:pt x="361329" y="235620"/>
                        <a:pt x="177726" y="110565"/>
                        <a:pt x="78251" y="44627"/>
                      </a:cubicBezTo>
                      <a:cubicBezTo>
                        <a:pt x="6060" y="-3122"/>
                        <a:pt x="2649" y="-1985"/>
                        <a:pt x="375" y="1426"/>
                      </a:cubicBezTo>
                      <a:cubicBezTo>
                        <a:pt x="-1330" y="4268"/>
                        <a:pt x="-193" y="8816"/>
                        <a:pt x="70861" y="55995"/>
                      </a:cubicBezTo>
                      <a:cubicBezTo>
                        <a:pt x="170336" y="121365"/>
                        <a:pt x="357350" y="241304"/>
                        <a:pt x="359624" y="238462"/>
                      </a:cubicBezTo>
                      <a:close/>
                    </a:path>
                  </a:pathLst>
                </a:custGeom>
                <a:grpFill/>
                <a:ln w="5679" cap="flat">
                  <a:noFill/>
                  <a:prstDash val="solid"/>
                  <a:miter/>
                </a:ln>
              </p:spPr>
              <p:txBody>
                <a:bodyPr rtlCol="0" anchor="ctr"/>
                <a:lstStyle/>
                <a:p>
                  <a:endParaRPr lang="zh-CN" altLang="en-US"/>
                </a:p>
              </p:txBody>
            </p:sp>
            <p:sp>
              <p:nvSpPr>
                <p:cNvPr id="431" name="任意多边形: 形状 274"/>
                <p:cNvSpPr/>
                <p:nvPr>
                  <p:custDataLst>
                    <p:tags r:id="rId73"/>
                  </p:custDataLst>
                </p:nvPr>
              </p:nvSpPr>
              <p:spPr>
                <a:xfrm>
                  <a:off x="7167249" y="1343585"/>
                  <a:ext cx="358674" cy="241618"/>
                </a:xfrm>
                <a:custGeom>
                  <a:avLst/>
                  <a:gdLst>
                    <a:gd name="connsiteX0" fmla="*/ 358654 w 358674"/>
                    <a:gd name="connsiteY0" fmla="*/ 241569 h 241618"/>
                    <a:gd name="connsiteX1" fmla="*/ 77849 w 358674"/>
                    <a:gd name="connsiteY1" fmla="*/ 45460 h 241618"/>
                    <a:gd name="connsiteX2" fmla="*/ 542 w 358674"/>
                    <a:gd name="connsiteY2" fmla="*/ 1123 h 241618"/>
                    <a:gd name="connsiteX3" fmla="*/ 71028 w 358674"/>
                    <a:gd name="connsiteY3" fmla="*/ 56261 h 241618"/>
                    <a:gd name="connsiteX4" fmla="*/ 358654 w 358674"/>
                    <a:gd name="connsiteY4" fmla="*/ 241569 h 241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674" h="241618">
                      <a:moveTo>
                        <a:pt x="358654" y="241569"/>
                      </a:moveTo>
                      <a:cubicBezTo>
                        <a:pt x="360928" y="238727"/>
                        <a:pt x="176756" y="111967"/>
                        <a:pt x="77849" y="45460"/>
                      </a:cubicBezTo>
                      <a:cubicBezTo>
                        <a:pt x="6227" y="-2856"/>
                        <a:pt x="2248" y="-1719"/>
                        <a:pt x="542" y="1123"/>
                      </a:cubicBezTo>
                      <a:cubicBezTo>
                        <a:pt x="-1731" y="3965"/>
                        <a:pt x="-26" y="8512"/>
                        <a:pt x="71028" y="56261"/>
                      </a:cubicBezTo>
                      <a:cubicBezTo>
                        <a:pt x="169935" y="122767"/>
                        <a:pt x="356949" y="244411"/>
                        <a:pt x="358654" y="241569"/>
                      </a:cubicBezTo>
                      <a:close/>
                    </a:path>
                  </a:pathLst>
                </a:custGeom>
                <a:grpFill/>
                <a:ln w="5679" cap="flat">
                  <a:noFill/>
                  <a:prstDash val="solid"/>
                  <a:miter/>
                </a:ln>
              </p:spPr>
              <p:txBody>
                <a:bodyPr rtlCol="0" anchor="ctr"/>
                <a:lstStyle/>
                <a:p>
                  <a:endParaRPr lang="zh-CN" altLang="en-US"/>
                </a:p>
              </p:txBody>
            </p:sp>
            <p:sp>
              <p:nvSpPr>
                <p:cNvPr id="432" name="任意多边形: 形状 275"/>
                <p:cNvSpPr/>
                <p:nvPr>
                  <p:custDataLst>
                    <p:tags r:id="rId74"/>
                  </p:custDataLst>
                </p:nvPr>
              </p:nvSpPr>
              <p:spPr>
                <a:xfrm>
                  <a:off x="7140534" y="1396455"/>
                  <a:ext cx="363220" cy="244454"/>
                </a:xfrm>
                <a:custGeom>
                  <a:avLst/>
                  <a:gdLst>
                    <a:gd name="connsiteX0" fmla="*/ 363200 w 363220"/>
                    <a:gd name="connsiteY0" fmla="*/ 244406 h 244454"/>
                    <a:gd name="connsiteX1" fmla="*/ 78985 w 363220"/>
                    <a:gd name="connsiteY1" fmla="*/ 46024 h 244454"/>
                    <a:gd name="connsiteX2" fmla="*/ 541 w 363220"/>
                    <a:gd name="connsiteY2" fmla="*/ 1117 h 244454"/>
                    <a:gd name="connsiteX3" fmla="*/ 71595 w 363220"/>
                    <a:gd name="connsiteY3" fmla="*/ 56824 h 244454"/>
                    <a:gd name="connsiteX4" fmla="*/ 363200 w 363220"/>
                    <a:gd name="connsiteY4" fmla="*/ 244406 h 244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20" h="244454">
                      <a:moveTo>
                        <a:pt x="363200" y="244406"/>
                      </a:moveTo>
                      <a:cubicBezTo>
                        <a:pt x="365474" y="241564"/>
                        <a:pt x="179029" y="113098"/>
                        <a:pt x="78985" y="46024"/>
                      </a:cubicBezTo>
                      <a:cubicBezTo>
                        <a:pt x="6225" y="-2862"/>
                        <a:pt x="2247" y="-1725"/>
                        <a:pt x="541" y="1117"/>
                      </a:cubicBezTo>
                      <a:cubicBezTo>
                        <a:pt x="-1733" y="3960"/>
                        <a:pt x="-27" y="8507"/>
                        <a:pt x="71595" y="56824"/>
                      </a:cubicBezTo>
                      <a:cubicBezTo>
                        <a:pt x="171639" y="123899"/>
                        <a:pt x="360927" y="247248"/>
                        <a:pt x="363200" y="244406"/>
                      </a:cubicBezTo>
                      <a:close/>
                    </a:path>
                  </a:pathLst>
                </a:custGeom>
                <a:grpFill/>
                <a:ln w="5679" cap="flat">
                  <a:noFill/>
                  <a:prstDash val="solid"/>
                  <a:miter/>
                </a:ln>
              </p:spPr>
              <p:txBody>
                <a:bodyPr rtlCol="0" anchor="ctr"/>
                <a:lstStyle/>
                <a:p>
                  <a:endParaRPr lang="zh-CN" altLang="en-US"/>
                </a:p>
              </p:txBody>
            </p:sp>
            <p:sp>
              <p:nvSpPr>
                <p:cNvPr id="433" name="任意多边形: 形状 276"/>
                <p:cNvSpPr/>
                <p:nvPr>
                  <p:custDataLst>
                    <p:tags r:id="rId75"/>
                  </p:custDataLst>
                </p:nvPr>
              </p:nvSpPr>
              <p:spPr>
                <a:xfrm>
                  <a:off x="7110406" y="1453292"/>
                  <a:ext cx="359811" cy="241617"/>
                </a:xfrm>
                <a:custGeom>
                  <a:avLst/>
                  <a:gdLst>
                    <a:gd name="connsiteX0" fmla="*/ 359791 w 359811"/>
                    <a:gd name="connsiteY0" fmla="*/ 241569 h 241617"/>
                    <a:gd name="connsiteX1" fmla="*/ 78418 w 359811"/>
                    <a:gd name="connsiteY1" fmla="*/ 45460 h 241617"/>
                    <a:gd name="connsiteX2" fmla="*/ 542 w 359811"/>
                    <a:gd name="connsiteY2" fmla="*/ 1123 h 241617"/>
                    <a:gd name="connsiteX3" fmla="*/ 71028 w 359811"/>
                    <a:gd name="connsiteY3" fmla="*/ 56261 h 241617"/>
                    <a:gd name="connsiteX4" fmla="*/ 359791 w 359811"/>
                    <a:gd name="connsiteY4" fmla="*/ 241569 h 241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11" h="241617">
                      <a:moveTo>
                        <a:pt x="359791" y="241569"/>
                      </a:moveTo>
                      <a:cubicBezTo>
                        <a:pt x="362065" y="238727"/>
                        <a:pt x="177325" y="111398"/>
                        <a:pt x="78418" y="45460"/>
                      </a:cubicBezTo>
                      <a:cubicBezTo>
                        <a:pt x="6227" y="-2856"/>
                        <a:pt x="2816" y="-1719"/>
                        <a:pt x="542" y="1123"/>
                      </a:cubicBezTo>
                      <a:cubicBezTo>
                        <a:pt x="-1731" y="3965"/>
                        <a:pt x="-26" y="8512"/>
                        <a:pt x="71028" y="56261"/>
                      </a:cubicBezTo>
                      <a:cubicBezTo>
                        <a:pt x="169935" y="122199"/>
                        <a:pt x="357517" y="244411"/>
                        <a:pt x="359791" y="241569"/>
                      </a:cubicBezTo>
                      <a:close/>
                    </a:path>
                  </a:pathLst>
                </a:custGeom>
                <a:grpFill/>
                <a:ln w="5679" cap="flat">
                  <a:noFill/>
                  <a:prstDash val="solid"/>
                  <a:miter/>
                </a:ln>
              </p:spPr>
              <p:txBody>
                <a:bodyPr rtlCol="0" anchor="ctr"/>
                <a:lstStyle/>
                <a:p>
                  <a:endParaRPr lang="zh-CN" altLang="en-US"/>
                </a:p>
              </p:txBody>
            </p:sp>
            <p:sp>
              <p:nvSpPr>
                <p:cNvPr id="434" name="任意多边形: 形状 277"/>
                <p:cNvSpPr/>
                <p:nvPr>
                  <p:custDataLst>
                    <p:tags r:id="rId76"/>
                  </p:custDataLst>
                </p:nvPr>
              </p:nvSpPr>
              <p:spPr>
                <a:xfrm>
                  <a:off x="7079711" y="1505860"/>
                  <a:ext cx="358106" cy="240777"/>
                </a:xfrm>
                <a:custGeom>
                  <a:avLst/>
                  <a:gdLst>
                    <a:gd name="connsiteX0" fmla="*/ 358086 w 358106"/>
                    <a:gd name="connsiteY0" fmla="*/ 240729 h 240777"/>
                    <a:gd name="connsiteX1" fmla="*/ 77849 w 358106"/>
                    <a:gd name="connsiteY1" fmla="*/ 45189 h 240777"/>
                    <a:gd name="connsiteX2" fmla="*/ 543 w 358106"/>
                    <a:gd name="connsiteY2" fmla="*/ 1419 h 240777"/>
                    <a:gd name="connsiteX3" fmla="*/ 71028 w 358106"/>
                    <a:gd name="connsiteY3" fmla="*/ 56557 h 240777"/>
                    <a:gd name="connsiteX4" fmla="*/ 358086 w 358106"/>
                    <a:gd name="connsiteY4" fmla="*/ 240729 h 240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06" h="240777">
                      <a:moveTo>
                        <a:pt x="358086" y="240729"/>
                      </a:moveTo>
                      <a:cubicBezTo>
                        <a:pt x="360359" y="237887"/>
                        <a:pt x="176188" y="111127"/>
                        <a:pt x="77849" y="45189"/>
                      </a:cubicBezTo>
                      <a:cubicBezTo>
                        <a:pt x="6227" y="-3128"/>
                        <a:pt x="2248" y="-1991"/>
                        <a:pt x="543" y="1419"/>
                      </a:cubicBezTo>
                      <a:cubicBezTo>
                        <a:pt x="-1731" y="4262"/>
                        <a:pt x="-26" y="8809"/>
                        <a:pt x="71028" y="56557"/>
                      </a:cubicBezTo>
                      <a:cubicBezTo>
                        <a:pt x="169366" y="121927"/>
                        <a:pt x="355812" y="243571"/>
                        <a:pt x="358086" y="240729"/>
                      </a:cubicBezTo>
                      <a:close/>
                    </a:path>
                  </a:pathLst>
                </a:custGeom>
                <a:grpFill/>
                <a:ln w="5679" cap="flat">
                  <a:noFill/>
                  <a:prstDash val="solid"/>
                  <a:miter/>
                </a:ln>
              </p:spPr>
              <p:txBody>
                <a:bodyPr rtlCol="0" anchor="ctr"/>
                <a:lstStyle/>
                <a:p>
                  <a:endParaRPr lang="zh-CN" altLang="en-US"/>
                </a:p>
              </p:txBody>
            </p:sp>
            <p:sp>
              <p:nvSpPr>
                <p:cNvPr id="435" name="任意多边形: 形状 278"/>
                <p:cNvSpPr/>
                <p:nvPr>
                  <p:custDataLst>
                    <p:tags r:id="rId77"/>
                  </p:custDataLst>
                </p:nvPr>
              </p:nvSpPr>
              <p:spPr>
                <a:xfrm>
                  <a:off x="7046741" y="1556516"/>
                  <a:ext cx="358108" cy="240733"/>
                </a:xfrm>
                <a:custGeom>
                  <a:avLst/>
                  <a:gdLst>
                    <a:gd name="connsiteX0" fmla="*/ 358087 w 358108"/>
                    <a:gd name="connsiteY0" fmla="*/ 240664 h 240733"/>
                    <a:gd name="connsiteX1" fmla="*/ 77851 w 358108"/>
                    <a:gd name="connsiteY1" fmla="*/ 45123 h 240733"/>
                    <a:gd name="connsiteX2" fmla="*/ 544 w 358108"/>
                    <a:gd name="connsiteY2" fmla="*/ 1354 h 240733"/>
                    <a:gd name="connsiteX3" fmla="*/ 70461 w 358108"/>
                    <a:gd name="connsiteY3" fmla="*/ 55924 h 240733"/>
                    <a:gd name="connsiteX4" fmla="*/ 358087 w 358108"/>
                    <a:gd name="connsiteY4" fmla="*/ 240664 h 240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08" h="240733">
                      <a:moveTo>
                        <a:pt x="358087" y="240664"/>
                      </a:moveTo>
                      <a:cubicBezTo>
                        <a:pt x="360361" y="237822"/>
                        <a:pt x="176757" y="111061"/>
                        <a:pt x="77851" y="45123"/>
                      </a:cubicBezTo>
                      <a:cubicBezTo>
                        <a:pt x="6228" y="-2625"/>
                        <a:pt x="2249" y="-2056"/>
                        <a:pt x="544" y="1354"/>
                      </a:cubicBezTo>
                      <a:cubicBezTo>
                        <a:pt x="-1730" y="4196"/>
                        <a:pt x="-24" y="8744"/>
                        <a:pt x="70461" y="55924"/>
                      </a:cubicBezTo>
                      <a:cubicBezTo>
                        <a:pt x="169368" y="122430"/>
                        <a:pt x="356382" y="244074"/>
                        <a:pt x="358087" y="240664"/>
                      </a:cubicBezTo>
                      <a:close/>
                    </a:path>
                  </a:pathLst>
                </a:custGeom>
                <a:grpFill/>
                <a:ln w="5679" cap="flat">
                  <a:noFill/>
                  <a:prstDash val="solid"/>
                  <a:miter/>
                </a:ln>
              </p:spPr>
              <p:txBody>
                <a:bodyPr rtlCol="0" anchor="ctr"/>
                <a:lstStyle/>
                <a:p>
                  <a:endParaRPr lang="zh-CN" altLang="en-US"/>
                </a:p>
              </p:txBody>
            </p:sp>
            <p:sp>
              <p:nvSpPr>
                <p:cNvPr id="436" name="任意多边形: 形状 279"/>
                <p:cNvSpPr/>
                <p:nvPr>
                  <p:custDataLst>
                    <p:tags r:id="rId78"/>
                  </p:custDataLst>
                </p:nvPr>
              </p:nvSpPr>
              <p:spPr>
                <a:xfrm>
                  <a:off x="7010929" y="1605969"/>
                  <a:ext cx="358108" cy="240733"/>
                </a:xfrm>
                <a:custGeom>
                  <a:avLst/>
                  <a:gdLst>
                    <a:gd name="connsiteX0" fmla="*/ 358087 w 358108"/>
                    <a:gd name="connsiteY0" fmla="*/ 240664 h 240733"/>
                    <a:gd name="connsiteX1" fmla="*/ 77851 w 358108"/>
                    <a:gd name="connsiteY1" fmla="*/ 45123 h 240733"/>
                    <a:gd name="connsiteX2" fmla="*/ 544 w 358108"/>
                    <a:gd name="connsiteY2" fmla="*/ 1354 h 240733"/>
                    <a:gd name="connsiteX3" fmla="*/ 70461 w 358108"/>
                    <a:gd name="connsiteY3" fmla="*/ 56492 h 240733"/>
                    <a:gd name="connsiteX4" fmla="*/ 358087 w 358108"/>
                    <a:gd name="connsiteY4" fmla="*/ 240664 h 240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108" h="240733">
                      <a:moveTo>
                        <a:pt x="358087" y="240664"/>
                      </a:moveTo>
                      <a:cubicBezTo>
                        <a:pt x="360361" y="237822"/>
                        <a:pt x="176757" y="111061"/>
                        <a:pt x="77851" y="45123"/>
                      </a:cubicBezTo>
                      <a:cubicBezTo>
                        <a:pt x="6228" y="-2625"/>
                        <a:pt x="2249" y="-2056"/>
                        <a:pt x="544" y="1354"/>
                      </a:cubicBezTo>
                      <a:cubicBezTo>
                        <a:pt x="-1730" y="4196"/>
                        <a:pt x="-24" y="8744"/>
                        <a:pt x="70461" y="56492"/>
                      </a:cubicBezTo>
                      <a:cubicBezTo>
                        <a:pt x="169368" y="122430"/>
                        <a:pt x="356382" y="244074"/>
                        <a:pt x="358087" y="240664"/>
                      </a:cubicBezTo>
                      <a:close/>
                    </a:path>
                  </a:pathLst>
                </a:custGeom>
                <a:grpFill/>
                <a:ln w="5679" cap="flat">
                  <a:noFill/>
                  <a:prstDash val="solid"/>
                  <a:miter/>
                </a:ln>
              </p:spPr>
              <p:txBody>
                <a:bodyPr rtlCol="0" anchor="ctr"/>
                <a:lstStyle/>
                <a:p>
                  <a:endParaRPr lang="zh-CN" altLang="en-US"/>
                </a:p>
              </p:txBody>
            </p:sp>
            <p:sp>
              <p:nvSpPr>
                <p:cNvPr id="437" name="任意多边形: 形状 280"/>
                <p:cNvSpPr/>
                <p:nvPr>
                  <p:custDataLst>
                    <p:tags r:id="rId79"/>
                  </p:custDataLst>
                </p:nvPr>
              </p:nvSpPr>
              <p:spPr>
                <a:xfrm>
                  <a:off x="6973416" y="1657134"/>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8"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438" name="任意多边形: 形状 281"/>
                <p:cNvSpPr/>
                <p:nvPr>
                  <p:custDataLst>
                    <p:tags r:id="rId80"/>
                  </p:custDataLst>
                </p:nvPr>
              </p:nvSpPr>
              <p:spPr>
                <a:xfrm>
                  <a:off x="6929647" y="1707724"/>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439" name="任意多边形: 形状 282"/>
                <p:cNvSpPr/>
                <p:nvPr>
                  <p:custDataLst>
                    <p:tags r:id="rId81"/>
                  </p:custDataLst>
                </p:nvPr>
              </p:nvSpPr>
              <p:spPr>
                <a:xfrm>
                  <a:off x="6898383" y="1750925"/>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440" name="任意多边形: 形状 283"/>
                <p:cNvSpPr/>
                <p:nvPr>
                  <p:custDataLst>
                    <p:tags r:id="rId82"/>
                  </p:custDataLst>
                </p:nvPr>
              </p:nvSpPr>
              <p:spPr>
                <a:xfrm>
                  <a:off x="6856887" y="1800378"/>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8" y="8738"/>
                        <a:pt x="71595" y="56486"/>
                      </a:cubicBezTo>
                      <a:cubicBezTo>
                        <a:pt x="171639" y="122993"/>
                        <a:pt x="359790" y="245774"/>
                        <a:pt x="362063" y="242932"/>
                      </a:cubicBezTo>
                      <a:close/>
                    </a:path>
                  </a:pathLst>
                </a:custGeom>
                <a:grpFill/>
                <a:ln w="5679" cap="flat">
                  <a:noFill/>
                  <a:prstDash val="solid"/>
                  <a:miter/>
                </a:ln>
              </p:spPr>
              <p:txBody>
                <a:bodyPr rtlCol="0" anchor="ctr"/>
                <a:lstStyle/>
                <a:p>
                  <a:endParaRPr lang="zh-CN" altLang="en-US"/>
                </a:p>
              </p:txBody>
            </p:sp>
            <p:sp>
              <p:nvSpPr>
                <p:cNvPr id="441" name="任意多边形: 形状 284"/>
                <p:cNvSpPr/>
                <p:nvPr>
                  <p:custDataLst>
                    <p:tags r:id="rId83"/>
                  </p:custDataLst>
                </p:nvPr>
              </p:nvSpPr>
              <p:spPr>
                <a:xfrm>
                  <a:off x="6824644" y="1851723"/>
                  <a:ext cx="338044" cy="223494"/>
                </a:xfrm>
                <a:custGeom>
                  <a:avLst/>
                  <a:gdLst>
                    <a:gd name="connsiteX0" fmla="*/ 338032 w 338044"/>
                    <a:gd name="connsiteY0" fmla="*/ 223419 h 223494"/>
                    <a:gd name="connsiteX1" fmla="*/ 73712 w 338044"/>
                    <a:gd name="connsiteY1" fmla="*/ 41521 h 223494"/>
                    <a:gd name="connsiteX2" fmla="*/ 384 w 338044"/>
                    <a:gd name="connsiteY2" fmla="*/ 1162 h 223494"/>
                    <a:gd name="connsiteX3" fmla="*/ 66322 w 338044"/>
                    <a:gd name="connsiteY3" fmla="*/ 52321 h 223494"/>
                    <a:gd name="connsiteX4" fmla="*/ 338032 w 338044"/>
                    <a:gd name="connsiteY4" fmla="*/ 223419 h 223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044" h="223494">
                      <a:moveTo>
                        <a:pt x="338032" y="223419"/>
                      </a:moveTo>
                      <a:cubicBezTo>
                        <a:pt x="339738" y="220577"/>
                        <a:pt x="166934" y="102911"/>
                        <a:pt x="73712" y="41521"/>
                      </a:cubicBezTo>
                      <a:cubicBezTo>
                        <a:pt x="6068" y="-2817"/>
                        <a:pt x="2658" y="-1680"/>
                        <a:pt x="384" y="1162"/>
                      </a:cubicBezTo>
                      <a:cubicBezTo>
                        <a:pt x="-1321" y="4004"/>
                        <a:pt x="-184" y="8552"/>
                        <a:pt x="66322" y="52321"/>
                      </a:cubicBezTo>
                      <a:cubicBezTo>
                        <a:pt x="159545" y="114280"/>
                        <a:pt x="335759" y="226829"/>
                        <a:pt x="338032" y="223419"/>
                      </a:cubicBezTo>
                      <a:close/>
                    </a:path>
                  </a:pathLst>
                </a:custGeom>
                <a:grpFill/>
                <a:ln w="5679" cap="flat">
                  <a:noFill/>
                  <a:prstDash val="solid"/>
                  <a:miter/>
                </a:ln>
              </p:spPr>
              <p:txBody>
                <a:bodyPr rtlCol="0" anchor="ctr"/>
                <a:lstStyle/>
                <a:p>
                  <a:endParaRPr lang="zh-CN" altLang="en-US"/>
                </a:p>
              </p:txBody>
            </p:sp>
            <p:sp>
              <p:nvSpPr>
                <p:cNvPr id="442" name="任意多边形: 形状 285"/>
                <p:cNvSpPr/>
                <p:nvPr>
                  <p:custDataLst>
                    <p:tags r:id="rId84"/>
                  </p:custDataLst>
                </p:nvPr>
              </p:nvSpPr>
              <p:spPr>
                <a:xfrm>
                  <a:off x="6786328" y="1898765"/>
                  <a:ext cx="291108" cy="195789"/>
                </a:xfrm>
                <a:custGeom>
                  <a:avLst/>
                  <a:gdLst>
                    <a:gd name="connsiteX0" fmla="*/ 291083 w 291108"/>
                    <a:gd name="connsiteY0" fmla="*/ 195703 h 195789"/>
                    <a:gd name="connsiteX1" fmla="*/ 64279 w 291108"/>
                    <a:gd name="connsiteY1" fmla="*/ 35974 h 195789"/>
                    <a:gd name="connsiteX2" fmla="*/ 615 w 291108"/>
                    <a:gd name="connsiteY2" fmla="*/ 1300 h 195789"/>
                    <a:gd name="connsiteX3" fmla="*/ 56890 w 291108"/>
                    <a:gd name="connsiteY3" fmla="*/ 46774 h 195789"/>
                    <a:gd name="connsiteX4" fmla="*/ 291083 w 291108"/>
                    <a:gd name="connsiteY4" fmla="*/ 195703 h 19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108" h="195789">
                      <a:moveTo>
                        <a:pt x="291083" y="195703"/>
                      </a:moveTo>
                      <a:cubicBezTo>
                        <a:pt x="293357" y="192861"/>
                        <a:pt x="144428" y="89407"/>
                        <a:pt x="64279" y="35974"/>
                      </a:cubicBezTo>
                      <a:cubicBezTo>
                        <a:pt x="6299" y="-3248"/>
                        <a:pt x="2889" y="-1542"/>
                        <a:pt x="615" y="1300"/>
                      </a:cubicBezTo>
                      <a:cubicBezTo>
                        <a:pt x="-1659" y="4142"/>
                        <a:pt x="-522" y="8121"/>
                        <a:pt x="56890" y="46774"/>
                      </a:cubicBezTo>
                      <a:cubicBezTo>
                        <a:pt x="137038" y="100775"/>
                        <a:pt x="289378" y="199114"/>
                        <a:pt x="291083" y="195703"/>
                      </a:cubicBezTo>
                      <a:close/>
                    </a:path>
                  </a:pathLst>
                </a:custGeom>
                <a:grpFill/>
                <a:ln w="5679" cap="flat">
                  <a:noFill/>
                  <a:prstDash val="solid"/>
                  <a:miter/>
                </a:ln>
              </p:spPr>
              <p:txBody>
                <a:bodyPr rtlCol="0" anchor="ctr"/>
                <a:lstStyle/>
                <a:p>
                  <a:endParaRPr lang="zh-CN" altLang="en-US"/>
                </a:p>
              </p:txBody>
            </p:sp>
            <p:sp>
              <p:nvSpPr>
                <p:cNvPr id="443" name="任意多边形: 形状 286"/>
                <p:cNvSpPr/>
                <p:nvPr>
                  <p:custDataLst>
                    <p:tags r:id="rId85"/>
                  </p:custDataLst>
                </p:nvPr>
              </p:nvSpPr>
              <p:spPr>
                <a:xfrm>
                  <a:off x="6748737" y="1949584"/>
                  <a:ext cx="247419" cy="166556"/>
                </a:xfrm>
                <a:custGeom>
                  <a:avLst/>
                  <a:gdLst>
                    <a:gd name="connsiteX0" fmla="*/ 247389 w 247419"/>
                    <a:gd name="connsiteY0" fmla="*/ 166485 h 166556"/>
                    <a:gd name="connsiteX1" fmla="*/ 55259 w 247419"/>
                    <a:gd name="connsiteY1" fmla="*/ 30062 h 166556"/>
                    <a:gd name="connsiteX2" fmla="*/ 690 w 247419"/>
                    <a:gd name="connsiteY2" fmla="*/ 1640 h 166556"/>
                    <a:gd name="connsiteX3" fmla="*/ 47870 w 247419"/>
                    <a:gd name="connsiteY3" fmla="*/ 41430 h 166556"/>
                    <a:gd name="connsiteX4" fmla="*/ 247389 w 247419"/>
                    <a:gd name="connsiteY4" fmla="*/ 166485 h 166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419" h="166556">
                      <a:moveTo>
                        <a:pt x="247389" y="166485"/>
                      </a:moveTo>
                      <a:cubicBezTo>
                        <a:pt x="249663" y="163643"/>
                        <a:pt x="123471" y="75536"/>
                        <a:pt x="55259" y="30062"/>
                      </a:cubicBezTo>
                      <a:cubicBezTo>
                        <a:pt x="5805" y="-2907"/>
                        <a:pt x="2963" y="-1770"/>
                        <a:pt x="690" y="1640"/>
                      </a:cubicBezTo>
                      <a:cubicBezTo>
                        <a:pt x="-1584" y="4482"/>
                        <a:pt x="-1015" y="8461"/>
                        <a:pt x="47870" y="41430"/>
                      </a:cubicBezTo>
                      <a:cubicBezTo>
                        <a:pt x="116081" y="86336"/>
                        <a:pt x="245684" y="169327"/>
                        <a:pt x="247389" y="166485"/>
                      </a:cubicBezTo>
                      <a:close/>
                    </a:path>
                  </a:pathLst>
                </a:custGeom>
                <a:grpFill/>
                <a:ln w="5679" cap="flat">
                  <a:noFill/>
                  <a:prstDash val="solid"/>
                  <a:miter/>
                </a:ln>
              </p:spPr>
              <p:txBody>
                <a:bodyPr rtlCol="0" anchor="ctr"/>
                <a:lstStyle/>
                <a:p>
                  <a:endParaRPr lang="zh-CN" altLang="en-US"/>
                </a:p>
              </p:txBody>
            </p:sp>
            <p:sp>
              <p:nvSpPr>
                <p:cNvPr id="444" name="任意多边形: 形状 287"/>
                <p:cNvSpPr/>
                <p:nvPr>
                  <p:custDataLst>
                    <p:tags r:id="rId86"/>
                  </p:custDataLst>
                </p:nvPr>
              </p:nvSpPr>
              <p:spPr>
                <a:xfrm>
                  <a:off x="6711742" y="1992100"/>
                  <a:ext cx="205976" cy="138870"/>
                </a:xfrm>
                <a:custGeom>
                  <a:avLst/>
                  <a:gdLst>
                    <a:gd name="connsiteX0" fmla="*/ 205940 w 205976"/>
                    <a:gd name="connsiteY0" fmla="*/ 138749 h 138870"/>
                    <a:gd name="connsiteX1" fmla="*/ 46779 w 205976"/>
                    <a:gd name="connsiteY1" fmla="*/ 24494 h 138870"/>
                    <a:gd name="connsiteX2" fmla="*/ 736 w 205976"/>
                    <a:gd name="connsiteY2" fmla="*/ 1757 h 138870"/>
                    <a:gd name="connsiteX3" fmla="*/ 39390 w 205976"/>
                    <a:gd name="connsiteY3" fmla="*/ 35294 h 138870"/>
                    <a:gd name="connsiteX4" fmla="*/ 205940 w 205976"/>
                    <a:gd name="connsiteY4" fmla="*/ 138749 h 138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976" h="138870">
                      <a:moveTo>
                        <a:pt x="205940" y="138749"/>
                      </a:moveTo>
                      <a:cubicBezTo>
                        <a:pt x="208214" y="135906"/>
                        <a:pt x="103622" y="62579"/>
                        <a:pt x="46779" y="24494"/>
                      </a:cubicBezTo>
                      <a:cubicBezTo>
                        <a:pt x="5852" y="-2791"/>
                        <a:pt x="3010" y="-1654"/>
                        <a:pt x="736" y="1757"/>
                      </a:cubicBezTo>
                      <a:cubicBezTo>
                        <a:pt x="-1538" y="4599"/>
                        <a:pt x="-969" y="8578"/>
                        <a:pt x="39390" y="35294"/>
                      </a:cubicBezTo>
                      <a:cubicBezTo>
                        <a:pt x="96233" y="73379"/>
                        <a:pt x="203666" y="142159"/>
                        <a:pt x="205940" y="138749"/>
                      </a:cubicBezTo>
                      <a:close/>
                    </a:path>
                  </a:pathLst>
                </a:custGeom>
                <a:grpFill/>
                <a:ln w="5679" cap="flat">
                  <a:noFill/>
                  <a:prstDash val="solid"/>
                  <a:miter/>
                </a:ln>
              </p:spPr>
              <p:txBody>
                <a:bodyPr rtlCol="0" anchor="ctr"/>
                <a:lstStyle/>
                <a:p>
                  <a:endParaRPr lang="zh-CN" altLang="en-US"/>
                </a:p>
              </p:txBody>
            </p:sp>
            <p:sp>
              <p:nvSpPr>
                <p:cNvPr id="445" name="任意多边形: 形状 288"/>
                <p:cNvSpPr/>
                <p:nvPr>
                  <p:custDataLst>
                    <p:tags r:id="rId87"/>
                  </p:custDataLst>
                </p:nvPr>
              </p:nvSpPr>
              <p:spPr>
                <a:xfrm>
                  <a:off x="6675804" y="2045048"/>
                  <a:ext cx="158934" cy="107511"/>
                </a:xfrm>
                <a:custGeom>
                  <a:avLst/>
                  <a:gdLst>
                    <a:gd name="connsiteX0" fmla="*/ 158887 w 158934"/>
                    <a:gd name="connsiteY0" fmla="*/ 107401 h 107511"/>
                    <a:gd name="connsiteX1" fmla="*/ 37243 w 158934"/>
                    <a:gd name="connsiteY1" fmla="*/ 18157 h 107511"/>
                    <a:gd name="connsiteX2" fmla="*/ 863 w 158934"/>
                    <a:gd name="connsiteY2" fmla="*/ 1672 h 107511"/>
                    <a:gd name="connsiteX3" fmla="*/ 29853 w 158934"/>
                    <a:gd name="connsiteY3" fmla="*/ 28957 h 107511"/>
                    <a:gd name="connsiteX4" fmla="*/ 158887 w 158934"/>
                    <a:gd name="connsiteY4" fmla="*/ 107401 h 107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934" h="107511">
                      <a:moveTo>
                        <a:pt x="158887" y="107401"/>
                      </a:moveTo>
                      <a:cubicBezTo>
                        <a:pt x="161161" y="104558"/>
                        <a:pt x="81012" y="47147"/>
                        <a:pt x="37243" y="18157"/>
                      </a:cubicBezTo>
                      <a:cubicBezTo>
                        <a:pt x="5411" y="-2875"/>
                        <a:pt x="3137" y="-1170"/>
                        <a:pt x="863" y="1672"/>
                      </a:cubicBezTo>
                      <a:cubicBezTo>
                        <a:pt x="-1410" y="4514"/>
                        <a:pt x="-1410" y="7925"/>
                        <a:pt x="29853" y="28957"/>
                      </a:cubicBezTo>
                      <a:cubicBezTo>
                        <a:pt x="73622" y="57947"/>
                        <a:pt x="157182" y="110243"/>
                        <a:pt x="158887" y="107401"/>
                      </a:cubicBezTo>
                      <a:close/>
                    </a:path>
                  </a:pathLst>
                </a:custGeom>
                <a:grpFill/>
                <a:ln w="5679" cap="flat">
                  <a:noFill/>
                  <a:prstDash val="solid"/>
                  <a:miter/>
                </a:ln>
              </p:spPr>
              <p:txBody>
                <a:bodyPr rtlCol="0" anchor="ctr"/>
                <a:lstStyle/>
                <a:p>
                  <a:endParaRPr lang="zh-CN" altLang="en-US"/>
                </a:p>
              </p:txBody>
            </p:sp>
            <p:sp>
              <p:nvSpPr>
                <p:cNvPr id="446" name="任意多边形: 形状 289"/>
                <p:cNvSpPr/>
                <p:nvPr>
                  <p:custDataLst>
                    <p:tags r:id="rId88"/>
                  </p:custDataLst>
                </p:nvPr>
              </p:nvSpPr>
              <p:spPr>
                <a:xfrm>
                  <a:off x="6637561" y="2095310"/>
                  <a:ext cx="122727" cy="83492"/>
                </a:xfrm>
                <a:custGeom>
                  <a:avLst/>
                  <a:gdLst>
                    <a:gd name="connsiteX0" fmla="*/ 122666 w 122727"/>
                    <a:gd name="connsiteY0" fmla="*/ 83286 h 83492"/>
                    <a:gd name="connsiteX1" fmla="*/ 30011 w 122727"/>
                    <a:gd name="connsiteY1" fmla="*/ 13369 h 83492"/>
                    <a:gd name="connsiteX2" fmla="*/ 1022 w 122727"/>
                    <a:gd name="connsiteY2" fmla="*/ 2000 h 83492"/>
                    <a:gd name="connsiteX3" fmla="*/ 22622 w 122727"/>
                    <a:gd name="connsiteY3" fmla="*/ 24169 h 83492"/>
                    <a:gd name="connsiteX4" fmla="*/ 122666 w 122727"/>
                    <a:gd name="connsiteY4" fmla="*/ 83286 h 8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27" h="83492">
                      <a:moveTo>
                        <a:pt x="122666" y="83286"/>
                      </a:moveTo>
                      <a:cubicBezTo>
                        <a:pt x="124940" y="80444"/>
                        <a:pt x="63549" y="35538"/>
                        <a:pt x="30011" y="13369"/>
                      </a:cubicBezTo>
                      <a:cubicBezTo>
                        <a:pt x="5569" y="-3115"/>
                        <a:pt x="3295" y="-842"/>
                        <a:pt x="1022" y="2000"/>
                      </a:cubicBezTo>
                      <a:cubicBezTo>
                        <a:pt x="-1252" y="4843"/>
                        <a:pt x="-1821" y="8253"/>
                        <a:pt x="22622" y="24169"/>
                      </a:cubicBezTo>
                      <a:cubicBezTo>
                        <a:pt x="56159" y="46907"/>
                        <a:pt x="120392" y="86697"/>
                        <a:pt x="122666" y="83286"/>
                      </a:cubicBezTo>
                      <a:close/>
                    </a:path>
                  </a:pathLst>
                </a:custGeom>
                <a:grpFill/>
                <a:ln w="5679" cap="flat">
                  <a:noFill/>
                  <a:prstDash val="solid"/>
                  <a:miter/>
                </a:ln>
              </p:spPr>
              <p:txBody>
                <a:bodyPr rtlCol="0" anchor="ctr"/>
                <a:lstStyle/>
                <a:p>
                  <a:endParaRPr lang="zh-CN" altLang="en-US"/>
                </a:p>
              </p:txBody>
            </p:sp>
            <p:sp>
              <p:nvSpPr>
                <p:cNvPr id="447" name="任意多边形: 形状 290"/>
                <p:cNvSpPr/>
                <p:nvPr>
                  <p:custDataLst>
                    <p:tags r:id="rId89"/>
                  </p:custDataLst>
                </p:nvPr>
              </p:nvSpPr>
              <p:spPr>
                <a:xfrm>
                  <a:off x="6603608" y="2145269"/>
                  <a:ext cx="156666" cy="106198"/>
                </a:xfrm>
                <a:custGeom>
                  <a:avLst/>
                  <a:gdLst>
                    <a:gd name="connsiteX0" fmla="*/ 156619 w 156666"/>
                    <a:gd name="connsiteY0" fmla="*/ 106086 h 106198"/>
                    <a:gd name="connsiteX1" fmla="*/ 36680 w 156666"/>
                    <a:gd name="connsiteY1" fmla="*/ 17980 h 106198"/>
                    <a:gd name="connsiteX2" fmla="*/ 869 w 156666"/>
                    <a:gd name="connsiteY2" fmla="*/ 2064 h 106198"/>
                    <a:gd name="connsiteX3" fmla="*/ 29290 w 156666"/>
                    <a:gd name="connsiteY3" fmla="*/ 28780 h 106198"/>
                    <a:gd name="connsiteX4" fmla="*/ 156619 w 156666"/>
                    <a:gd name="connsiteY4" fmla="*/ 106086 h 106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66" h="106198">
                      <a:moveTo>
                        <a:pt x="156619" y="106086"/>
                      </a:moveTo>
                      <a:cubicBezTo>
                        <a:pt x="158893" y="103244"/>
                        <a:pt x="79312" y="46970"/>
                        <a:pt x="36680" y="17980"/>
                      </a:cubicBezTo>
                      <a:cubicBezTo>
                        <a:pt x="5416" y="-3052"/>
                        <a:pt x="3142" y="-1347"/>
                        <a:pt x="869" y="2064"/>
                      </a:cubicBezTo>
                      <a:cubicBezTo>
                        <a:pt x="-1405" y="4906"/>
                        <a:pt x="-1405" y="8316"/>
                        <a:pt x="29290" y="28780"/>
                      </a:cubicBezTo>
                      <a:cubicBezTo>
                        <a:pt x="72491" y="57201"/>
                        <a:pt x="154345" y="108929"/>
                        <a:pt x="156619" y="106086"/>
                      </a:cubicBezTo>
                      <a:close/>
                    </a:path>
                  </a:pathLst>
                </a:custGeom>
                <a:grpFill/>
                <a:ln w="5679" cap="flat">
                  <a:noFill/>
                  <a:prstDash val="solid"/>
                  <a:miter/>
                </a:ln>
              </p:spPr>
              <p:txBody>
                <a:bodyPr rtlCol="0" anchor="ctr"/>
                <a:lstStyle/>
                <a:p>
                  <a:endParaRPr lang="zh-CN" altLang="en-US"/>
                </a:p>
              </p:txBody>
            </p:sp>
            <p:sp>
              <p:nvSpPr>
                <p:cNvPr id="448" name="任意多边形: 形状 291"/>
                <p:cNvSpPr/>
                <p:nvPr>
                  <p:custDataLst>
                    <p:tags r:id="rId90"/>
                  </p:custDataLst>
                </p:nvPr>
              </p:nvSpPr>
              <p:spPr>
                <a:xfrm>
                  <a:off x="6570694" y="2198649"/>
                  <a:ext cx="186162" cy="130104"/>
                </a:xfrm>
                <a:custGeom>
                  <a:avLst/>
                  <a:gdLst>
                    <a:gd name="connsiteX0" fmla="*/ 186123 w 186162"/>
                    <a:gd name="connsiteY0" fmla="*/ 130014 h 130104"/>
                    <a:gd name="connsiteX1" fmla="*/ 42878 w 186162"/>
                    <a:gd name="connsiteY1" fmla="*/ 22580 h 130104"/>
                    <a:gd name="connsiteX2" fmla="*/ 814 w 186162"/>
                    <a:gd name="connsiteY2" fmla="*/ 1548 h 130104"/>
                    <a:gd name="connsiteX3" fmla="*/ 35488 w 186162"/>
                    <a:gd name="connsiteY3" fmla="*/ 33380 h 130104"/>
                    <a:gd name="connsiteX4" fmla="*/ 186123 w 186162"/>
                    <a:gd name="connsiteY4" fmla="*/ 130014 h 130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162" h="130104">
                      <a:moveTo>
                        <a:pt x="186123" y="130014"/>
                      </a:moveTo>
                      <a:cubicBezTo>
                        <a:pt x="188396" y="127171"/>
                        <a:pt x="94037" y="58391"/>
                        <a:pt x="42878" y="22580"/>
                      </a:cubicBezTo>
                      <a:cubicBezTo>
                        <a:pt x="5930" y="-2999"/>
                        <a:pt x="3088" y="-1294"/>
                        <a:pt x="814" y="1548"/>
                      </a:cubicBezTo>
                      <a:cubicBezTo>
                        <a:pt x="-1460" y="4390"/>
                        <a:pt x="-1460" y="7801"/>
                        <a:pt x="35488" y="33380"/>
                      </a:cubicBezTo>
                      <a:cubicBezTo>
                        <a:pt x="86647" y="68623"/>
                        <a:pt x="183849" y="132856"/>
                        <a:pt x="186123" y="130014"/>
                      </a:cubicBezTo>
                      <a:close/>
                    </a:path>
                  </a:pathLst>
                </a:custGeom>
                <a:grpFill/>
                <a:ln w="5679" cap="flat">
                  <a:noFill/>
                  <a:prstDash val="solid"/>
                  <a:miter/>
                </a:ln>
              </p:spPr>
              <p:txBody>
                <a:bodyPr rtlCol="0" anchor="ctr"/>
                <a:lstStyle/>
                <a:p>
                  <a:endParaRPr lang="zh-CN" altLang="en-US"/>
                </a:p>
              </p:txBody>
            </p:sp>
            <p:sp>
              <p:nvSpPr>
                <p:cNvPr id="449" name="任意多边形: 形状 292"/>
                <p:cNvSpPr/>
                <p:nvPr>
                  <p:custDataLst>
                    <p:tags r:id="rId91"/>
                  </p:custDataLst>
                </p:nvPr>
              </p:nvSpPr>
              <p:spPr>
                <a:xfrm>
                  <a:off x="6536682" y="2253874"/>
                  <a:ext cx="220168" cy="148196"/>
                </a:xfrm>
                <a:custGeom>
                  <a:avLst/>
                  <a:gdLst>
                    <a:gd name="connsiteX0" fmla="*/ 220134 w 220168"/>
                    <a:gd name="connsiteY0" fmla="*/ 148116 h 148196"/>
                    <a:gd name="connsiteX1" fmla="*/ 49605 w 220168"/>
                    <a:gd name="connsiteY1" fmla="*/ 26472 h 148196"/>
                    <a:gd name="connsiteX2" fmla="*/ 720 w 220168"/>
                    <a:gd name="connsiteY2" fmla="*/ 1461 h 148196"/>
                    <a:gd name="connsiteX3" fmla="*/ 42215 w 220168"/>
                    <a:gd name="connsiteY3" fmla="*/ 37272 h 148196"/>
                    <a:gd name="connsiteX4" fmla="*/ 220134 w 220168"/>
                    <a:gd name="connsiteY4" fmla="*/ 148116 h 148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68" h="148196">
                      <a:moveTo>
                        <a:pt x="220134" y="148116"/>
                      </a:moveTo>
                      <a:cubicBezTo>
                        <a:pt x="222408" y="145274"/>
                        <a:pt x="110427" y="66830"/>
                        <a:pt x="49605" y="26472"/>
                      </a:cubicBezTo>
                      <a:cubicBezTo>
                        <a:pt x="5835" y="-3087"/>
                        <a:pt x="2993" y="-1382"/>
                        <a:pt x="720" y="1461"/>
                      </a:cubicBezTo>
                      <a:cubicBezTo>
                        <a:pt x="-1554" y="4303"/>
                        <a:pt x="-986" y="8282"/>
                        <a:pt x="42215" y="37272"/>
                      </a:cubicBezTo>
                      <a:cubicBezTo>
                        <a:pt x="103037" y="77630"/>
                        <a:pt x="218429" y="150958"/>
                        <a:pt x="220134" y="148116"/>
                      </a:cubicBezTo>
                      <a:close/>
                    </a:path>
                  </a:pathLst>
                </a:custGeom>
                <a:grpFill/>
                <a:ln w="5679" cap="flat">
                  <a:noFill/>
                  <a:prstDash val="solid"/>
                  <a:miter/>
                </a:ln>
              </p:spPr>
              <p:txBody>
                <a:bodyPr rtlCol="0" anchor="ctr"/>
                <a:lstStyle/>
                <a:p>
                  <a:endParaRPr lang="zh-CN" altLang="en-US"/>
                </a:p>
              </p:txBody>
            </p:sp>
            <p:sp>
              <p:nvSpPr>
                <p:cNvPr id="450" name="任意多边形: 形状 293"/>
                <p:cNvSpPr/>
                <p:nvPr>
                  <p:custDataLst>
                    <p:tags r:id="rId92"/>
                  </p:custDataLst>
                </p:nvPr>
              </p:nvSpPr>
              <p:spPr>
                <a:xfrm>
                  <a:off x="6516697" y="2305500"/>
                  <a:ext cx="187863" cy="127279"/>
                </a:xfrm>
                <a:custGeom>
                  <a:avLst/>
                  <a:gdLst>
                    <a:gd name="connsiteX0" fmla="*/ 187823 w 187863"/>
                    <a:gd name="connsiteY0" fmla="*/ 127185 h 127279"/>
                    <a:gd name="connsiteX1" fmla="*/ 42873 w 187863"/>
                    <a:gd name="connsiteY1" fmla="*/ 22026 h 127279"/>
                    <a:gd name="connsiteX2" fmla="*/ 810 w 187863"/>
                    <a:gd name="connsiteY2" fmla="*/ 1562 h 127279"/>
                    <a:gd name="connsiteX3" fmla="*/ 36052 w 187863"/>
                    <a:gd name="connsiteY3" fmla="*/ 32826 h 127279"/>
                    <a:gd name="connsiteX4" fmla="*/ 187823 w 187863"/>
                    <a:gd name="connsiteY4" fmla="*/ 127185 h 127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63" h="127279">
                      <a:moveTo>
                        <a:pt x="187823" y="127185"/>
                      </a:moveTo>
                      <a:cubicBezTo>
                        <a:pt x="190097" y="124343"/>
                        <a:pt x="94601" y="56700"/>
                        <a:pt x="42873" y="22026"/>
                      </a:cubicBezTo>
                      <a:cubicBezTo>
                        <a:pt x="5357" y="-2985"/>
                        <a:pt x="2515" y="-1280"/>
                        <a:pt x="810" y="1562"/>
                      </a:cubicBezTo>
                      <a:cubicBezTo>
                        <a:pt x="-1464" y="4404"/>
                        <a:pt x="-1464" y="7815"/>
                        <a:pt x="36052" y="32826"/>
                      </a:cubicBezTo>
                      <a:cubicBezTo>
                        <a:pt x="87211" y="67500"/>
                        <a:pt x="185550" y="130028"/>
                        <a:pt x="187823" y="127185"/>
                      </a:cubicBezTo>
                      <a:close/>
                    </a:path>
                  </a:pathLst>
                </a:custGeom>
                <a:grpFill/>
                <a:ln w="5679" cap="flat">
                  <a:noFill/>
                  <a:prstDash val="solid"/>
                  <a:miter/>
                </a:ln>
              </p:spPr>
              <p:txBody>
                <a:bodyPr rtlCol="0" anchor="ctr"/>
                <a:lstStyle/>
                <a:p>
                  <a:endParaRPr lang="zh-CN" altLang="en-US"/>
                </a:p>
              </p:txBody>
            </p:sp>
            <p:sp>
              <p:nvSpPr>
                <p:cNvPr id="451" name="任意多边形: 形状 294"/>
                <p:cNvSpPr/>
                <p:nvPr>
                  <p:custDataLst>
                    <p:tags r:id="rId93"/>
                  </p:custDataLst>
                </p:nvPr>
              </p:nvSpPr>
              <p:spPr>
                <a:xfrm>
                  <a:off x="6488640" y="2364232"/>
                  <a:ext cx="126695" cy="89052"/>
                </a:xfrm>
                <a:custGeom>
                  <a:avLst/>
                  <a:gdLst>
                    <a:gd name="connsiteX0" fmla="*/ 126636 w 126695"/>
                    <a:gd name="connsiteY0" fmla="*/ 88917 h 89052"/>
                    <a:gd name="connsiteX1" fmla="*/ 30572 w 126695"/>
                    <a:gd name="connsiteY1" fmla="*/ 14453 h 89052"/>
                    <a:gd name="connsiteX2" fmla="*/ 1013 w 126695"/>
                    <a:gd name="connsiteY2" fmla="*/ 1947 h 89052"/>
                    <a:gd name="connsiteX3" fmla="*/ 23182 w 126695"/>
                    <a:gd name="connsiteY3" fmla="*/ 25253 h 89052"/>
                    <a:gd name="connsiteX4" fmla="*/ 126636 w 126695"/>
                    <a:gd name="connsiteY4" fmla="*/ 88917 h 8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695" h="89052">
                      <a:moveTo>
                        <a:pt x="126636" y="88917"/>
                      </a:moveTo>
                      <a:cubicBezTo>
                        <a:pt x="128910" y="86075"/>
                        <a:pt x="65246" y="38895"/>
                        <a:pt x="30572" y="14453"/>
                      </a:cubicBezTo>
                      <a:cubicBezTo>
                        <a:pt x="5560" y="-3169"/>
                        <a:pt x="2718" y="-895"/>
                        <a:pt x="1013" y="1947"/>
                      </a:cubicBezTo>
                      <a:cubicBezTo>
                        <a:pt x="-1261" y="4790"/>
                        <a:pt x="-1829" y="8200"/>
                        <a:pt x="23182" y="25253"/>
                      </a:cubicBezTo>
                      <a:cubicBezTo>
                        <a:pt x="57856" y="49127"/>
                        <a:pt x="124931" y="91759"/>
                        <a:pt x="126636" y="88917"/>
                      </a:cubicBezTo>
                      <a:close/>
                    </a:path>
                  </a:pathLst>
                </a:custGeom>
                <a:grpFill/>
                <a:ln w="5679" cap="flat">
                  <a:noFill/>
                  <a:prstDash val="solid"/>
                  <a:miter/>
                </a:ln>
              </p:spPr>
              <p:txBody>
                <a:bodyPr rtlCol="0" anchor="ctr"/>
                <a:lstStyle/>
                <a:p>
                  <a:endParaRPr lang="zh-CN" altLang="en-US"/>
                </a:p>
              </p:txBody>
            </p:sp>
            <p:sp>
              <p:nvSpPr>
                <p:cNvPr id="452" name="任意多边形: 形状 295"/>
                <p:cNvSpPr/>
                <p:nvPr>
                  <p:custDataLst>
                    <p:tags r:id="rId94"/>
                  </p:custDataLst>
                </p:nvPr>
              </p:nvSpPr>
              <p:spPr>
                <a:xfrm>
                  <a:off x="6475665" y="2431691"/>
                  <a:ext cx="58457" cy="40531"/>
                </a:xfrm>
                <a:custGeom>
                  <a:avLst/>
                  <a:gdLst>
                    <a:gd name="connsiteX0" fmla="*/ 58326 w 58457"/>
                    <a:gd name="connsiteY0" fmla="*/ 40216 h 40531"/>
                    <a:gd name="connsiteX1" fmla="*/ 16831 w 58457"/>
                    <a:gd name="connsiteY1" fmla="*/ 4974 h 40531"/>
                    <a:gd name="connsiteX2" fmla="*/ 1483 w 58457"/>
                    <a:gd name="connsiteY2" fmla="*/ 2700 h 40531"/>
                    <a:gd name="connsiteX3" fmla="*/ 9441 w 58457"/>
                    <a:gd name="connsiteY3" fmla="*/ 15774 h 40531"/>
                    <a:gd name="connsiteX4" fmla="*/ 58326 w 58457"/>
                    <a:gd name="connsiteY4" fmla="*/ 40216 h 40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7" h="40531">
                      <a:moveTo>
                        <a:pt x="58326" y="40216"/>
                      </a:moveTo>
                      <a:cubicBezTo>
                        <a:pt x="60600" y="37374"/>
                        <a:pt x="32747" y="15205"/>
                        <a:pt x="16831" y="4974"/>
                      </a:cubicBezTo>
                      <a:cubicBezTo>
                        <a:pt x="5462" y="-2416"/>
                        <a:pt x="3757" y="-142"/>
                        <a:pt x="1483" y="2700"/>
                      </a:cubicBezTo>
                      <a:cubicBezTo>
                        <a:pt x="-790" y="5542"/>
                        <a:pt x="-1927" y="8384"/>
                        <a:pt x="9441" y="15774"/>
                      </a:cubicBezTo>
                      <a:cubicBezTo>
                        <a:pt x="25357" y="26006"/>
                        <a:pt x="56621" y="43059"/>
                        <a:pt x="58326" y="40216"/>
                      </a:cubicBezTo>
                      <a:close/>
                    </a:path>
                  </a:pathLst>
                </a:custGeom>
                <a:grpFill/>
                <a:ln w="5679" cap="flat">
                  <a:noFill/>
                  <a:prstDash val="solid"/>
                  <a:miter/>
                </a:ln>
              </p:spPr>
              <p:txBody>
                <a:bodyPr rtlCol="0" anchor="ctr"/>
                <a:lstStyle/>
                <a:p>
                  <a:endParaRPr lang="zh-CN" altLang="en-US"/>
                </a:p>
              </p:txBody>
            </p:sp>
          </p:grpSp>
          <p:grpSp>
            <p:nvGrpSpPr>
              <p:cNvPr id="453" name="图形 826"/>
              <p:cNvGrpSpPr/>
              <p:nvPr/>
            </p:nvGrpSpPr>
            <p:grpSpPr>
              <a:xfrm>
                <a:off x="6502468" y="1069292"/>
                <a:ext cx="268623" cy="315873"/>
                <a:chOff x="6502468" y="1069292"/>
                <a:chExt cx="268623" cy="315873"/>
              </a:xfrm>
              <a:grpFill/>
            </p:grpSpPr>
            <p:sp>
              <p:nvSpPr>
                <p:cNvPr id="454" name="任意多边形: 形状 263"/>
                <p:cNvSpPr/>
                <p:nvPr>
                  <p:custDataLst>
                    <p:tags r:id="rId95"/>
                  </p:custDataLst>
                </p:nvPr>
              </p:nvSpPr>
              <p:spPr>
                <a:xfrm>
                  <a:off x="6654028" y="1069292"/>
                  <a:ext cx="117063" cy="82864"/>
                </a:xfrm>
                <a:custGeom>
                  <a:avLst/>
                  <a:gdLst>
                    <a:gd name="connsiteX0" fmla="*/ 116999 w 117063"/>
                    <a:gd name="connsiteY0" fmla="*/ 82718 h 82864"/>
                    <a:gd name="connsiteX1" fmla="*/ 28892 w 117063"/>
                    <a:gd name="connsiteY1" fmla="*/ 13369 h 82864"/>
                    <a:gd name="connsiteX2" fmla="*/ 1039 w 117063"/>
                    <a:gd name="connsiteY2" fmla="*/ 2000 h 82864"/>
                    <a:gd name="connsiteX3" fmla="*/ 21503 w 117063"/>
                    <a:gd name="connsiteY3" fmla="*/ 24169 h 82864"/>
                    <a:gd name="connsiteX4" fmla="*/ 116999 w 117063"/>
                    <a:gd name="connsiteY4" fmla="*/ 82718 h 8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63" h="82864">
                      <a:moveTo>
                        <a:pt x="116999" y="82718"/>
                      </a:moveTo>
                      <a:cubicBezTo>
                        <a:pt x="119273" y="79876"/>
                        <a:pt x="60724" y="35538"/>
                        <a:pt x="28892" y="13369"/>
                      </a:cubicBezTo>
                      <a:cubicBezTo>
                        <a:pt x="5587" y="-3115"/>
                        <a:pt x="3313" y="-842"/>
                        <a:pt x="1039" y="2000"/>
                      </a:cubicBezTo>
                      <a:cubicBezTo>
                        <a:pt x="-1234" y="4843"/>
                        <a:pt x="-1803" y="8253"/>
                        <a:pt x="21503" y="24169"/>
                      </a:cubicBezTo>
                      <a:cubicBezTo>
                        <a:pt x="53335" y="46338"/>
                        <a:pt x="115294" y="85560"/>
                        <a:pt x="116999" y="82718"/>
                      </a:cubicBezTo>
                      <a:close/>
                    </a:path>
                  </a:pathLst>
                </a:custGeom>
                <a:grpFill/>
                <a:ln w="5679" cap="flat">
                  <a:noFill/>
                  <a:prstDash val="solid"/>
                  <a:miter/>
                </a:ln>
              </p:spPr>
              <p:txBody>
                <a:bodyPr rtlCol="0" anchor="ctr"/>
                <a:lstStyle/>
                <a:p>
                  <a:endParaRPr lang="zh-CN" altLang="en-US"/>
                </a:p>
              </p:txBody>
            </p:sp>
            <p:sp>
              <p:nvSpPr>
                <p:cNvPr id="455" name="任意多边形: 形状 264"/>
                <p:cNvSpPr/>
                <p:nvPr>
                  <p:custDataLst>
                    <p:tags r:id="rId96"/>
                  </p:custDataLst>
                </p:nvPr>
              </p:nvSpPr>
              <p:spPr>
                <a:xfrm>
                  <a:off x="6583754" y="1095281"/>
                  <a:ext cx="178788" cy="121101"/>
                </a:xfrm>
                <a:custGeom>
                  <a:avLst/>
                  <a:gdLst>
                    <a:gd name="connsiteX0" fmla="*/ 178747 w 178788"/>
                    <a:gd name="connsiteY0" fmla="*/ 120962 h 121101"/>
                    <a:gd name="connsiteX1" fmla="*/ 41186 w 178788"/>
                    <a:gd name="connsiteY1" fmla="*/ 20918 h 121101"/>
                    <a:gd name="connsiteX2" fmla="*/ 828 w 178788"/>
                    <a:gd name="connsiteY2" fmla="*/ 1591 h 121101"/>
                    <a:gd name="connsiteX3" fmla="*/ 33797 w 178788"/>
                    <a:gd name="connsiteY3" fmla="*/ 31718 h 121101"/>
                    <a:gd name="connsiteX4" fmla="*/ 178747 w 178788"/>
                    <a:gd name="connsiteY4" fmla="*/ 120962 h 121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788" h="121101">
                      <a:moveTo>
                        <a:pt x="178747" y="120962"/>
                      </a:moveTo>
                      <a:cubicBezTo>
                        <a:pt x="181021" y="118120"/>
                        <a:pt x="90072" y="53887"/>
                        <a:pt x="41186" y="20918"/>
                      </a:cubicBezTo>
                      <a:cubicBezTo>
                        <a:pt x="5375" y="-2956"/>
                        <a:pt x="3101" y="-1251"/>
                        <a:pt x="828" y="1591"/>
                      </a:cubicBezTo>
                      <a:cubicBezTo>
                        <a:pt x="-1446" y="4433"/>
                        <a:pt x="-1446" y="7844"/>
                        <a:pt x="33797" y="31718"/>
                      </a:cubicBezTo>
                      <a:cubicBezTo>
                        <a:pt x="82682" y="64687"/>
                        <a:pt x="176473" y="124372"/>
                        <a:pt x="178747" y="120962"/>
                      </a:cubicBezTo>
                      <a:close/>
                    </a:path>
                  </a:pathLst>
                </a:custGeom>
                <a:grpFill/>
                <a:ln w="5679" cap="flat">
                  <a:noFill/>
                  <a:prstDash val="solid"/>
                  <a:miter/>
                </a:ln>
              </p:spPr>
              <p:txBody>
                <a:bodyPr rtlCol="0" anchor="ctr"/>
                <a:lstStyle/>
                <a:p>
                  <a:endParaRPr lang="zh-CN" altLang="en-US"/>
                </a:p>
              </p:txBody>
            </p:sp>
            <p:sp>
              <p:nvSpPr>
                <p:cNvPr id="456" name="任意多边形: 形状 265"/>
                <p:cNvSpPr/>
                <p:nvPr>
                  <p:custDataLst>
                    <p:tags r:id="rId97"/>
                  </p:custDataLst>
                </p:nvPr>
              </p:nvSpPr>
              <p:spPr>
                <a:xfrm>
                  <a:off x="6536662" y="1136290"/>
                  <a:ext cx="203138" cy="137450"/>
                </a:xfrm>
                <a:custGeom>
                  <a:avLst/>
                  <a:gdLst>
                    <a:gd name="connsiteX0" fmla="*/ 203101 w 203138"/>
                    <a:gd name="connsiteY0" fmla="*/ 137364 h 137450"/>
                    <a:gd name="connsiteX1" fmla="*/ 46214 w 203138"/>
                    <a:gd name="connsiteY1" fmla="*/ 24246 h 137450"/>
                    <a:gd name="connsiteX2" fmla="*/ 740 w 203138"/>
                    <a:gd name="connsiteY2" fmla="*/ 1509 h 137450"/>
                    <a:gd name="connsiteX3" fmla="*/ 38824 w 203138"/>
                    <a:gd name="connsiteY3" fmla="*/ 35046 h 137450"/>
                    <a:gd name="connsiteX4" fmla="*/ 203101 w 203138"/>
                    <a:gd name="connsiteY4" fmla="*/ 137364 h 137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38" h="137450">
                      <a:moveTo>
                        <a:pt x="203101" y="137364"/>
                      </a:moveTo>
                      <a:cubicBezTo>
                        <a:pt x="205375" y="134522"/>
                        <a:pt x="101921" y="61762"/>
                        <a:pt x="46214" y="24246"/>
                      </a:cubicBezTo>
                      <a:cubicBezTo>
                        <a:pt x="5856" y="-3039"/>
                        <a:pt x="3013" y="-1334"/>
                        <a:pt x="740" y="1509"/>
                      </a:cubicBezTo>
                      <a:cubicBezTo>
                        <a:pt x="-1534" y="4351"/>
                        <a:pt x="-966" y="8330"/>
                        <a:pt x="38824" y="35046"/>
                      </a:cubicBezTo>
                      <a:cubicBezTo>
                        <a:pt x="95099" y="72563"/>
                        <a:pt x="201396" y="140206"/>
                        <a:pt x="203101" y="137364"/>
                      </a:cubicBezTo>
                      <a:close/>
                    </a:path>
                  </a:pathLst>
                </a:custGeom>
                <a:grpFill/>
                <a:ln w="5679" cap="flat">
                  <a:noFill/>
                  <a:prstDash val="solid"/>
                  <a:miter/>
                </a:ln>
              </p:spPr>
              <p:txBody>
                <a:bodyPr rtlCol="0" anchor="ctr"/>
                <a:lstStyle/>
                <a:p>
                  <a:endParaRPr lang="zh-CN" altLang="en-US"/>
                </a:p>
              </p:txBody>
            </p:sp>
            <p:sp>
              <p:nvSpPr>
                <p:cNvPr id="457" name="任意多边形: 形状 266"/>
                <p:cNvSpPr/>
                <p:nvPr>
                  <p:custDataLst>
                    <p:tags r:id="rId98"/>
                  </p:custDataLst>
                </p:nvPr>
              </p:nvSpPr>
              <p:spPr>
                <a:xfrm>
                  <a:off x="6509377" y="1195043"/>
                  <a:ext cx="202001" cy="136677"/>
                </a:xfrm>
                <a:custGeom>
                  <a:avLst/>
                  <a:gdLst>
                    <a:gd name="connsiteX0" fmla="*/ 201964 w 202001"/>
                    <a:gd name="connsiteY0" fmla="*/ 136591 h 136677"/>
                    <a:gd name="connsiteX1" fmla="*/ 45646 w 202001"/>
                    <a:gd name="connsiteY1" fmla="*/ 24042 h 136677"/>
                    <a:gd name="connsiteX2" fmla="*/ 740 w 202001"/>
                    <a:gd name="connsiteY2" fmla="*/ 1873 h 136677"/>
                    <a:gd name="connsiteX3" fmla="*/ 38825 w 202001"/>
                    <a:gd name="connsiteY3" fmla="*/ 34842 h 136677"/>
                    <a:gd name="connsiteX4" fmla="*/ 201964 w 202001"/>
                    <a:gd name="connsiteY4" fmla="*/ 136591 h 136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001" h="136677">
                      <a:moveTo>
                        <a:pt x="201964" y="136591"/>
                      </a:moveTo>
                      <a:cubicBezTo>
                        <a:pt x="204238" y="133749"/>
                        <a:pt x="101352" y="61558"/>
                        <a:pt x="45646" y="24042"/>
                      </a:cubicBezTo>
                      <a:cubicBezTo>
                        <a:pt x="5287" y="-3243"/>
                        <a:pt x="2445" y="-1538"/>
                        <a:pt x="740" y="1873"/>
                      </a:cubicBezTo>
                      <a:cubicBezTo>
                        <a:pt x="-1534" y="4715"/>
                        <a:pt x="-966" y="8694"/>
                        <a:pt x="38825" y="34842"/>
                      </a:cubicBezTo>
                      <a:cubicBezTo>
                        <a:pt x="94531" y="71790"/>
                        <a:pt x="200259" y="139433"/>
                        <a:pt x="201964" y="136591"/>
                      </a:cubicBezTo>
                      <a:close/>
                    </a:path>
                  </a:pathLst>
                </a:custGeom>
                <a:grpFill/>
                <a:ln w="5679" cap="flat">
                  <a:noFill/>
                  <a:prstDash val="solid"/>
                  <a:miter/>
                </a:ln>
              </p:spPr>
              <p:txBody>
                <a:bodyPr rtlCol="0" anchor="ctr"/>
                <a:lstStyle/>
                <a:p>
                  <a:endParaRPr lang="zh-CN" altLang="en-US"/>
                </a:p>
              </p:txBody>
            </p:sp>
            <p:sp>
              <p:nvSpPr>
                <p:cNvPr id="458" name="任意多边形: 形状 267"/>
                <p:cNvSpPr/>
                <p:nvPr>
                  <p:custDataLst>
                    <p:tags r:id="rId99"/>
                  </p:custDataLst>
                </p:nvPr>
              </p:nvSpPr>
              <p:spPr>
                <a:xfrm>
                  <a:off x="6502468" y="1264864"/>
                  <a:ext cx="178220" cy="120301"/>
                </a:xfrm>
                <a:custGeom>
                  <a:avLst/>
                  <a:gdLst>
                    <a:gd name="connsiteX0" fmla="*/ 178178 w 178220"/>
                    <a:gd name="connsiteY0" fmla="*/ 120203 h 120301"/>
                    <a:gd name="connsiteX1" fmla="*/ 41186 w 178220"/>
                    <a:gd name="connsiteY1" fmla="*/ 20727 h 120301"/>
                    <a:gd name="connsiteX2" fmla="*/ 828 w 178220"/>
                    <a:gd name="connsiteY2" fmla="*/ 1969 h 120301"/>
                    <a:gd name="connsiteX3" fmla="*/ 33797 w 178220"/>
                    <a:gd name="connsiteY3" fmla="*/ 32096 h 120301"/>
                    <a:gd name="connsiteX4" fmla="*/ 178178 w 178220"/>
                    <a:gd name="connsiteY4" fmla="*/ 120203 h 120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220" h="120301">
                      <a:moveTo>
                        <a:pt x="178178" y="120203"/>
                      </a:moveTo>
                      <a:cubicBezTo>
                        <a:pt x="180452" y="117361"/>
                        <a:pt x="90071" y="53697"/>
                        <a:pt x="41186" y="20727"/>
                      </a:cubicBezTo>
                      <a:cubicBezTo>
                        <a:pt x="5944" y="-3147"/>
                        <a:pt x="3101" y="-1441"/>
                        <a:pt x="828" y="1969"/>
                      </a:cubicBezTo>
                      <a:cubicBezTo>
                        <a:pt x="-1446" y="4811"/>
                        <a:pt x="-1446" y="8222"/>
                        <a:pt x="33797" y="32096"/>
                      </a:cubicBezTo>
                      <a:cubicBezTo>
                        <a:pt x="83250" y="63928"/>
                        <a:pt x="176473" y="123045"/>
                        <a:pt x="178178" y="120203"/>
                      </a:cubicBezTo>
                      <a:close/>
                    </a:path>
                  </a:pathLst>
                </a:custGeom>
                <a:grpFill/>
                <a:ln w="5679" cap="flat">
                  <a:noFill/>
                  <a:prstDash val="solid"/>
                  <a:miter/>
                </a:ln>
              </p:spPr>
              <p:txBody>
                <a:bodyPr rtlCol="0" anchor="ctr"/>
                <a:lstStyle/>
                <a:p>
                  <a:endParaRPr lang="zh-CN" altLang="en-US"/>
                </a:p>
              </p:txBody>
            </p:sp>
          </p:grpSp>
          <p:grpSp>
            <p:nvGrpSpPr>
              <p:cNvPr id="459" name="图形 826"/>
              <p:cNvGrpSpPr/>
              <p:nvPr/>
            </p:nvGrpSpPr>
            <p:grpSpPr>
              <a:xfrm>
                <a:off x="7212157" y="2248302"/>
                <a:ext cx="368905" cy="608481"/>
                <a:chOff x="7212157" y="2248302"/>
                <a:chExt cx="368905" cy="608481"/>
              </a:xfrm>
              <a:grpFill/>
            </p:grpSpPr>
            <p:sp>
              <p:nvSpPr>
                <p:cNvPr id="460" name="任意多边形: 形状 257"/>
                <p:cNvSpPr/>
                <p:nvPr>
                  <p:custDataLst>
                    <p:tags r:id="rId100"/>
                  </p:custDataLst>
                </p:nvPr>
              </p:nvSpPr>
              <p:spPr>
                <a:xfrm>
                  <a:off x="7218978" y="2248302"/>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8" y="8738"/>
                        <a:pt x="71595" y="56486"/>
                      </a:cubicBezTo>
                      <a:cubicBezTo>
                        <a:pt x="171070" y="122993"/>
                        <a:pt x="359789" y="245774"/>
                        <a:pt x="362063" y="242932"/>
                      </a:cubicBezTo>
                      <a:close/>
                    </a:path>
                  </a:pathLst>
                </a:custGeom>
                <a:grpFill/>
                <a:ln w="5679" cap="flat">
                  <a:noFill/>
                  <a:prstDash val="solid"/>
                  <a:miter/>
                </a:ln>
              </p:spPr>
              <p:txBody>
                <a:bodyPr rtlCol="0" anchor="ctr"/>
                <a:lstStyle/>
                <a:p>
                  <a:endParaRPr lang="zh-CN" altLang="en-US"/>
                </a:p>
              </p:txBody>
            </p:sp>
            <p:sp>
              <p:nvSpPr>
                <p:cNvPr id="461" name="任意多边形: 形状 258"/>
                <p:cNvSpPr/>
                <p:nvPr>
                  <p:custDataLst>
                    <p:tags r:id="rId101"/>
                  </p:custDataLst>
                </p:nvPr>
              </p:nvSpPr>
              <p:spPr>
                <a:xfrm>
                  <a:off x="7217273" y="2321061"/>
                  <a:ext cx="362084" cy="243001"/>
                </a:xfrm>
                <a:custGeom>
                  <a:avLst/>
                  <a:gdLst>
                    <a:gd name="connsiteX0" fmla="*/ 362063 w 362084"/>
                    <a:gd name="connsiteY0" fmla="*/ 242932 h 243001"/>
                    <a:gd name="connsiteX1" fmla="*/ 78985 w 362084"/>
                    <a:gd name="connsiteY1" fmla="*/ 45686 h 243001"/>
                    <a:gd name="connsiteX2" fmla="*/ 541 w 362084"/>
                    <a:gd name="connsiteY2" fmla="*/ 1348 h 243001"/>
                    <a:gd name="connsiteX3" fmla="*/ 71595 w 362084"/>
                    <a:gd name="connsiteY3" fmla="*/ 56486 h 243001"/>
                    <a:gd name="connsiteX4" fmla="*/ 362063 w 362084"/>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4"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639" y="123561"/>
                        <a:pt x="360358" y="246342"/>
                        <a:pt x="362063" y="242932"/>
                      </a:cubicBezTo>
                      <a:close/>
                    </a:path>
                  </a:pathLst>
                </a:custGeom>
                <a:grpFill/>
                <a:ln w="5679" cap="flat">
                  <a:noFill/>
                  <a:prstDash val="solid"/>
                  <a:miter/>
                </a:ln>
              </p:spPr>
              <p:txBody>
                <a:bodyPr rtlCol="0" anchor="ctr"/>
                <a:lstStyle/>
                <a:p>
                  <a:endParaRPr lang="zh-CN" altLang="en-US"/>
                </a:p>
              </p:txBody>
            </p:sp>
            <p:sp>
              <p:nvSpPr>
                <p:cNvPr id="462" name="任意多边形: 形状 259"/>
                <p:cNvSpPr/>
                <p:nvPr>
                  <p:custDataLst>
                    <p:tags r:id="rId102"/>
                  </p:custDataLst>
                </p:nvPr>
              </p:nvSpPr>
              <p:spPr>
                <a:xfrm>
                  <a:off x="7216136" y="2394389"/>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8"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sp>
              <p:nvSpPr>
                <p:cNvPr id="463" name="任意多边形: 形状 260"/>
                <p:cNvSpPr/>
                <p:nvPr>
                  <p:custDataLst>
                    <p:tags r:id="rId103"/>
                  </p:custDataLst>
                </p:nvPr>
              </p:nvSpPr>
              <p:spPr>
                <a:xfrm>
                  <a:off x="7214999" y="2467717"/>
                  <a:ext cx="362083" cy="242979"/>
                </a:xfrm>
                <a:custGeom>
                  <a:avLst/>
                  <a:gdLst>
                    <a:gd name="connsiteX0" fmla="*/ 362063 w 362083"/>
                    <a:gd name="connsiteY0" fmla="*/ 242931 h 242979"/>
                    <a:gd name="connsiteX1" fmla="*/ 78985 w 362083"/>
                    <a:gd name="connsiteY1" fmla="*/ 45686 h 242979"/>
                    <a:gd name="connsiteX2" fmla="*/ 541 w 362083"/>
                    <a:gd name="connsiteY2" fmla="*/ 1348 h 242979"/>
                    <a:gd name="connsiteX3" fmla="*/ 71595 w 362083"/>
                    <a:gd name="connsiteY3" fmla="*/ 56486 h 242979"/>
                    <a:gd name="connsiteX4" fmla="*/ 362063 w 362083"/>
                    <a:gd name="connsiteY4" fmla="*/ 242931 h 242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79">
                      <a:moveTo>
                        <a:pt x="362063" y="242931"/>
                      </a:moveTo>
                      <a:cubicBezTo>
                        <a:pt x="364337" y="240089"/>
                        <a:pt x="178460" y="112192"/>
                        <a:pt x="78985" y="45686"/>
                      </a:cubicBezTo>
                      <a:cubicBezTo>
                        <a:pt x="6794" y="-2631"/>
                        <a:pt x="2815" y="-2062"/>
                        <a:pt x="541" y="1348"/>
                      </a:cubicBezTo>
                      <a:cubicBezTo>
                        <a:pt x="-1733" y="4190"/>
                        <a:pt x="-28" y="8738"/>
                        <a:pt x="71595" y="56486"/>
                      </a:cubicBezTo>
                      <a:cubicBezTo>
                        <a:pt x="171070" y="122993"/>
                        <a:pt x="359790" y="245774"/>
                        <a:pt x="362063" y="242931"/>
                      </a:cubicBezTo>
                      <a:close/>
                    </a:path>
                  </a:pathLst>
                </a:custGeom>
                <a:grpFill/>
                <a:ln w="5679" cap="flat">
                  <a:noFill/>
                  <a:prstDash val="solid"/>
                  <a:miter/>
                </a:ln>
              </p:spPr>
              <p:txBody>
                <a:bodyPr rtlCol="0" anchor="ctr"/>
                <a:lstStyle/>
                <a:p>
                  <a:endParaRPr lang="zh-CN" altLang="en-US"/>
                </a:p>
              </p:txBody>
            </p:sp>
            <p:sp>
              <p:nvSpPr>
                <p:cNvPr id="464" name="任意多边形: 形状 261"/>
                <p:cNvSpPr/>
                <p:nvPr>
                  <p:custDataLst>
                    <p:tags r:id="rId104"/>
                  </p:custDataLst>
                </p:nvPr>
              </p:nvSpPr>
              <p:spPr>
                <a:xfrm>
                  <a:off x="7213862" y="2540476"/>
                  <a:ext cx="362083" cy="243001"/>
                </a:xfrm>
                <a:custGeom>
                  <a:avLst/>
                  <a:gdLst>
                    <a:gd name="connsiteX0" fmla="*/ 362063 w 362083"/>
                    <a:gd name="connsiteY0" fmla="*/ 242932 h 243001"/>
                    <a:gd name="connsiteX1" fmla="*/ 78985 w 362083"/>
                    <a:gd name="connsiteY1" fmla="*/ 45686 h 243001"/>
                    <a:gd name="connsiteX2" fmla="*/ 541 w 362083"/>
                    <a:gd name="connsiteY2" fmla="*/ 1348 h 243001"/>
                    <a:gd name="connsiteX3" fmla="*/ 71595 w 362083"/>
                    <a:gd name="connsiteY3" fmla="*/ 56486 h 243001"/>
                    <a:gd name="connsiteX4" fmla="*/ 362063 w 362083"/>
                    <a:gd name="connsiteY4" fmla="*/ 242932 h 2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3001">
                      <a:moveTo>
                        <a:pt x="362063" y="242932"/>
                      </a:moveTo>
                      <a:cubicBezTo>
                        <a:pt x="364337" y="240089"/>
                        <a:pt x="178460" y="112192"/>
                        <a:pt x="78985" y="45686"/>
                      </a:cubicBezTo>
                      <a:cubicBezTo>
                        <a:pt x="6794" y="-2631"/>
                        <a:pt x="2815" y="-2062"/>
                        <a:pt x="541" y="1348"/>
                      </a:cubicBezTo>
                      <a:cubicBezTo>
                        <a:pt x="-1733" y="4190"/>
                        <a:pt x="-27" y="8738"/>
                        <a:pt x="71595" y="56486"/>
                      </a:cubicBezTo>
                      <a:cubicBezTo>
                        <a:pt x="171070" y="123561"/>
                        <a:pt x="359790" y="246342"/>
                        <a:pt x="362063" y="242932"/>
                      </a:cubicBezTo>
                      <a:close/>
                    </a:path>
                  </a:pathLst>
                </a:custGeom>
                <a:grpFill/>
                <a:ln w="5679" cap="flat">
                  <a:noFill/>
                  <a:prstDash val="solid"/>
                  <a:miter/>
                </a:ln>
              </p:spPr>
              <p:txBody>
                <a:bodyPr rtlCol="0" anchor="ctr"/>
                <a:lstStyle/>
                <a:p>
                  <a:endParaRPr lang="zh-CN" altLang="en-US"/>
                </a:p>
              </p:txBody>
            </p:sp>
            <p:sp>
              <p:nvSpPr>
                <p:cNvPr id="465" name="任意多边形: 形状 262"/>
                <p:cNvSpPr/>
                <p:nvPr>
                  <p:custDataLst>
                    <p:tags r:id="rId105"/>
                  </p:custDataLst>
                </p:nvPr>
              </p:nvSpPr>
              <p:spPr>
                <a:xfrm>
                  <a:off x="7212157" y="2613803"/>
                  <a:ext cx="362083" cy="242980"/>
                </a:xfrm>
                <a:custGeom>
                  <a:avLst/>
                  <a:gdLst>
                    <a:gd name="connsiteX0" fmla="*/ 362063 w 362083"/>
                    <a:gd name="connsiteY0" fmla="*/ 242932 h 242980"/>
                    <a:gd name="connsiteX1" fmla="*/ 78985 w 362083"/>
                    <a:gd name="connsiteY1" fmla="*/ 45686 h 242980"/>
                    <a:gd name="connsiteX2" fmla="*/ 541 w 362083"/>
                    <a:gd name="connsiteY2" fmla="*/ 1348 h 242980"/>
                    <a:gd name="connsiteX3" fmla="*/ 71595 w 362083"/>
                    <a:gd name="connsiteY3" fmla="*/ 56486 h 242980"/>
                    <a:gd name="connsiteX4" fmla="*/ 362063 w 362083"/>
                    <a:gd name="connsiteY4" fmla="*/ 242932 h 24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083" h="242980">
                      <a:moveTo>
                        <a:pt x="362063" y="242932"/>
                      </a:moveTo>
                      <a:cubicBezTo>
                        <a:pt x="364337" y="240089"/>
                        <a:pt x="178460" y="112192"/>
                        <a:pt x="78985" y="45686"/>
                      </a:cubicBezTo>
                      <a:cubicBezTo>
                        <a:pt x="6794" y="-2631"/>
                        <a:pt x="2815" y="-2062"/>
                        <a:pt x="541" y="1348"/>
                      </a:cubicBezTo>
                      <a:cubicBezTo>
                        <a:pt x="-1733" y="4190"/>
                        <a:pt x="-28" y="8738"/>
                        <a:pt x="71595" y="56486"/>
                      </a:cubicBezTo>
                      <a:cubicBezTo>
                        <a:pt x="171639" y="122993"/>
                        <a:pt x="360358" y="245774"/>
                        <a:pt x="362063" y="242932"/>
                      </a:cubicBezTo>
                      <a:close/>
                    </a:path>
                  </a:pathLst>
                </a:custGeom>
                <a:grpFill/>
                <a:ln w="5679" cap="flat">
                  <a:noFill/>
                  <a:prstDash val="solid"/>
                  <a:miter/>
                </a:ln>
              </p:spPr>
              <p:txBody>
                <a:bodyPr rtlCol="0" anchor="ctr"/>
                <a:lstStyle/>
                <a:p>
                  <a:endParaRPr lang="zh-CN" altLang="en-US"/>
                </a:p>
              </p:txBody>
            </p:sp>
          </p:grpSp>
        </p:grpSp>
      </p:grpSp>
      <p:grpSp>
        <p:nvGrpSpPr>
          <p:cNvPr id="466" name="组合 465"/>
          <p:cNvGrpSpPr/>
          <p:nvPr/>
        </p:nvGrpSpPr>
        <p:grpSpPr>
          <a:xfrm>
            <a:off x="7161904" y="4331065"/>
            <a:ext cx="428935" cy="679122"/>
            <a:chOff x="5429248" y="1193191"/>
            <a:chExt cx="1087711" cy="1722144"/>
          </a:xfrm>
        </p:grpSpPr>
        <p:grpSp>
          <p:nvGrpSpPr>
            <p:cNvPr id="467" name="图形 826"/>
            <p:cNvGrpSpPr/>
            <p:nvPr/>
          </p:nvGrpSpPr>
          <p:grpSpPr>
            <a:xfrm>
              <a:off x="5442033" y="1235267"/>
              <a:ext cx="1074926" cy="1680068"/>
              <a:chOff x="10059401" y="829709"/>
              <a:chExt cx="1539311" cy="2405884"/>
            </a:xfrm>
            <a:solidFill>
              <a:srgbClr val="2346F5">
                <a:lumMod val="20000"/>
                <a:lumOff val="80000"/>
              </a:srgbClr>
            </a:solidFill>
          </p:grpSpPr>
          <p:sp>
            <p:nvSpPr>
              <p:cNvPr id="468" name="任意多边形: 形状 338"/>
              <p:cNvSpPr/>
              <p:nvPr>
                <p:custDataLst>
                  <p:tags r:id="rId106"/>
                </p:custDataLst>
              </p:nvPr>
            </p:nvSpPr>
            <p:spPr>
              <a:xfrm>
                <a:off x="10059401" y="1074703"/>
                <a:ext cx="748123" cy="668475"/>
              </a:xfrm>
              <a:custGeom>
                <a:avLst/>
                <a:gdLst>
                  <a:gd name="connsiteX0" fmla="*/ 313774 w 748123"/>
                  <a:gd name="connsiteY0" fmla="*/ 553084 h 668475"/>
                  <a:gd name="connsiteX1" fmla="*/ 458155 w 748123"/>
                  <a:gd name="connsiteY1" fmla="*/ 518978 h 668475"/>
                  <a:gd name="connsiteX2" fmla="*/ 527504 w 748123"/>
                  <a:gd name="connsiteY2" fmla="*/ 498514 h 668475"/>
                  <a:gd name="connsiteX3" fmla="*/ 746919 w 748123"/>
                  <a:gd name="connsiteY3" fmla="*/ 207477 h 668475"/>
                  <a:gd name="connsiteX4" fmla="*/ 748055 w 748123"/>
                  <a:gd name="connsiteY4" fmla="*/ 142108 h 668475"/>
                  <a:gd name="connsiteX5" fmla="*/ 709402 w 748123"/>
                  <a:gd name="connsiteY5" fmla="*/ 26148 h 668475"/>
                  <a:gd name="connsiteX6" fmla="*/ 700307 w 748123"/>
                  <a:gd name="connsiteY6" fmla="*/ 19327 h 668475"/>
                  <a:gd name="connsiteX7" fmla="*/ 684960 w 748123"/>
                  <a:gd name="connsiteY7" fmla="*/ 11369 h 668475"/>
                  <a:gd name="connsiteX8" fmla="*/ 647443 w 748123"/>
                  <a:gd name="connsiteY8" fmla="*/ 1137 h 668475"/>
                  <a:gd name="connsiteX9" fmla="*/ 625843 w 748123"/>
                  <a:gd name="connsiteY9" fmla="*/ 0 h 668475"/>
                  <a:gd name="connsiteX10" fmla="*/ 590600 w 748123"/>
                  <a:gd name="connsiteY10" fmla="*/ 2274 h 668475"/>
                  <a:gd name="connsiteX11" fmla="*/ 550810 w 748123"/>
                  <a:gd name="connsiteY11" fmla="*/ 9663 h 668475"/>
                  <a:gd name="connsiteX12" fmla="*/ 507040 w 748123"/>
                  <a:gd name="connsiteY12" fmla="*/ 22737 h 668475"/>
                  <a:gd name="connsiteX13" fmla="*/ 500788 w 748123"/>
                  <a:gd name="connsiteY13" fmla="*/ 25011 h 668475"/>
                  <a:gd name="connsiteX14" fmla="*/ 493967 w 748123"/>
                  <a:gd name="connsiteY14" fmla="*/ 27853 h 668475"/>
                  <a:gd name="connsiteX15" fmla="*/ 484303 w 748123"/>
                  <a:gd name="connsiteY15" fmla="*/ 31832 h 668475"/>
                  <a:gd name="connsiteX16" fmla="*/ 475208 w 748123"/>
                  <a:gd name="connsiteY16" fmla="*/ 35811 h 668475"/>
                  <a:gd name="connsiteX17" fmla="*/ 357543 w 748123"/>
                  <a:gd name="connsiteY17" fmla="*/ 182466 h 668475"/>
                  <a:gd name="connsiteX18" fmla="*/ 356975 w 748123"/>
                  <a:gd name="connsiteY18" fmla="*/ 186445 h 668475"/>
                  <a:gd name="connsiteX19" fmla="*/ 352996 w 748123"/>
                  <a:gd name="connsiteY19" fmla="*/ 209751 h 668475"/>
                  <a:gd name="connsiteX20" fmla="*/ 351291 w 748123"/>
                  <a:gd name="connsiteY20" fmla="*/ 234762 h 668475"/>
                  <a:gd name="connsiteX21" fmla="*/ 348449 w 748123"/>
                  <a:gd name="connsiteY21" fmla="*/ 375733 h 668475"/>
                  <a:gd name="connsiteX22" fmla="*/ 0 w 748123"/>
                  <a:gd name="connsiteY22" fmla="*/ 457587 h 668475"/>
                  <a:gd name="connsiteX23" fmla="*/ 311501 w 748123"/>
                  <a:gd name="connsiteY23" fmla="*/ 668475 h 668475"/>
                  <a:gd name="connsiteX24" fmla="*/ 313774 w 748123"/>
                  <a:gd name="connsiteY24" fmla="*/ 553084 h 66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8123" h="668475">
                    <a:moveTo>
                      <a:pt x="313774" y="553084"/>
                    </a:moveTo>
                    <a:lnTo>
                      <a:pt x="458155" y="518978"/>
                    </a:lnTo>
                    <a:cubicBezTo>
                      <a:pt x="483166" y="513293"/>
                      <a:pt x="506472" y="506472"/>
                      <a:pt x="527504" y="498514"/>
                    </a:cubicBezTo>
                    <a:cubicBezTo>
                      <a:pt x="671317" y="446787"/>
                      <a:pt x="744645" y="349585"/>
                      <a:pt x="746919" y="207477"/>
                    </a:cubicBezTo>
                    <a:lnTo>
                      <a:pt x="748055" y="142108"/>
                    </a:lnTo>
                    <a:cubicBezTo>
                      <a:pt x="749193" y="88107"/>
                      <a:pt x="736118" y="49453"/>
                      <a:pt x="709402" y="26148"/>
                    </a:cubicBezTo>
                    <a:cubicBezTo>
                      <a:pt x="706560" y="23874"/>
                      <a:pt x="703718" y="21600"/>
                      <a:pt x="700307" y="19327"/>
                    </a:cubicBezTo>
                    <a:cubicBezTo>
                      <a:pt x="695760" y="16485"/>
                      <a:pt x="690644" y="13642"/>
                      <a:pt x="684960" y="11369"/>
                    </a:cubicBezTo>
                    <a:cubicBezTo>
                      <a:pt x="674159" y="6253"/>
                      <a:pt x="661654" y="2842"/>
                      <a:pt x="647443" y="1137"/>
                    </a:cubicBezTo>
                    <a:cubicBezTo>
                      <a:pt x="640053" y="568"/>
                      <a:pt x="633232" y="0"/>
                      <a:pt x="625843" y="0"/>
                    </a:cubicBezTo>
                    <a:cubicBezTo>
                      <a:pt x="615042" y="0"/>
                      <a:pt x="603105" y="568"/>
                      <a:pt x="590600" y="2274"/>
                    </a:cubicBezTo>
                    <a:cubicBezTo>
                      <a:pt x="578094" y="3979"/>
                      <a:pt x="565021" y="6253"/>
                      <a:pt x="550810" y="9663"/>
                    </a:cubicBezTo>
                    <a:cubicBezTo>
                      <a:pt x="535462" y="13642"/>
                      <a:pt x="520683" y="17621"/>
                      <a:pt x="507040" y="22737"/>
                    </a:cubicBezTo>
                    <a:cubicBezTo>
                      <a:pt x="504767" y="23306"/>
                      <a:pt x="503062" y="24443"/>
                      <a:pt x="500788" y="25011"/>
                    </a:cubicBezTo>
                    <a:cubicBezTo>
                      <a:pt x="498514" y="25579"/>
                      <a:pt x="496809" y="26716"/>
                      <a:pt x="493967" y="27853"/>
                    </a:cubicBezTo>
                    <a:cubicBezTo>
                      <a:pt x="490556" y="28990"/>
                      <a:pt x="487714" y="30127"/>
                      <a:pt x="484303" y="31832"/>
                    </a:cubicBezTo>
                    <a:cubicBezTo>
                      <a:pt x="480893" y="32969"/>
                      <a:pt x="478050" y="34106"/>
                      <a:pt x="475208" y="35811"/>
                    </a:cubicBezTo>
                    <a:cubicBezTo>
                      <a:pt x="410407" y="67075"/>
                      <a:pt x="371186" y="115960"/>
                      <a:pt x="357543" y="182466"/>
                    </a:cubicBezTo>
                    <a:cubicBezTo>
                      <a:pt x="356975" y="183603"/>
                      <a:pt x="356975" y="184740"/>
                      <a:pt x="356975" y="186445"/>
                    </a:cubicBezTo>
                    <a:cubicBezTo>
                      <a:pt x="355269" y="193835"/>
                      <a:pt x="354133" y="201793"/>
                      <a:pt x="352996" y="209751"/>
                    </a:cubicBezTo>
                    <a:cubicBezTo>
                      <a:pt x="351859" y="218278"/>
                      <a:pt x="351291" y="226236"/>
                      <a:pt x="351291" y="234762"/>
                    </a:cubicBezTo>
                    <a:lnTo>
                      <a:pt x="348449" y="375733"/>
                    </a:lnTo>
                    <a:lnTo>
                      <a:pt x="0" y="457587"/>
                    </a:lnTo>
                    <a:lnTo>
                      <a:pt x="311501" y="668475"/>
                    </a:lnTo>
                    <a:lnTo>
                      <a:pt x="313774" y="553084"/>
                    </a:lnTo>
                    <a:close/>
                  </a:path>
                </a:pathLst>
              </a:custGeom>
              <a:grpFill/>
              <a:ln w="5679" cap="flat">
                <a:noFill/>
                <a:prstDash val="solid"/>
                <a:miter/>
              </a:ln>
            </p:spPr>
            <p:txBody>
              <a:bodyPr rtlCol="0" anchor="ctr"/>
              <a:lstStyle/>
              <a:p>
                <a:endParaRPr lang="zh-CN" altLang="en-US"/>
              </a:p>
            </p:txBody>
          </p:sp>
          <p:sp>
            <p:nvSpPr>
              <p:cNvPr id="469" name="任意多边形: 形状 339"/>
              <p:cNvSpPr/>
              <p:nvPr>
                <p:custDataLst>
                  <p:tags r:id="rId107"/>
                </p:custDataLst>
              </p:nvPr>
            </p:nvSpPr>
            <p:spPr>
              <a:xfrm>
                <a:off x="10367491" y="1875623"/>
                <a:ext cx="424707" cy="331963"/>
              </a:xfrm>
              <a:custGeom>
                <a:avLst/>
                <a:gdLst>
                  <a:gd name="connsiteX0" fmla="*/ 424618 w 424707"/>
                  <a:gd name="connsiteY0" fmla="*/ 205772 h 331963"/>
                  <a:gd name="connsiteX1" fmla="*/ 356975 w 424707"/>
                  <a:gd name="connsiteY1" fmla="*/ 28422 h 331963"/>
                  <a:gd name="connsiteX2" fmla="*/ 356407 w 424707"/>
                  <a:gd name="connsiteY2" fmla="*/ 27853 h 331963"/>
                  <a:gd name="connsiteX3" fmla="*/ 343333 w 424707"/>
                  <a:gd name="connsiteY3" fmla="*/ 20464 h 331963"/>
                  <a:gd name="connsiteX4" fmla="*/ 327985 w 424707"/>
                  <a:gd name="connsiteY4" fmla="*/ 13642 h 331963"/>
                  <a:gd name="connsiteX5" fmla="*/ 312069 w 424707"/>
                  <a:gd name="connsiteY5" fmla="*/ 7958 h 331963"/>
                  <a:gd name="connsiteX6" fmla="*/ 294448 w 424707"/>
                  <a:gd name="connsiteY6" fmla="*/ 3979 h 331963"/>
                  <a:gd name="connsiteX7" fmla="*/ 283647 w 424707"/>
                  <a:gd name="connsiteY7" fmla="*/ 2274 h 331963"/>
                  <a:gd name="connsiteX8" fmla="*/ 269437 w 424707"/>
                  <a:gd name="connsiteY8" fmla="*/ 568 h 331963"/>
                  <a:gd name="connsiteX9" fmla="*/ 247837 w 424707"/>
                  <a:gd name="connsiteY9" fmla="*/ 0 h 331963"/>
                  <a:gd name="connsiteX10" fmla="*/ 197246 w 424707"/>
                  <a:gd name="connsiteY10" fmla="*/ 3979 h 331963"/>
                  <a:gd name="connsiteX11" fmla="*/ 140403 w 424707"/>
                  <a:gd name="connsiteY11" fmla="*/ 14211 h 331963"/>
                  <a:gd name="connsiteX12" fmla="*/ 0 w 424707"/>
                  <a:gd name="connsiteY12" fmla="*/ 46611 h 331963"/>
                  <a:gd name="connsiteX13" fmla="*/ 421776 w 424707"/>
                  <a:gd name="connsiteY13" fmla="*/ 331964 h 331963"/>
                  <a:gd name="connsiteX14" fmla="*/ 424618 w 424707"/>
                  <a:gd name="connsiteY14" fmla="*/ 205772 h 33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4707" h="331963">
                    <a:moveTo>
                      <a:pt x="424618" y="205772"/>
                    </a:moveTo>
                    <a:cubicBezTo>
                      <a:pt x="426323" y="119939"/>
                      <a:pt x="403586" y="60254"/>
                      <a:pt x="356975" y="28422"/>
                    </a:cubicBezTo>
                    <a:cubicBezTo>
                      <a:pt x="356407" y="28422"/>
                      <a:pt x="356407" y="27853"/>
                      <a:pt x="356407" y="27853"/>
                    </a:cubicBezTo>
                    <a:cubicBezTo>
                      <a:pt x="352427" y="25579"/>
                      <a:pt x="347880" y="22737"/>
                      <a:pt x="343333" y="20464"/>
                    </a:cubicBezTo>
                    <a:cubicBezTo>
                      <a:pt x="338786" y="18190"/>
                      <a:pt x="333670" y="15916"/>
                      <a:pt x="327985" y="13642"/>
                    </a:cubicBezTo>
                    <a:cubicBezTo>
                      <a:pt x="322869" y="11369"/>
                      <a:pt x="317753" y="9663"/>
                      <a:pt x="312069" y="7958"/>
                    </a:cubicBezTo>
                    <a:cubicBezTo>
                      <a:pt x="306385" y="6253"/>
                      <a:pt x="300132" y="5116"/>
                      <a:pt x="294448" y="3979"/>
                    </a:cubicBezTo>
                    <a:cubicBezTo>
                      <a:pt x="291037" y="3411"/>
                      <a:pt x="287058" y="2842"/>
                      <a:pt x="283647" y="2274"/>
                    </a:cubicBezTo>
                    <a:cubicBezTo>
                      <a:pt x="279100" y="1705"/>
                      <a:pt x="274553" y="1137"/>
                      <a:pt x="269437" y="568"/>
                    </a:cubicBezTo>
                    <a:cubicBezTo>
                      <a:pt x="262616" y="0"/>
                      <a:pt x="255794" y="0"/>
                      <a:pt x="247837" y="0"/>
                    </a:cubicBezTo>
                    <a:cubicBezTo>
                      <a:pt x="231920" y="0"/>
                      <a:pt x="214867" y="1137"/>
                      <a:pt x="197246" y="3979"/>
                    </a:cubicBezTo>
                    <a:cubicBezTo>
                      <a:pt x="179056" y="6253"/>
                      <a:pt x="160298" y="9663"/>
                      <a:pt x="140403" y="14211"/>
                    </a:cubicBezTo>
                    <a:lnTo>
                      <a:pt x="0" y="46611"/>
                    </a:lnTo>
                    <a:lnTo>
                      <a:pt x="421776" y="331964"/>
                    </a:lnTo>
                    <a:lnTo>
                      <a:pt x="424618" y="205772"/>
                    </a:lnTo>
                    <a:close/>
                  </a:path>
                </a:pathLst>
              </a:custGeom>
              <a:grpFill/>
              <a:ln w="5679" cap="flat">
                <a:noFill/>
                <a:prstDash val="solid"/>
                <a:miter/>
              </a:ln>
            </p:spPr>
            <p:txBody>
              <a:bodyPr rtlCol="0" anchor="ctr"/>
              <a:lstStyle/>
              <a:p>
                <a:endParaRPr lang="zh-CN" altLang="en-US"/>
              </a:p>
            </p:txBody>
          </p:sp>
          <p:sp>
            <p:nvSpPr>
              <p:cNvPr id="470" name="任意多边形: 形状 340"/>
              <p:cNvSpPr/>
              <p:nvPr>
                <p:custDataLst>
                  <p:tags r:id="rId108"/>
                </p:custDataLst>
              </p:nvPr>
            </p:nvSpPr>
            <p:spPr>
              <a:xfrm>
                <a:off x="10185593" y="829709"/>
                <a:ext cx="1413120" cy="2405884"/>
              </a:xfrm>
              <a:custGeom>
                <a:avLst/>
                <a:gdLst>
                  <a:gd name="connsiteX0" fmla="*/ 1412551 w 1413120"/>
                  <a:gd name="connsiteY0" fmla="*/ 591737 h 2405884"/>
                  <a:gd name="connsiteX1" fmla="*/ 1410278 w 1413120"/>
                  <a:gd name="connsiteY1" fmla="*/ 532052 h 2405884"/>
                  <a:gd name="connsiteX2" fmla="*/ 1409709 w 1413120"/>
                  <a:gd name="connsiteY2" fmla="*/ 523525 h 2405884"/>
                  <a:gd name="connsiteX3" fmla="*/ 1407436 w 1413120"/>
                  <a:gd name="connsiteY3" fmla="*/ 512156 h 2405884"/>
                  <a:gd name="connsiteX4" fmla="*/ 1404025 w 1413120"/>
                  <a:gd name="connsiteY4" fmla="*/ 492261 h 2405884"/>
                  <a:gd name="connsiteX5" fmla="*/ 1398910 w 1413120"/>
                  <a:gd name="connsiteY5" fmla="*/ 470093 h 2405884"/>
                  <a:gd name="connsiteX6" fmla="*/ 1393794 w 1413120"/>
                  <a:gd name="connsiteY6" fmla="*/ 451903 h 2405884"/>
                  <a:gd name="connsiteX7" fmla="*/ 1391520 w 1413120"/>
                  <a:gd name="connsiteY7" fmla="*/ 443376 h 2405884"/>
                  <a:gd name="connsiteX8" fmla="*/ 1386972 w 1413120"/>
                  <a:gd name="connsiteY8" fmla="*/ 431439 h 2405884"/>
                  <a:gd name="connsiteX9" fmla="*/ 1380151 w 1413120"/>
                  <a:gd name="connsiteY9" fmla="*/ 415523 h 2405884"/>
                  <a:gd name="connsiteX10" fmla="*/ 1377309 w 1413120"/>
                  <a:gd name="connsiteY10" fmla="*/ 408134 h 2405884"/>
                  <a:gd name="connsiteX11" fmla="*/ 1367077 w 1413120"/>
                  <a:gd name="connsiteY11" fmla="*/ 390512 h 2405884"/>
                  <a:gd name="connsiteX12" fmla="*/ 1364235 w 1413120"/>
                  <a:gd name="connsiteY12" fmla="*/ 384828 h 2405884"/>
                  <a:gd name="connsiteX13" fmla="*/ 1363667 w 1413120"/>
                  <a:gd name="connsiteY13" fmla="*/ 383123 h 2405884"/>
                  <a:gd name="connsiteX14" fmla="*/ 1349456 w 1413120"/>
                  <a:gd name="connsiteY14" fmla="*/ 363228 h 2405884"/>
                  <a:gd name="connsiteX15" fmla="*/ 1344909 w 1413120"/>
                  <a:gd name="connsiteY15" fmla="*/ 357543 h 2405884"/>
                  <a:gd name="connsiteX16" fmla="*/ 1340929 w 1413120"/>
                  <a:gd name="connsiteY16" fmla="*/ 352427 h 2405884"/>
                  <a:gd name="connsiteX17" fmla="*/ 1335245 w 1413120"/>
                  <a:gd name="connsiteY17" fmla="*/ 345606 h 2405884"/>
                  <a:gd name="connsiteX18" fmla="*/ 1319329 w 1413120"/>
                  <a:gd name="connsiteY18" fmla="*/ 329690 h 2405884"/>
                  <a:gd name="connsiteX19" fmla="*/ 1317624 w 1413120"/>
                  <a:gd name="connsiteY19" fmla="*/ 327985 h 2405884"/>
                  <a:gd name="connsiteX20" fmla="*/ 1314213 w 1413120"/>
                  <a:gd name="connsiteY20" fmla="*/ 325711 h 2405884"/>
                  <a:gd name="connsiteX21" fmla="*/ 1302276 w 1413120"/>
                  <a:gd name="connsiteY21" fmla="*/ 315479 h 2405884"/>
                  <a:gd name="connsiteX22" fmla="*/ 1286360 w 1413120"/>
                  <a:gd name="connsiteY22" fmla="*/ 303542 h 2405884"/>
                  <a:gd name="connsiteX23" fmla="*/ 837868 w 1413120"/>
                  <a:gd name="connsiteY23" fmla="*/ 0 h 2405884"/>
                  <a:gd name="connsiteX24" fmla="*/ 857763 w 1413120"/>
                  <a:gd name="connsiteY24" fmla="*/ 15348 h 2405884"/>
                  <a:gd name="connsiteX25" fmla="*/ 865153 w 1413120"/>
                  <a:gd name="connsiteY25" fmla="*/ 21600 h 2405884"/>
                  <a:gd name="connsiteX26" fmla="*/ 867427 w 1413120"/>
                  <a:gd name="connsiteY26" fmla="*/ 23306 h 2405884"/>
                  <a:gd name="connsiteX27" fmla="*/ 932227 w 1413120"/>
                  <a:gd name="connsiteY27" fmla="*/ 111981 h 2405884"/>
                  <a:gd name="connsiteX28" fmla="*/ 938480 w 1413120"/>
                  <a:gd name="connsiteY28" fmla="*/ 127329 h 2405884"/>
                  <a:gd name="connsiteX29" fmla="*/ 945870 w 1413120"/>
                  <a:gd name="connsiteY29" fmla="*/ 147792 h 2405884"/>
                  <a:gd name="connsiteX30" fmla="*/ 952691 w 1413120"/>
                  <a:gd name="connsiteY30" fmla="*/ 173940 h 2405884"/>
                  <a:gd name="connsiteX31" fmla="*/ 952691 w 1413120"/>
                  <a:gd name="connsiteY31" fmla="*/ 173940 h 2405884"/>
                  <a:gd name="connsiteX32" fmla="*/ 957807 w 1413120"/>
                  <a:gd name="connsiteY32" fmla="*/ 197814 h 2405884"/>
                  <a:gd name="connsiteX33" fmla="*/ 957807 w 1413120"/>
                  <a:gd name="connsiteY33" fmla="*/ 197814 h 2405884"/>
                  <a:gd name="connsiteX34" fmla="*/ 962354 w 1413120"/>
                  <a:gd name="connsiteY34" fmla="*/ 228509 h 2405884"/>
                  <a:gd name="connsiteX35" fmla="*/ 964628 w 1413120"/>
                  <a:gd name="connsiteY35" fmla="*/ 288195 h 2405884"/>
                  <a:gd name="connsiteX36" fmla="*/ 965196 w 1413120"/>
                  <a:gd name="connsiteY36" fmla="*/ 292742 h 2405884"/>
                  <a:gd name="connsiteX37" fmla="*/ 962923 w 1413120"/>
                  <a:gd name="connsiteY37" fmla="*/ 400176 h 2405884"/>
                  <a:gd name="connsiteX38" fmla="*/ 957238 w 1413120"/>
                  <a:gd name="connsiteY38" fmla="*/ 460998 h 2405884"/>
                  <a:gd name="connsiteX39" fmla="*/ 954964 w 1413120"/>
                  <a:gd name="connsiteY39" fmla="*/ 476345 h 2405884"/>
                  <a:gd name="connsiteX40" fmla="*/ 949280 w 1413120"/>
                  <a:gd name="connsiteY40" fmla="*/ 502493 h 2405884"/>
                  <a:gd name="connsiteX41" fmla="*/ 945870 w 1413120"/>
                  <a:gd name="connsiteY41" fmla="*/ 516135 h 2405884"/>
                  <a:gd name="connsiteX42" fmla="*/ 942459 w 1413120"/>
                  <a:gd name="connsiteY42" fmla="*/ 528073 h 2405884"/>
                  <a:gd name="connsiteX43" fmla="*/ 940754 w 1413120"/>
                  <a:gd name="connsiteY43" fmla="*/ 533188 h 2405884"/>
                  <a:gd name="connsiteX44" fmla="*/ 931091 w 1413120"/>
                  <a:gd name="connsiteY44" fmla="*/ 561042 h 2405884"/>
                  <a:gd name="connsiteX45" fmla="*/ 900395 w 1413120"/>
                  <a:gd name="connsiteY45" fmla="*/ 621295 h 2405884"/>
                  <a:gd name="connsiteX46" fmla="*/ 885616 w 1413120"/>
                  <a:gd name="connsiteY46" fmla="*/ 644033 h 2405884"/>
                  <a:gd name="connsiteX47" fmla="*/ 882774 w 1413120"/>
                  <a:gd name="connsiteY47" fmla="*/ 648012 h 2405884"/>
                  <a:gd name="connsiteX48" fmla="*/ 864584 w 1413120"/>
                  <a:gd name="connsiteY48" fmla="*/ 671886 h 2405884"/>
                  <a:gd name="connsiteX49" fmla="*/ 847531 w 1413120"/>
                  <a:gd name="connsiteY49" fmla="*/ 691212 h 2405884"/>
                  <a:gd name="connsiteX50" fmla="*/ 819678 w 1413120"/>
                  <a:gd name="connsiteY50" fmla="*/ 719065 h 2405884"/>
                  <a:gd name="connsiteX51" fmla="*/ 795235 w 1413120"/>
                  <a:gd name="connsiteY51" fmla="*/ 739529 h 2405884"/>
                  <a:gd name="connsiteX52" fmla="*/ 766245 w 1413120"/>
                  <a:gd name="connsiteY52" fmla="*/ 761129 h 2405884"/>
                  <a:gd name="connsiteX53" fmla="*/ 740098 w 1413120"/>
                  <a:gd name="connsiteY53" fmla="*/ 777614 h 2405884"/>
                  <a:gd name="connsiteX54" fmla="*/ 708834 w 1413120"/>
                  <a:gd name="connsiteY54" fmla="*/ 795804 h 2405884"/>
                  <a:gd name="connsiteX55" fmla="*/ 686665 w 1413120"/>
                  <a:gd name="connsiteY55" fmla="*/ 807741 h 2405884"/>
                  <a:gd name="connsiteX56" fmla="*/ 663360 w 1413120"/>
                  <a:gd name="connsiteY56" fmla="*/ 819678 h 2405884"/>
                  <a:gd name="connsiteX57" fmla="*/ 675297 w 1413120"/>
                  <a:gd name="connsiteY57" fmla="*/ 820815 h 2405884"/>
                  <a:gd name="connsiteX58" fmla="*/ 843552 w 1413120"/>
                  <a:gd name="connsiteY58" fmla="*/ 875952 h 2405884"/>
                  <a:gd name="connsiteX59" fmla="*/ 848668 w 1413120"/>
                  <a:gd name="connsiteY59" fmla="*/ 879363 h 2405884"/>
                  <a:gd name="connsiteX60" fmla="*/ 852647 w 1413120"/>
                  <a:gd name="connsiteY60" fmla="*/ 882205 h 2405884"/>
                  <a:gd name="connsiteX61" fmla="*/ 866858 w 1413120"/>
                  <a:gd name="connsiteY61" fmla="*/ 894142 h 2405884"/>
                  <a:gd name="connsiteX62" fmla="*/ 870269 w 1413120"/>
                  <a:gd name="connsiteY62" fmla="*/ 896984 h 2405884"/>
                  <a:gd name="connsiteX63" fmla="*/ 882774 w 1413120"/>
                  <a:gd name="connsiteY63" fmla="*/ 908921 h 2405884"/>
                  <a:gd name="connsiteX64" fmla="*/ 889595 w 1413120"/>
                  <a:gd name="connsiteY64" fmla="*/ 916311 h 2405884"/>
                  <a:gd name="connsiteX65" fmla="*/ 893574 w 1413120"/>
                  <a:gd name="connsiteY65" fmla="*/ 920290 h 2405884"/>
                  <a:gd name="connsiteX66" fmla="*/ 907217 w 1413120"/>
                  <a:gd name="connsiteY66" fmla="*/ 940185 h 2405884"/>
                  <a:gd name="connsiteX67" fmla="*/ 909490 w 1413120"/>
                  <a:gd name="connsiteY67" fmla="*/ 943596 h 2405884"/>
                  <a:gd name="connsiteX68" fmla="*/ 910059 w 1413120"/>
                  <a:gd name="connsiteY68" fmla="*/ 944733 h 2405884"/>
                  <a:gd name="connsiteX69" fmla="*/ 911764 w 1413120"/>
                  <a:gd name="connsiteY69" fmla="*/ 948143 h 2405884"/>
                  <a:gd name="connsiteX70" fmla="*/ 921996 w 1413120"/>
                  <a:gd name="connsiteY70" fmla="*/ 968038 h 2405884"/>
                  <a:gd name="connsiteX71" fmla="*/ 927680 w 1413120"/>
                  <a:gd name="connsiteY71" fmla="*/ 980544 h 2405884"/>
                  <a:gd name="connsiteX72" fmla="*/ 930522 w 1413120"/>
                  <a:gd name="connsiteY72" fmla="*/ 987933 h 2405884"/>
                  <a:gd name="connsiteX73" fmla="*/ 933933 w 1413120"/>
                  <a:gd name="connsiteY73" fmla="*/ 997597 h 2405884"/>
                  <a:gd name="connsiteX74" fmla="*/ 935069 w 1413120"/>
                  <a:gd name="connsiteY74" fmla="*/ 1002713 h 2405884"/>
                  <a:gd name="connsiteX75" fmla="*/ 935638 w 1413120"/>
                  <a:gd name="connsiteY75" fmla="*/ 1002713 h 2405884"/>
                  <a:gd name="connsiteX76" fmla="*/ 937911 w 1413120"/>
                  <a:gd name="connsiteY76" fmla="*/ 1012376 h 2405884"/>
                  <a:gd name="connsiteX77" fmla="*/ 941891 w 1413120"/>
                  <a:gd name="connsiteY77" fmla="*/ 1030566 h 2405884"/>
                  <a:gd name="connsiteX78" fmla="*/ 944165 w 1413120"/>
                  <a:gd name="connsiteY78" fmla="*/ 1047050 h 2405884"/>
                  <a:gd name="connsiteX79" fmla="*/ 946438 w 1413120"/>
                  <a:gd name="connsiteY79" fmla="*/ 1063535 h 2405884"/>
                  <a:gd name="connsiteX80" fmla="*/ 948712 w 1413120"/>
                  <a:gd name="connsiteY80" fmla="*/ 1108441 h 2405884"/>
                  <a:gd name="connsiteX81" fmla="*/ 948712 w 1413120"/>
                  <a:gd name="connsiteY81" fmla="*/ 1113557 h 2405884"/>
                  <a:gd name="connsiteX82" fmla="*/ 941323 w 1413120"/>
                  <a:gd name="connsiteY82" fmla="*/ 1492132 h 2405884"/>
                  <a:gd name="connsiteX83" fmla="*/ 937911 w 1413120"/>
                  <a:gd name="connsiteY83" fmla="*/ 1546133 h 2405884"/>
                  <a:gd name="connsiteX84" fmla="*/ 935069 w 1413120"/>
                  <a:gd name="connsiteY84" fmla="*/ 1563754 h 2405884"/>
                  <a:gd name="connsiteX85" fmla="*/ 929385 w 1413120"/>
                  <a:gd name="connsiteY85" fmla="*/ 1598429 h 2405884"/>
                  <a:gd name="connsiteX86" fmla="*/ 924270 w 1413120"/>
                  <a:gd name="connsiteY86" fmla="*/ 1617755 h 2405884"/>
                  <a:gd name="connsiteX87" fmla="*/ 915743 w 1413120"/>
                  <a:gd name="connsiteY87" fmla="*/ 1649019 h 2405884"/>
                  <a:gd name="connsiteX88" fmla="*/ 899259 w 1413120"/>
                  <a:gd name="connsiteY88" fmla="*/ 1692788 h 2405884"/>
                  <a:gd name="connsiteX89" fmla="*/ 895279 w 1413120"/>
                  <a:gd name="connsiteY89" fmla="*/ 1701315 h 2405884"/>
                  <a:gd name="connsiteX90" fmla="*/ 878795 w 1413120"/>
                  <a:gd name="connsiteY90" fmla="*/ 1735420 h 2405884"/>
                  <a:gd name="connsiteX91" fmla="*/ 873679 w 1413120"/>
                  <a:gd name="connsiteY91" fmla="*/ 1744515 h 2405884"/>
                  <a:gd name="connsiteX92" fmla="*/ 850374 w 1413120"/>
                  <a:gd name="connsiteY92" fmla="*/ 1782600 h 2405884"/>
                  <a:gd name="connsiteX93" fmla="*/ 845258 w 1413120"/>
                  <a:gd name="connsiteY93" fmla="*/ 1789421 h 2405884"/>
                  <a:gd name="connsiteX94" fmla="*/ 820815 w 1413120"/>
                  <a:gd name="connsiteY94" fmla="*/ 1821822 h 2405884"/>
                  <a:gd name="connsiteX95" fmla="*/ 813994 w 1413120"/>
                  <a:gd name="connsiteY95" fmla="*/ 1829780 h 2405884"/>
                  <a:gd name="connsiteX96" fmla="*/ 779888 w 1413120"/>
                  <a:gd name="connsiteY96" fmla="*/ 1867296 h 2405884"/>
                  <a:gd name="connsiteX97" fmla="*/ 744077 w 1413120"/>
                  <a:gd name="connsiteY97" fmla="*/ 1900834 h 2405884"/>
                  <a:gd name="connsiteX98" fmla="*/ 722477 w 1413120"/>
                  <a:gd name="connsiteY98" fmla="*/ 1919024 h 2405884"/>
                  <a:gd name="connsiteX99" fmla="*/ 702012 w 1413120"/>
                  <a:gd name="connsiteY99" fmla="*/ 1935508 h 2405884"/>
                  <a:gd name="connsiteX100" fmla="*/ 662222 w 1413120"/>
                  <a:gd name="connsiteY100" fmla="*/ 1963930 h 2405884"/>
                  <a:gd name="connsiteX101" fmla="*/ 653128 w 1413120"/>
                  <a:gd name="connsiteY101" fmla="*/ 1969614 h 2405884"/>
                  <a:gd name="connsiteX102" fmla="*/ 589464 w 1413120"/>
                  <a:gd name="connsiteY102" fmla="*/ 2005994 h 2405884"/>
                  <a:gd name="connsiteX103" fmla="*/ 566158 w 1413120"/>
                  <a:gd name="connsiteY103" fmla="*/ 2017362 h 2405884"/>
                  <a:gd name="connsiteX104" fmla="*/ 546263 w 1413120"/>
                  <a:gd name="connsiteY104" fmla="*/ 2026457 h 2405884"/>
                  <a:gd name="connsiteX105" fmla="*/ 515567 w 1413120"/>
                  <a:gd name="connsiteY105" fmla="*/ 2038963 h 2405884"/>
                  <a:gd name="connsiteX106" fmla="*/ 496241 w 1413120"/>
                  <a:gd name="connsiteY106" fmla="*/ 2046921 h 2405884"/>
                  <a:gd name="connsiteX107" fmla="*/ 461567 w 1413120"/>
                  <a:gd name="connsiteY107" fmla="*/ 2058858 h 2405884"/>
                  <a:gd name="connsiteX108" fmla="*/ 444514 w 1413120"/>
                  <a:gd name="connsiteY108" fmla="*/ 2064542 h 2405884"/>
                  <a:gd name="connsiteX109" fmla="*/ 390513 w 1413120"/>
                  <a:gd name="connsiteY109" fmla="*/ 2079321 h 2405884"/>
                  <a:gd name="connsiteX110" fmla="*/ 303542 w 1413120"/>
                  <a:gd name="connsiteY110" fmla="*/ 2095237 h 2405884"/>
                  <a:gd name="connsiteX111" fmla="*/ 0 w 1413120"/>
                  <a:gd name="connsiteY111" fmla="*/ 2047489 h 2405884"/>
                  <a:gd name="connsiteX112" fmla="*/ 433145 w 1413120"/>
                  <a:gd name="connsiteY112" fmla="*/ 2341936 h 2405884"/>
                  <a:gd name="connsiteX113" fmla="*/ 449061 w 1413120"/>
                  <a:gd name="connsiteY113" fmla="*/ 2352168 h 2405884"/>
                  <a:gd name="connsiteX114" fmla="*/ 752603 w 1413120"/>
                  <a:gd name="connsiteY114" fmla="*/ 2399917 h 2405884"/>
                  <a:gd name="connsiteX115" fmla="*/ 839573 w 1413120"/>
                  <a:gd name="connsiteY115" fmla="*/ 2384000 h 2405884"/>
                  <a:gd name="connsiteX116" fmla="*/ 893574 w 1413120"/>
                  <a:gd name="connsiteY116" fmla="*/ 2369221 h 2405884"/>
                  <a:gd name="connsiteX117" fmla="*/ 910627 w 1413120"/>
                  <a:gd name="connsiteY117" fmla="*/ 2363537 h 2405884"/>
                  <a:gd name="connsiteX118" fmla="*/ 945301 w 1413120"/>
                  <a:gd name="connsiteY118" fmla="*/ 2351600 h 2405884"/>
                  <a:gd name="connsiteX119" fmla="*/ 964628 w 1413120"/>
                  <a:gd name="connsiteY119" fmla="*/ 2343642 h 2405884"/>
                  <a:gd name="connsiteX120" fmla="*/ 995324 w 1413120"/>
                  <a:gd name="connsiteY120" fmla="*/ 2331136 h 2405884"/>
                  <a:gd name="connsiteX121" fmla="*/ 1015219 w 1413120"/>
                  <a:gd name="connsiteY121" fmla="*/ 2322610 h 2405884"/>
                  <a:gd name="connsiteX122" fmla="*/ 1030566 w 1413120"/>
                  <a:gd name="connsiteY122" fmla="*/ 2315220 h 2405884"/>
                  <a:gd name="connsiteX123" fmla="*/ 1037956 w 1413120"/>
                  <a:gd name="connsiteY123" fmla="*/ 2311241 h 2405884"/>
                  <a:gd name="connsiteX124" fmla="*/ 1101620 w 1413120"/>
                  <a:gd name="connsiteY124" fmla="*/ 2274862 h 2405884"/>
                  <a:gd name="connsiteX125" fmla="*/ 1102188 w 1413120"/>
                  <a:gd name="connsiteY125" fmla="*/ 2274293 h 2405884"/>
                  <a:gd name="connsiteX126" fmla="*/ 1109578 w 1413120"/>
                  <a:gd name="connsiteY126" fmla="*/ 2268609 h 2405884"/>
                  <a:gd name="connsiteX127" fmla="*/ 1149937 w 1413120"/>
                  <a:gd name="connsiteY127" fmla="*/ 2240187 h 2405884"/>
                  <a:gd name="connsiteX128" fmla="*/ 1153915 w 1413120"/>
                  <a:gd name="connsiteY128" fmla="*/ 2237345 h 2405884"/>
                  <a:gd name="connsiteX129" fmla="*/ 1170400 w 1413120"/>
                  <a:gd name="connsiteY129" fmla="*/ 2223703 h 2405884"/>
                  <a:gd name="connsiteX130" fmla="*/ 1192001 w 1413120"/>
                  <a:gd name="connsiteY130" fmla="*/ 2205513 h 2405884"/>
                  <a:gd name="connsiteX131" fmla="*/ 1196548 w 1413120"/>
                  <a:gd name="connsiteY131" fmla="*/ 2201534 h 2405884"/>
                  <a:gd name="connsiteX132" fmla="*/ 1227811 w 1413120"/>
                  <a:gd name="connsiteY132" fmla="*/ 2171976 h 2405884"/>
                  <a:gd name="connsiteX133" fmla="*/ 1232359 w 1413120"/>
                  <a:gd name="connsiteY133" fmla="*/ 2167428 h 2405884"/>
                  <a:gd name="connsiteX134" fmla="*/ 1258507 w 1413120"/>
                  <a:gd name="connsiteY134" fmla="*/ 2139007 h 2405884"/>
                  <a:gd name="connsiteX135" fmla="*/ 1262486 w 1413120"/>
                  <a:gd name="connsiteY135" fmla="*/ 2134459 h 2405884"/>
                  <a:gd name="connsiteX136" fmla="*/ 1269307 w 1413120"/>
                  <a:gd name="connsiteY136" fmla="*/ 2126501 h 2405884"/>
                  <a:gd name="connsiteX137" fmla="*/ 1281244 w 1413120"/>
                  <a:gd name="connsiteY137" fmla="*/ 2111722 h 2405884"/>
                  <a:gd name="connsiteX138" fmla="*/ 1293181 w 1413120"/>
                  <a:gd name="connsiteY138" fmla="*/ 2094669 h 2405884"/>
                  <a:gd name="connsiteX139" fmla="*/ 1298297 w 1413120"/>
                  <a:gd name="connsiteY139" fmla="*/ 2087848 h 2405884"/>
                  <a:gd name="connsiteX140" fmla="*/ 1300571 w 1413120"/>
                  <a:gd name="connsiteY140" fmla="*/ 2083869 h 2405884"/>
                  <a:gd name="connsiteX141" fmla="*/ 1317624 w 1413120"/>
                  <a:gd name="connsiteY141" fmla="*/ 2056016 h 2405884"/>
                  <a:gd name="connsiteX142" fmla="*/ 1321602 w 1413120"/>
                  <a:gd name="connsiteY142" fmla="*/ 2049194 h 2405884"/>
                  <a:gd name="connsiteX143" fmla="*/ 1326718 w 1413120"/>
                  <a:gd name="connsiteY143" fmla="*/ 2040099 h 2405884"/>
                  <a:gd name="connsiteX144" fmla="*/ 1334108 w 1413120"/>
                  <a:gd name="connsiteY144" fmla="*/ 2026457 h 2405884"/>
                  <a:gd name="connsiteX145" fmla="*/ 1343203 w 1413120"/>
                  <a:gd name="connsiteY145" fmla="*/ 2006562 h 2405884"/>
                  <a:gd name="connsiteX146" fmla="*/ 1347182 w 1413120"/>
                  <a:gd name="connsiteY146" fmla="*/ 1998036 h 2405884"/>
                  <a:gd name="connsiteX147" fmla="*/ 1348887 w 1413120"/>
                  <a:gd name="connsiteY147" fmla="*/ 1994057 h 2405884"/>
                  <a:gd name="connsiteX148" fmla="*/ 1363098 w 1413120"/>
                  <a:gd name="connsiteY148" fmla="*/ 1955403 h 2405884"/>
                  <a:gd name="connsiteX149" fmla="*/ 1363667 w 1413120"/>
                  <a:gd name="connsiteY149" fmla="*/ 1954266 h 2405884"/>
                  <a:gd name="connsiteX150" fmla="*/ 1372193 w 1413120"/>
                  <a:gd name="connsiteY150" fmla="*/ 1923003 h 2405884"/>
                  <a:gd name="connsiteX151" fmla="*/ 1376741 w 1413120"/>
                  <a:gd name="connsiteY151" fmla="*/ 1904813 h 2405884"/>
                  <a:gd name="connsiteX152" fmla="*/ 1377309 w 1413120"/>
                  <a:gd name="connsiteY152" fmla="*/ 1904244 h 2405884"/>
                  <a:gd name="connsiteX153" fmla="*/ 1382993 w 1413120"/>
                  <a:gd name="connsiteY153" fmla="*/ 1869570 h 2405884"/>
                  <a:gd name="connsiteX154" fmla="*/ 1385835 w 1413120"/>
                  <a:gd name="connsiteY154" fmla="*/ 1851949 h 2405884"/>
                  <a:gd name="connsiteX155" fmla="*/ 1389246 w 1413120"/>
                  <a:gd name="connsiteY155" fmla="*/ 1797948 h 2405884"/>
                  <a:gd name="connsiteX156" fmla="*/ 1396636 w 1413120"/>
                  <a:gd name="connsiteY156" fmla="*/ 1419373 h 2405884"/>
                  <a:gd name="connsiteX157" fmla="*/ 1396636 w 1413120"/>
                  <a:gd name="connsiteY157" fmla="*/ 1414257 h 2405884"/>
                  <a:gd name="connsiteX158" fmla="*/ 1394362 w 1413120"/>
                  <a:gd name="connsiteY158" fmla="*/ 1369351 h 2405884"/>
                  <a:gd name="connsiteX159" fmla="*/ 1393794 w 1413120"/>
                  <a:gd name="connsiteY159" fmla="*/ 1363098 h 2405884"/>
                  <a:gd name="connsiteX160" fmla="*/ 1392088 w 1413120"/>
                  <a:gd name="connsiteY160" fmla="*/ 1352866 h 2405884"/>
                  <a:gd name="connsiteX161" fmla="*/ 1389814 w 1413120"/>
                  <a:gd name="connsiteY161" fmla="*/ 1336382 h 2405884"/>
                  <a:gd name="connsiteX162" fmla="*/ 1385835 w 1413120"/>
                  <a:gd name="connsiteY162" fmla="*/ 1318192 h 2405884"/>
                  <a:gd name="connsiteX163" fmla="*/ 1381857 w 1413120"/>
                  <a:gd name="connsiteY163" fmla="*/ 1303413 h 2405884"/>
                  <a:gd name="connsiteX164" fmla="*/ 1380151 w 1413120"/>
                  <a:gd name="connsiteY164" fmla="*/ 1297728 h 2405884"/>
                  <a:gd name="connsiteX165" fmla="*/ 1375603 w 1413120"/>
                  <a:gd name="connsiteY165" fmla="*/ 1286928 h 2405884"/>
                  <a:gd name="connsiteX166" fmla="*/ 1369919 w 1413120"/>
                  <a:gd name="connsiteY166" fmla="*/ 1273854 h 2405884"/>
                  <a:gd name="connsiteX167" fmla="*/ 1368214 w 1413120"/>
                  <a:gd name="connsiteY167" fmla="*/ 1269875 h 2405884"/>
                  <a:gd name="connsiteX168" fmla="*/ 1357982 w 1413120"/>
                  <a:gd name="connsiteY168" fmla="*/ 1250549 h 2405884"/>
                  <a:gd name="connsiteX169" fmla="*/ 1357414 w 1413120"/>
                  <a:gd name="connsiteY169" fmla="*/ 1249412 h 2405884"/>
                  <a:gd name="connsiteX170" fmla="*/ 1357414 w 1413120"/>
                  <a:gd name="connsiteY170" fmla="*/ 1248843 h 2405884"/>
                  <a:gd name="connsiteX171" fmla="*/ 1345477 w 1413120"/>
                  <a:gd name="connsiteY171" fmla="*/ 1232359 h 2405884"/>
                  <a:gd name="connsiteX172" fmla="*/ 1340929 w 1413120"/>
                  <a:gd name="connsiteY172" fmla="*/ 1226675 h 2405884"/>
                  <a:gd name="connsiteX173" fmla="*/ 1336951 w 1413120"/>
                  <a:gd name="connsiteY173" fmla="*/ 1222696 h 2405884"/>
                  <a:gd name="connsiteX174" fmla="*/ 1332971 w 1413120"/>
                  <a:gd name="connsiteY174" fmla="*/ 1218148 h 2405884"/>
                  <a:gd name="connsiteX175" fmla="*/ 1319329 w 1413120"/>
                  <a:gd name="connsiteY175" fmla="*/ 1204506 h 2405884"/>
                  <a:gd name="connsiteX176" fmla="*/ 1317055 w 1413120"/>
                  <a:gd name="connsiteY176" fmla="*/ 1202800 h 2405884"/>
                  <a:gd name="connsiteX177" fmla="*/ 1313645 w 1413120"/>
                  <a:gd name="connsiteY177" fmla="*/ 1199958 h 2405884"/>
                  <a:gd name="connsiteX178" fmla="*/ 1304550 w 1413120"/>
                  <a:gd name="connsiteY178" fmla="*/ 1192000 h 2405884"/>
                  <a:gd name="connsiteX179" fmla="*/ 1290908 w 1413120"/>
                  <a:gd name="connsiteY179" fmla="*/ 1181768 h 2405884"/>
                  <a:gd name="connsiteX180" fmla="*/ 1164716 w 1413120"/>
                  <a:gd name="connsiteY180" fmla="*/ 1096504 h 2405884"/>
                  <a:gd name="connsiteX181" fmla="*/ 1187453 w 1413120"/>
                  <a:gd name="connsiteY181" fmla="*/ 1083430 h 2405884"/>
                  <a:gd name="connsiteX182" fmla="*/ 1195979 w 1413120"/>
                  <a:gd name="connsiteY182" fmla="*/ 1078882 h 2405884"/>
                  <a:gd name="connsiteX183" fmla="*/ 1235770 w 1413120"/>
                  <a:gd name="connsiteY183" fmla="*/ 1051029 h 2405884"/>
                  <a:gd name="connsiteX184" fmla="*/ 1238043 w 1413120"/>
                  <a:gd name="connsiteY184" fmla="*/ 1048756 h 2405884"/>
                  <a:gd name="connsiteX185" fmla="*/ 1242022 w 1413120"/>
                  <a:gd name="connsiteY185" fmla="*/ 1044777 h 2405884"/>
                  <a:gd name="connsiteX186" fmla="*/ 1264759 w 1413120"/>
                  <a:gd name="connsiteY186" fmla="*/ 1026587 h 2405884"/>
                  <a:gd name="connsiteX187" fmla="*/ 1288066 w 1413120"/>
                  <a:gd name="connsiteY187" fmla="*/ 1004418 h 2405884"/>
                  <a:gd name="connsiteX188" fmla="*/ 1289770 w 1413120"/>
                  <a:gd name="connsiteY188" fmla="*/ 1002713 h 2405884"/>
                  <a:gd name="connsiteX189" fmla="*/ 1292044 w 1413120"/>
                  <a:gd name="connsiteY189" fmla="*/ 1000439 h 2405884"/>
                  <a:gd name="connsiteX190" fmla="*/ 1307392 w 1413120"/>
                  <a:gd name="connsiteY190" fmla="*/ 983386 h 2405884"/>
                  <a:gd name="connsiteX191" fmla="*/ 1323876 w 1413120"/>
                  <a:gd name="connsiteY191" fmla="*/ 962922 h 2405884"/>
                  <a:gd name="connsiteX192" fmla="*/ 1330698 w 1413120"/>
                  <a:gd name="connsiteY192" fmla="*/ 953828 h 2405884"/>
                  <a:gd name="connsiteX193" fmla="*/ 1333540 w 1413120"/>
                  <a:gd name="connsiteY193" fmla="*/ 949849 h 2405884"/>
                  <a:gd name="connsiteX194" fmla="*/ 1339224 w 1413120"/>
                  <a:gd name="connsiteY194" fmla="*/ 942459 h 2405884"/>
                  <a:gd name="connsiteX195" fmla="*/ 1352866 w 1413120"/>
                  <a:gd name="connsiteY195" fmla="*/ 920858 h 2405884"/>
                  <a:gd name="connsiteX196" fmla="*/ 1365372 w 1413120"/>
                  <a:gd name="connsiteY196" fmla="*/ 897553 h 2405884"/>
                  <a:gd name="connsiteX197" fmla="*/ 1365940 w 1413120"/>
                  <a:gd name="connsiteY197" fmla="*/ 896984 h 2405884"/>
                  <a:gd name="connsiteX198" fmla="*/ 1377309 w 1413120"/>
                  <a:gd name="connsiteY198" fmla="*/ 871405 h 2405884"/>
                  <a:gd name="connsiteX199" fmla="*/ 1388678 w 1413120"/>
                  <a:gd name="connsiteY199" fmla="*/ 840141 h 2405884"/>
                  <a:gd name="connsiteX200" fmla="*/ 1389246 w 1413120"/>
                  <a:gd name="connsiteY200" fmla="*/ 838436 h 2405884"/>
                  <a:gd name="connsiteX201" fmla="*/ 1390951 w 1413120"/>
                  <a:gd name="connsiteY201" fmla="*/ 833320 h 2405884"/>
                  <a:gd name="connsiteX202" fmla="*/ 1400615 w 1413120"/>
                  <a:gd name="connsiteY202" fmla="*/ 796941 h 2405884"/>
                  <a:gd name="connsiteX203" fmla="*/ 1402888 w 1413120"/>
                  <a:gd name="connsiteY203" fmla="*/ 781024 h 2405884"/>
                  <a:gd name="connsiteX204" fmla="*/ 1405162 w 1413120"/>
                  <a:gd name="connsiteY204" fmla="*/ 765677 h 2405884"/>
                  <a:gd name="connsiteX205" fmla="*/ 1410847 w 1413120"/>
                  <a:gd name="connsiteY205" fmla="*/ 704855 h 2405884"/>
                  <a:gd name="connsiteX206" fmla="*/ 1413120 w 1413120"/>
                  <a:gd name="connsiteY206" fmla="*/ 597421 h 2405884"/>
                  <a:gd name="connsiteX207" fmla="*/ 1413120 w 1413120"/>
                  <a:gd name="connsiteY207" fmla="*/ 594579 h 2405884"/>
                  <a:gd name="connsiteX208" fmla="*/ 1412551 w 1413120"/>
                  <a:gd name="connsiteY208" fmla="*/ 591737 h 240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1413120" h="2405884">
                    <a:moveTo>
                      <a:pt x="1412551" y="591737"/>
                    </a:moveTo>
                    <a:cubicBezTo>
                      <a:pt x="1413120" y="570705"/>
                      <a:pt x="1411983" y="550810"/>
                      <a:pt x="1410278" y="532052"/>
                    </a:cubicBezTo>
                    <a:cubicBezTo>
                      <a:pt x="1409709" y="529778"/>
                      <a:pt x="1410278" y="526367"/>
                      <a:pt x="1409709" y="523525"/>
                    </a:cubicBezTo>
                    <a:cubicBezTo>
                      <a:pt x="1409141" y="519546"/>
                      <a:pt x="1408573" y="516135"/>
                      <a:pt x="1407436" y="512156"/>
                    </a:cubicBezTo>
                    <a:cubicBezTo>
                      <a:pt x="1406867" y="505335"/>
                      <a:pt x="1405162" y="498514"/>
                      <a:pt x="1404025" y="492261"/>
                    </a:cubicBezTo>
                    <a:cubicBezTo>
                      <a:pt x="1402888" y="484872"/>
                      <a:pt x="1401183" y="477482"/>
                      <a:pt x="1398910" y="470093"/>
                    </a:cubicBezTo>
                    <a:cubicBezTo>
                      <a:pt x="1397772" y="463840"/>
                      <a:pt x="1396068" y="457587"/>
                      <a:pt x="1393794" y="451903"/>
                    </a:cubicBezTo>
                    <a:cubicBezTo>
                      <a:pt x="1393225" y="449061"/>
                      <a:pt x="1392088" y="446218"/>
                      <a:pt x="1391520" y="443376"/>
                    </a:cubicBezTo>
                    <a:cubicBezTo>
                      <a:pt x="1390383" y="439397"/>
                      <a:pt x="1388109" y="435987"/>
                      <a:pt x="1386972" y="431439"/>
                    </a:cubicBezTo>
                    <a:cubicBezTo>
                      <a:pt x="1384699" y="425755"/>
                      <a:pt x="1382425" y="420639"/>
                      <a:pt x="1380151" y="415523"/>
                    </a:cubicBezTo>
                    <a:cubicBezTo>
                      <a:pt x="1379015" y="413249"/>
                      <a:pt x="1377877" y="410407"/>
                      <a:pt x="1377309" y="408134"/>
                    </a:cubicBezTo>
                    <a:cubicBezTo>
                      <a:pt x="1373899" y="401881"/>
                      <a:pt x="1370488" y="396197"/>
                      <a:pt x="1367077" y="390512"/>
                    </a:cubicBezTo>
                    <a:cubicBezTo>
                      <a:pt x="1366509" y="388807"/>
                      <a:pt x="1365372" y="386533"/>
                      <a:pt x="1364235" y="384828"/>
                    </a:cubicBezTo>
                    <a:cubicBezTo>
                      <a:pt x="1363667" y="384259"/>
                      <a:pt x="1363667" y="383691"/>
                      <a:pt x="1363667" y="383123"/>
                    </a:cubicBezTo>
                    <a:cubicBezTo>
                      <a:pt x="1359119" y="375733"/>
                      <a:pt x="1354572" y="369480"/>
                      <a:pt x="1349456" y="363228"/>
                    </a:cubicBezTo>
                    <a:cubicBezTo>
                      <a:pt x="1348319" y="360954"/>
                      <a:pt x="1346614" y="359249"/>
                      <a:pt x="1344909" y="357543"/>
                    </a:cubicBezTo>
                    <a:cubicBezTo>
                      <a:pt x="1343771" y="355838"/>
                      <a:pt x="1342635" y="354133"/>
                      <a:pt x="1340929" y="352427"/>
                    </a:cubicBezTo>
                    <a:cubicBezTo>
                      <a:pt x="1339224" y="350154"/>
                      <a:pt x="1336951" y="347880"/>
                      <a:pt x="1335245" y="345606"/>
                    </a:cubicBezTo>
                    <a:cubicBezTo>
                      <a:pt x="1330129" y="339922"/>
                      <a:pt x="1325014" y="334806"/>
                      <a:pt x="1319329" y="329690"/>
                    </a:cubicBezTo>
                    <a:cubicBezTo>
                      <a:pt x="1318760" y="329122"/>
                      <a:pt x="1318192" y="329122"/>
                      <a:pt x="1317624" y="327985"/>
                    </a:cubicBezTo>
                    <a:cubicBezTo>
                      <a:pt x="1317055" y="327416"/>
                      <a:pt x="1315350" y="326280"/>
                      <a:pt x="1314213" y="325711"/>
                    </a:cubicBezTo>
                    <a:cubicBezTo>
                      <a:pt x="1310234" y="321732"/>
                      <a:pt x="1306255" y="318321"/>
                      <a:pt x="1302276" y="315479"/>
                    </a:cubicBezTo>
                    <a:cubicBezTo>
                      <a:pt x="1297160" y="311500"/>
                      <a:pt x="1292044" y="307521"/>
                      <a:pt x="1286360" y="303542"/>
                    </a:cubicBezTo>
                    <a:lnTo>
                      <a:pt x="837868" y="0"/>
                    </a:lnTo>
                    <a:cubicBezTo>
                      <a:pt x="845258" y="4547"/>
                      <a:pt x="851510" y="9663"/>
                      <a:pt x="857763" y="15348"/>
                    </a:cubicBezTo>
                    <a:cubicBezTo>
                      <a:pt x="860037" y="17621"/>
                      <a:pt x="862310" y="19327"/>
                      <a:pt x="865153" y="21600"/>
                    </a:cubicBezTo>
                    <a:cubicBezTo>
                      <a:pt x="865721" y="22169"/>
                      <a:pt x="866858" y="22169"/>
                      <a:pt x="867427" y="23306"/>
                    </a:cubicBezTo>
                    <a:cubicBezTo>
                      <a:pt x="894711" y="47748"/>
                      <a:pt x="916311" y="77307"/>
                      <a:pt x="932227" y="111981"/>
                    </a:cubicBezTo>
                    <a:cubicBezTo>
                      <a:pt x="934501" y="117097"/>
                      <a:pt x="936775" y="122213"/>
                      <a:pt x="938480" y="127329"/>
                    </a:cubicBezTo>
                    <a:cubicBezTo>
                      <a:pt x="941323" y="134150"/>
                      <a:pt x="943596" y="140971"/>
                      <a:pt x="945870" y="147792"/>
                    </a:cubicBezTo>
                    <a:cubicBezTo>
                      <a:pt x="948712" y="156319"/>
                      <a:pt x="950417" y="165413"/>
                      <a:pt x="952691" y="173940"/>
                    </a:cubicBezTo>
                    <a:cubicBezTo>
                      <a:pt x="952691" y="173940"/>
                      <a:pt x="952691" y="173940"/>
                      <a:pt x="952691" y="173940"/>
                    </a:cubicBezTo>
                    <a:cubicBezTo>
                      <a:pt x="954396" y="181898"/>
                      <a:pt x="956102" y="189856"/>
                      <a:pt x="957807" y="197814"/>
                    </a:cubicBezTo>
                    <a:cubicBezTo>
                      <a:pt x="957807" y="197814"/>
                      <a:pt x="957807" y="197814"/>
                      <a:pt x="957807" y="197814"/>
                    </a:cubicBezTo>
                    <a:cubicBezTo>
                      <a:pt x="959512" y="208046"/>
                      <a:pt x="961218" y="217709"/>
                      <a:pt x="962354" y="228509"/>
                    </a:cubicBezTo>
                    <a:cubicBezTo>
                      <a:pt x="964060" y="247268"/>
                      <a:pt x="965196" y="267731"/>
                      <a:pt x="964628" y="288195"/>
                    </a:cubicBezTo>
                    <a:cubicBezTo>
                      <a:pt x="964628" y="289331"/>
                      <a:pt x="965196" y="291037"/>
                      <a:pt x="965196" y="292742"/>
                    </a:cubicBezTo>
                    <a:lnTo>
                      <a:pt x="962923" y="400176"/>
                    </a:lnTo>
                    <a:cubicBezTo>
                      <a:pt x="962354" y="421208"/>
                      <a:pt x="960649" y="441103"/>
                      <a:pt x="957238" y="460998"/>
                    </a:cubicBezTo>
                    <a:cubicBezTo>
                      <a:pt x="956670" y="466114"/>
                      <a:pt x="956102" y="471229"/>
                      <a:pt x="954964" y="476345"/>
                    </a:cubicBezTo>
                    <a:cubicBezTo>
                      <a:pt x="953828" y="484872"/>
                      <a:pt x="952122" y="493967"/>
                      <a:pt x="949280" y="502493"/>
                    </a:cubicBezTo>
                    <a:cubicBezTo>
                      <a:pt x="948712" y="507041"/>
                      <a:pt x="947007" y="511588"/>
                      <a:pt x="945870" y="516135"/>
                    </a:cubicBezTo>
                    <a:cubicBezTo>
                      <a:pt x="945301" y="520115"/>
                      <a:pt x="943596" y="524094"/>
                      <a:pt x="942459" y="528073"/>
                    </a:cubicBezTo>
                    <a:cubicBezTo>
                      <a:pt x="941891" y="529778"/>
                      <a:pt x="941891" y="531483"/>
                      <a:pt x="940754" y="533188"/>
                    </a:cubicBezTo>
                    <a:cubicBezTo>
                      <a:pt x="937911" y="542852"/>
                      <a:pt x="934501" y="551947"/>
                      <a:pt x="931091" y="561042"/>
                    </a:cubicBezTo>
                    <a:cubicBezTo>
                      <a:pt x="922564" y="582074"/>
                      <a:pt x="912901" y="601969"/>
                      <a:pt x="900395" y="621295"/>
                    </a:cubicBezTo>
                    <a:cubicBezTo>
                      <a:pt x="896416" y="628685"/>
                      <a:pt x="891300" y="636643"/>
                      <a:pt x="885616" y="644033"/>
                    </a:cubicBezTo>
                    <a:cubicBezTo>
                      <a:pt x="885048" y="645169"/>
                      <a:pt x="883910" y="646875"/>
                      <a:pt x="882774" y="648012"/>
                    </a:cubicBezTo>
                    <a:cubicBezTo>
                      <a:pt x="877090" y="655970"/>
                      <a:pt x="870837" y="663928"/>
                      <a:pt x="864584" y="671886"/>
                    </a:cubicBezTo>
                    <a:cubicBezTo>
                      <a:pt x="858900" y="678707"/>
                      <a:pt x="853216" y="684960"/>
                      <a:pt x="847531" y="691212"/>
                    </a:cubicBezTo>
                    <a:cubicBezTo>
                      <a:pt x="839005" y="700876"/>
                      <a:pt x="829341" y="709971"/>
                      <a:pt x="819678" y="719065"/>
                    </a:cubicBezTo>
                    <a:cubicBezTo>
                      <a:pt x="811720" y="726455"/>
                      <a:pt x="803762" y="733276"/>
                      <a:pt x="795235" y="739529"/>
                    </a:cubicBezTo>
                    <a:cubicBezTo>
                      <a:pt x="786141" y="747487"/>
                      <a:pt x="776478" y="754877"/>
                      <a:pt x="766245" y="761129"/>
                    </a:cubicBezTo>
                    <a:cubicBezTo>
                      <a:pt x="757719" y="766814"/>
                      <a:pt x="749193" y="772498"/>
                      <a:pt x="740098" y="777614"/>
                    </a:cubicBezTo>
                    <a:cubicBezTo>
                      <a:pt x="729866" y="783867"/>
                      <a:pt x="719634" y="789551"/>
                      <a:pt x="708834" y="795804"/>
                    </a:cubicBezTo>
                    <a:cubicBezTo>
                      <a:pt x="701444" y="799783"/>
                      <a:pt x="693486" y="803762"/>
                      <a:pt x="686665" y="807741"/>
                    </a:cubicBezTo>
                    <a:cubicBezTo>
                      <a:pt x="679275" y="811720"/>
                      <a:pt x="671318" y="815699"/>
                      <a:pt x="663360" y="819678"/>
                    </a:cubicBezTo>
                    <a:cubicBezTo>
                      <a:pt x="667338" y="820246"/>
                      <a:pt x="671318" y="820246"/>
                      <a:pt x="675297" y="820815"/>
                    </a:cubicBezTo>
                    <a:cubicBezTo>
                      <a:pt x="744645" y="828773"/>
                      <a:pt x="800351" y="846962"/>
                      <a:pt x="843552" y="875952"/>
                    </a:cubicBezTo>
                    <a:cubicBezTo>
                      <a:pt x="845258" y="877089"/>
                      <a:pt x="846962" y="878226"/>
                      <a:pt x="848668" y="879363"/>
                    </a:cubicBezTo>
                    <a:lnTo>
                      <a:pt x="852647" y="882205"/>
                    </a:lnTo>
                    <a:cubicBezTo>
                      <a:pt x="857763" y="886184"/>
                      <a:pt x="862310" y="889595"/>
                      <a:pt x="866858" y="894142"/>
                    </a:cubicBezTo>
                    <a:cubicBezTo>
                      <a:pt x="867995" y="894711"/>
                      <a:pt x="869131" y="895848"/>
                      <a:pt x="870269" y="896984"/>
                    </a:cubicBezTo>
                    <a:cubicBezTo>
                      <a:pt x="874816" y="900963"/>
                      <a:pt x="878795" y="904942"/>
                      <a:pt x="882774" y="908921"/>
                    </a:cubicBezTo>
                    <a:cubicBezTo>
                      <a:pt x="885048" y="911195"/>
                      <a:pt x="887322" y="914037"/>
                      <a:pt x="889595" y="916311"/>
                    </a:cubicBezTo>
                    <a:cubicBezTo>
                      <a:pt x="890732" y="917448"/>
                      <a:pt x="891869" y="919153"/>
                      <a:pt x="893574" y="920290"/>
                    </a:cubicBezTo>
                    <a:cubicBezTo>
                      <a:pt x="898690" y="926543"/>
                      <a:pt x="903237" y="933364"/>
                      <a:pt x="907217" y="940185"/>
                    </a:cubicBezTo>
                    <a:cubicBezTo>
                      <a:pt x="907785" y="940754"/>
                      <a:pt x="908922" y="942459"/>
                      <a:pt x="909490" y="943596"/>
                    </a:cubicBezTo>
                    <a:cubicBezTo>
                      <a:pt x="910059" y="944164"/>
                      <a:pt x="910059" y="944164"/>
                      <a:pt x="910059" y="944733"/>
                    </a:cubicBezTo>
                    <a:cubicBezTo>
                      <a:pt x="910627" y="945870"/>
                      <a:pt x="911195" y="947006"/>
                      <a:pt x="911764" y="948143"/>
                    </a:cubicBezTo>
                    <a:cubicBezTo>
                      <a:pt x="915743" y="954396"/>
                      <a:pt x="919154" y="961786"/>
                      <a:pt x="921996" y="968038"/>
                    </a:cubicBezTo>
                    <a:cubicBezTo>
                      <a:pt x="924270" y="972017"/>
                      <a:pt x="925975" y="976565"/>
                      <a:pt x="927680" y="980544"/>
                    </a:cubicBezTo>
                    <a:cubicBezTo>
                      <a:pt x="928248" y="982818"/>
                      <a:pt x="929385" y="985660"/>
                      <a:pt x="930522" y="987933"/>
                    </a:cubicBezTo>
                    <a:cubicBezTo>
                      <a:pt x="931091" y="991344"/>
                      <a:pt x="932796" y="994186"/>
                      <a:pt x="933933" y="997597"/>
                    </a:cubicBezTo>
                    <a:cubicBezTo>
                      <a:pt x="934501" y="999302"/>
                      <a:pt x="934501" y="1001007"/>
                      <a:pt x="935069" y="1002713"/>
                    </a:cubicBezTo>
                    <a:lnTo>
                      <a:pt x="935638" y="1002713"/>
                    </a:lnTo>
                    <a:cubicBezTo>
                      <a:pt x="936207" y="1005555"/>
                      <a:pt x="937343" y="1008965"/>
                      <a:pt x="937911" y="1012376"/>
                    </a:cubicBezTo>
                    <a:cubicBezTo>
                      <a:pt x="939049" y="1018060"/>
                      <a:pt x="940754" y="1024313"/>
                      <a:pt x="941891" y="1030566"/>
                    </a:cubicBezTo>
                    <a:cubicBezTo>
                      <a:pt x="942459" y="1036250"/>
                      <a:pt x="943596" y="1041366"/>
                      <a:pt x="944165" y="1047050"/>
                    </a:cubicBezTo>
                    <a:cubicBezTo>
                      <a:pt x="944733" y="1052735"/>
                      <a:pt x="945870" y="1057850"/>
                      <a:pt x="946438" y="1063535"/>
                    </a:cubicBezTo>
                    <a:cubicBezTo>
                      <a:pt x="947575" y="1077746"/>
                      <a:pt x="948712" y="1093093"/>
                      <a:pt x="948712" y="1108441"/>
                    </a:cubicBezTo>
                    <a:lnTo>
                      <a:pt x="948712" y="1113557"/>
                    </a:lnTo>
                    <a:lnTo>
                      <a:pt x="941323" y="1492132"/>
                    </a:lnTo>
                    <a:cubicBezTo>
                      <a:pt x="940754" y="1510322"/>
                      <a:pt x="939617" y="1528511"/>
                      <a:pt x="937911" y="1546133"/>
                    </a:cubicBezTo>
                    <a:cubicBezTo>
                      <a:pt x="937343" y="1552386"/>
                      <a:pt x="935638" y="1558070"/>
                      <a:pt x="935069" y="1563754"/>
                    </a:cubicBezTo>
                    <a:cubicBezTo>
                      <a:pt x="933364" y="1575691"/>
                      <a:pt x="931659" y="1587060"/>
                      <a:pt x="929385" y="1598429"/>
                    </a:cubicBezTo>
                    <a:cubicBezTo>
                      <a:pt x="927680" y="1604681"/>
                      <a:pt x="925406" y="1610934"/>
                      <a:pt x="924270" y="1617755"/>
                    </a:cubicBezTo>
                    <a:cubicBezTo>
                      <a:pt x="921427" y="1627987"/>
                      <a:pt x="919154" y="1638219"/>
                      <a:pt x="915743" y="1649019"/>
                    </a:cubicBezTo>
                    <a:cubicBezTo>
                      <a:pt x="911195" y="1663798"/>
                      <a:pt x="905511" y="1678577"/>
                      <a:pt x="899259" y="1692788"/>
                    </a:cubicBezTo>
                    <a:cubicBezTo>
                      <a:pt x="898121" y="1695630"/>
                      <a:pt x="896985" y="1698472"/>
                      <a:pt x="895279" y="1701315"/>
                    </a:cubicBezTo>
                    <a:cubicBezTo>
                      <a:pt x="889595" y="1712683"/>
                      <a:pt x="884479" y="1724052"/>
                      <a:pt x="878795" y="1735420"/>
                    </a:cubicBezTo>
                    <a:cubicBezTo>
                      <a:pt x="877090" y="1738263"/>
                      <a:pt x="875384" y="1741673"/>
                      <a:pt x="873679" y="1744515"/>
                    </a:cubicBezTo>
                    <a:cubicBezTo>
                      <a:pt x="866289" y="1757589"/>
                      <a:pt x="858331" y="1770663"/>
                      <a:pt x="850374" y="1782600"/>
                    </a:cubicBezTo>
                    <a:cubicBezTo>
                      <a:pt x="848668" y="1784874"/>
                      <a:pt x="846962" y="1787148"/>
                      <a:pt x="845258" y="1789421"/>
                    </a:cubicBezTo>
                    <a:cubicBezTo>
                      <a:pt x="837868" y="1800790"/>
                      <a:pt x="829341" y="1811022"/>
                      <a:pt x="820815" y="1821822"/>
                    </a:cubicBezTo>
                    <a:cubicBezTo>
                      <a:pt x="818541" y="1824664"/>
                      <a:pt x="816836" y="1827506"/>
                      <a:pt x="813994" y="1829780"/>
                    </a:cubicBezTo>
                    <a:cubicBezTo>
                      <a:pt x="803194" y="1842854"/>
                      <a:pt x="791825" y="1854791"/>
                      <a:pt x="779888" y="1867296"/>
                    </a:cubicBezTo>
                    <a:cubicBezTo>
                      <a:pt x="768519" y="1878665"/>
                      <a:pt x="756582" y="1890034"/>
                      <a:pt x="744077" y="1900834"/>
                    </a:cubicBezTo>
                    <a:cubicBezTo>
                      <a:pt x="736687" y="1906518"/>
                      <a:pt x="729866" y="1912771"/>
                      <a:pt x="722477" y="1919024"/>
                    </a:cubicBezTo>
                    <a:cubicBezTo>
                      <a:pt x="715655" y="1924708"/>
                      <a:pt x="708834" y="1930392"/>
                      <a:pt x="702012" y="1935508"/>
                    </a:cubicBezTo>
                    <a:cubicBezTo>
                      <a:pt x="688939" y="1945740"/>
                      <a:pt x="675865" y="1954835"/>
                      <a:pt x="662222" y="1963930"/>
                    </a:cubicBezTo>
                    <a:cubicBezTo>
                      <a:pt x="659380" y="1965635"/>
                      <a:pt x="656538" y="1967909"/>
                      <a:pt x="653128" y="1969614"/>
                    </a:cubicBezTo>
                    <a:cubicBezTo>
                      <a:pt x="632664" y="1982688"/>
                      <a:pt x="611064" y="1994625"/>
                      <a:pt x="589464" y="2005994"/>
                    </a:cubicBezTo>
                    <a:cubicBezTo>
                      <a:pt x="582074" y="2009973"/>
                      <a:pt x="574115" y="2013952"/>
                      <a:pt x="566158" y="2017362"/>
                    </a:cubicBezTo>
                    <a:cubicBezTo>
                      <a:pt x="559336" y="2020773"/>
                      <a:pt x="552516" y="2023615"/>
                      <a:pt x="546263" y="2026457"/>
                    </a:cubicBezTo>
                    <a:cubicBezTo>
                      <a:pt x="536031" y="2031005"/>
                      <a:pt x="526368" y="2034984"/>
                      <a:pt x="515567" y="2038963"/>
                    </a:cubicBezTo>
                    <a:cubicBezTo>
                      <a:pt x="509315" y="2041236"/>
                      <a:pt x="502493" y="2044647"/>
                      <a:pt x="496241" y="2046921"/>
                    </a:cubicBezTo>
                    <a:cubicBezTo>
                      <a:pt x="484304" y="2050900"/>
                      <a:pt x="472935" y="2054879"/>
                      <a:pt x="461567" y="2058858"/>
                    </a:cubicBezTo>
                    <a:cubicBezTo>
                      <a:pt x="455882" y="2060563"/>
                      <a:pt x="450198" y="2062837"/>
                      <a:pt x="444514" y="2064542"/>
                    </a:cubicBezTo>
                    <a:cubicBezTo>
                      <a:pt x="426892" y="2070226"/>
                      <a:pt x="408702" y="2074774"/>
                      <a:pt x="390513" y="2079321"/>
                    </a:cubicBezTo>
                    <a:cubicBezTo>
                      <a:pt x="360954" y="2086142"/>
                      <a:pt x="331964" y="2091258"/>
                      <a:pt x="303542" y="2095237"/>
                    </a:cubicBezTo>
                    <a:cubicBezTo>
                      <a:pt x="182467" y="2111153"/>
                      <a:pt x="81286" y="2095237"/>
                      <a:pt x="0" y="2047489"/>
                    </a:cubicBezTo>
                    <a:lnTo>
                      <a:pt x="433145" y="2341936"/>
                    </a:lnTo>
                    <a:cubicBezTo>
                      <a:pt x="438829" y="2345347"/>
                      <a:pt x="443376" y="2348758"/>
                      <a:pt x="449061" y="2352168"/>
                    </a:cubicBezTo>
                    <a:cubicBezTo>
                      <a:pt x="530915" y="2399917"/>
                      <a:pt x="631528" y="2415833"/>
                      <a:pt x="752603" y="2399917"/>
                    </a:cubicBezTo>
                    <a:cubicBezTo>
                      <a:pt x="780456" y="2395937"/>
                      <a:pt x="809446" y="2390822"/>
                      <a:pt x="839573" y="2384000"/>
                    </a:cubicBezTo>
                    <a:cubicBezTo>
                      <a:pt x="857763" y="2379453"/>
                      <a:pt x="875953" y="2374906"/>
                      <a:pt x="893574" y="2369221"/>
                    </a:cubicBezTo>
                    <a:cubicBezTo>
                      <a:pt x="899259" y="2367516"/>
                      <a:pt x="904943" y="2365242"/>
                      <a:pt x="910627" y="2363537"/>
                    </a:cubicBezTo>
                    <a:cubicBezTo>
                      <a:pt x="922564" y="2359558"/>
                      <a:pt x="933933" y="2356147"/>
                      <a:pt x="945301" y="2351600"/>
                    </a:cubicBezTo>
                    <a:cubicBezTo>
                      <a:pt x="951554" y="2349326"/>
                      <a:pt x="958375" y="2346484"/>
                      <a:pt x="964628" y="2343642"/>
                    </a:cubicBezTo>
                    <a:cubicBezTo>
                      <a:pt x="974859" y="2339663"/>
                      <a:pt x="985091" y="2335684"/>
                      <a:pt x="995324" y="2331136"/>
                    </a:cubicBezTo>
                    <a:cubicBezTo>
                      <a:pt x="1001576" y="2328294"/>
                      <a:pt x="1008397" y="2325452"/>
                      <a:pt x="1015219" y="2322610"/>
                    </a:cubicBezTo>
                    <a:cubicBezTo>
                      <a:pt x="1020334" y="2320336"/>
                      <a:pt x="1025450" y="2317494"/>
                      <a:pt x="1030566" y="2315220"/>
                    </a:cubicBezTo>
                    <a:cubicBezTo>
                      <a:pt x="1032840" y="2314083"/>
                      <a:pt x="1035682" y="2312378"/>
                      <a:pt x="1037956" y="2311241"/>
                    </a:cubicBezTo>
                    <a:cubicBezTo>
                      <a:pt x="1059556" y="2299873"/>
                      <a:pt x="1081157" y="2287936"/>
                      <a:pt x="1101620" y="2274862"/>
                    </a:cubicBezTo>
                    <a:cubicBezTo>
                      <a:pt x="1102188" y="2274862"/>
                      <a:pt x="1102188" y="2274293"/>
                      <a:pt x="1102188" y="2274293"/>
                    </a:cubicBezTo>
                    <a:cubicBezTo>
                      <a:pt x="1104462" y="2272588"/>
                      <a:pt x="1107304" y="2270314"/>
                      <a:pt x="1109578" y="2268609"/>
                    </a:cubicBezTo>
                    <a:cubicBezTo>
                      <a:pt x="1123221" y="2260082"/>
                      <a:pt x="1136862" y="2250419"/>
                      <a:pt x="1149937" y="2240187"/>
                    </a:cubicBezTo>
                    <a:cubicBezTo>
                      <a:pt x="1151073" y="2239619"/>
                      <a:pt x="1152779" y="2238482"/>
                      <a:pt x="1153915" y="2237345"/>
                    </a:cubicBezTo>
                    <a:cubicBezTo>
                      <a:pt x="1159600" y="2233366"/>
                      <a:pt x="1164716" y="2228819"/>
                      <a:pt x="1170400" y="2223703"/>
                    </a:cubicBezTo>
                    <a:cubicBezTo>
                      <a:pt x="1177790" y="2218019"/>
                      <a:pt x="1185179" y="2211766"/>
                      <a:pt x="1192001" y="2205513"/>
                    </a:cubicBezTo>
                    <a:cubicBezTo>
                      <a:pt x="1193705" y="2204376"/>
                      <a:pt x="1195411" y="2203239"/>
                      <a:pt x="1196548" y="2201534"/>
                    </a:cubicBezTo>
                    <a:cubicBezTo>
                      <a:pt x="1207348" y="2191871"/>
                      <a:pt x="1218148" y="2181639"/>
                      <a:pt x="1227811" y="2171976"/>
                    </a:cubicBezTo>
                    <a:lnTo>
                      <a:pt x="1232359" y="2167428"/>
                    </a:lnTo>
                    <a:cubicBezTo>
                      <a:pt x="1241454" y="2158333"/>
                      <a:pt x="1249980" y="2148670"/>
                      <a:pt x="1258507" y="2139007"/>
                    </a:cubicBezTo>
                    <a:cubicBezTo>
                      <a:pt x="1259644" y="2137870"/>
                      <a:pt x="1260781" y="2136165"/>
                      <a:pt x="1262486" y="2134459"/>
                    </a:cubicBezTo>
                    <a:cubicBezTo>
                      <a:pt x="1264759" y="2132185"/>
                      <a:pt x="1266465" y="2129343"/>
                      <a:pt x="1269307" y="2126501"/>
                    </a:cubicBezTo>
                    <a:cubicBezTo>
                      <a:pt x="1273286" y="2121385"/>
                      <a:pt x="1277265" y="2116838"/>
                      <a:pt x="1281244" y="2111722"/>
                    </a:cubicBezTo>
                    <a:cubicBezTo>
                      <a:pt x="1285223" y="2106038"/>
                      <a:pt x="1289202" y="2099785"/>
                      <a:pt x="1293181" y="2094669"/>
                    </a:cubicBezTo>
                    <a:cubicBezTo>
                      <a:pt x="1294886" y="2092395"/>
                      <a:pt x="1296592" y="2090121"/>
                      <a:pt x="1298297" y="2087848"/>
                    </a:cubicBezTo>
                    <a:cubicBezTo>
                      <a:pt x="1298865" y="2086711"/>
                      <a:pt x="1300003" y="2085574"/>
                      <a:pt x="1300571" y="2083869"/>
                    </a:cubicBezTo>
                    <a:cubicBezTo>
                      <a:pt x="1306255" y="2074774"/>
                      <a:pt x="1312508" y="2065679"/>
                      <a:pt x="1317624" y="2056016"/>
                    </a:cubicBezTo>
                    <a:cubicBezTo>
                      <a:pt x="1318760" y="2053742"/>
                      <a:pt x="1319898" y="2052037"/>
                      <a:pt x="1321602" y="2049194"/>
                    </a:cubicBezTo>
                    <a:cubicBezTo>
                      <a:pt x="1323308" y="2046352"/>
                      <a:pt x="1325014" y="2043510"/>
                      <a:pt x="1326718" y="2040099"/>
                    </a:cubicBezTo>
                    <a:cubicBezTo>
                      <a:pt x="1328992" y="2035552"/>
                      <a:pt x="1331835" y="2031005"/>
                      <a:pt x="1334108" y="2026457"/>
                    </a:cubicBezTo>
                    <a:cubicBezTo>
                      <a:pt x="1337519" y="2020204"/>
                      <a:pt x="1339793" y="2012815"/>
                      <a:pt x="1343203" y="2006562"/>
                    </a:cubicBezTo>
                    <a:cubicBezTo>
                      <a:pt x="1344340" y="2003720"/>
                      <a:pt x="1345477" y="2000878"/>
                      <a:pt x="1347182" y="1998036"/>
                    </a:cubicBezTo>
                    <a:cubicBezTo>
                      <a:pt x="1347751" y="1996899"/>
                      <a:pt x="1348319" y="1995762"/>
                      <a:pt x="1348887" y="1994057"/>
                    </a:cubicBezTo>
                    <a:cubicBezTo>
                      <a:pt x="1354572" y="1981551"/>
                      <a:pt x="1359119" y="1968477"/>
                      <a:pt x="1363098" y="1955403"/>
                    </a:cubicBezTo>
                    <a:cubicBezTo>
                      <a:pt x="1363098" y="1954835"/>
                      <a:pt x="1363667" y="1954835"/>
                      <a:pt x="1363667" y="1954266"/>
                    </a:cubicBezTo>
                    <a:cubicBezTo>
                      <a:pt x="1367077" y="1944035"/>
                      <a:pt x="1369351" y="1933803"/>
                      <a:pt x="1372193" y="1923003"/>
                    </a:cubicBezTo>
                    <a:cubicBezTo>
                      <a:pt x="1373330" y="1916750"/>
                      <a:pt x="1375603" y="1911066"/>
                      <a:pt x="1376741" y="1904813"/>
                    </a:cubicBezTo>
                    <a:cubicBezTo>
                      <a:pt x="1376741" y="1904244"/>
                      <a:pt x="1376741" y="1904244"/>
                      <a:pt x="1377309" y="1904244"/>
                    </a:cubicBezTo>
                    <a:cubicBezTo>
                      <a:pt x="1379583" y="1892876"/>
                      <a:pt x="1381288" y="1880939"/>
                      <a:pt x="1382993" y="1869570"/>
                    </a:cubicBezTo>
                    <a:cubicBezTo>
                      <a:pt x="1383562" y="1863886"/>
                      <a:pt x="1385267" y="1858201"/>
                      <a:pt x="1385835" y="1851949"/>
                    </a:cubicBezTo>
                    <a:cubicBezTo>
                      <a:pt x="1387541" y="1834327"/>
                      <a:pt x="1388678" y="1816138"/>
                      <a:pt x="1389246" y="1797948"/>
                    </a:cubicBezTo>
                    <a:lnTo>
                      <a:pt x="1396636" y="1419373"/>
                    </a:lnTo>
                    <a:lnTo>
                      <a:pt x="1396636" y="1414257"/>
                    </a:lnTo>
                    <a:cubicBezTo>
                      <a:pt x="1396636" y="1398909"/>
                      <a:pt x="1396068" y="1384130"/>
                      <a:pt x="1394362" y="1369351"/>
                    </a:cubicBezTo>
                    <a:cubicBezTo>
                      <a:pt x="1394362" y="1367077"/>
                      <a:pt x="1394362" y="1365372"/>
                      <a:pt x="1393794" y="1363098"/>
                    </a:cubicBezTo>
                    <a:cubicBezTo>
                      <a:pt x="1393225" y="1359687"/>
                      <a:pt x="1392656" y="1355708"/>
                      <a:pt x="1392088" y="1352866"/>
                    </a:cubicBezTo>
                    <a:cubicBezTo>
                      <a:pt x="1391520" y="1347182"/>
                      <a:pt x="1390383" y="1342066"/>
                      <a:pt x="1389814" y="1336382"/>
                    </a:cubicBezTo>
                    <a:cubicBezTo>
                      <a:pt x="1388678" y="1330697"/>
                      <a:pt x="1386972" y="1324445"/>
                      <a:pt x="1385835" y="1318192"/>
                    </a:cubicBezTo>
                    <a:cubicBezTo>
                      <a:pt x="1384699" y="1313644"/>
                      <a:pt x="1382993" y="1308529"/>
                      <a:pt x="1381857" y="1303413"/>
                    </a:cubicBezTo>
                    <a:cubicBezTo>
                      <a:pt x="1381288" y="1301139"/>
                      <a:pt x="1380719" y="1299434"/>
                      <a:pt x="1380151" y="1297728"/>
                    </a:cubicBezTo>
                    <a:cubicBezTo>
                      <a:pt x="1379015" y="1293749"/>
                      <a:pt x="1376741" y="1290339"/>
                      <a:pt x="1375603" y="1286928"/>
                    </a:cubicBezTo>
                    <a:cubicBezTo>
                      <a:pt x="1373899" y="1282381"/>
                      <a:pt x="1372193" y="1278402"/>
                      <a:pt x="1369919" y="1273854"/>
                    </a:cubicBezTo>
                    <a:cubicBezTo>
                      <a:pt x="1369351" y="1272717"/>
                      <a:pt x="1369351" y="1271012"/>
                      <a:pt x="1368214" y="1269875"/>
                    </a:cubicBezTo>
                    <a:cubicBezTo>
                      <a:pt x="1364804" y="1263054"/>
                      <a:pt x="1361393" y="1256801"/>
                      <a:pt x="1357982" y="1250549"/>
                    </a:cubicBezTo>
                    <a:cubicBezTo>
                      <a:pt x="1357414" y="1249980"/>
                      <a:pt x="1357414" y="1249980"/>
                      <a:pt x="1357414" y="1249412"/>
                    </a:cubicBezTo>
                    <a:cubicBezTo>
                      <a:pt x="1357414" y="1249412"/>
                      <a:pt x="1357414" y="1249412"/>
                      <a:pt x="1357414" y="1248843"/>
                    </a:cubicBezTo>
                    <a:cubicBezTo>
                      <a:pt x="1353435" y="1243159"/>
                      <a:pt x="1350024" y="1237475"/>
                      <a:pt x="1345477" y="1232359"/>
                    </a:cubicBezTo>
                    <a:cubicBezTo>
                      <a:pt x="1343771" y="1230085"/>
                      <a:pt x="1342067" y="1228380"/>
                      <a:pt x="1340929" y="1226675"/>
                    </a:cubicBezTo>
                    <a:cubicBezTo>
                      <a:pt x="1339793" y="1225538"/>
                      <a:pt x="1338655" y="1223832"/>
                      <a:pt x="1336951" y="1222696"/>
                    </a:cubicBezTo>
                    <a:cubicBezTo>
                      <a:pt x="1335813" y="1220990"/>
                      <a:pt x="1334677" y="1219285"/>
                      <a:pt x="1332971" y="1218148"/>
                    </a:cubicBezTo>
                    <a:cubicBezTo>
                      <a:pt x="1328992" y="1213601"/>
                      <a:pt x="1323876" y="1209053"/>
                      <a:pt x="1319329" y="1204506"/>
                    </a:cubicBezTo>
                    <a:cubicBezTo>
                      <a:pt x="1318760" y="1203937"/>
                      <a:pt x="1318192" y="1203369"/>
                      <a:pt x="1317055" y="1202800"/>
                    </a:cubicBezTo>
                    <a:cubicBezTo>
                      <a:pt x="1316487" y="1201664"/>
                      <a:pt x="1314782" y="1200527"/>
                      <a:pt x="1313645" y="1199958"/>
                    </a:cubicBezTo>
                    <a:cubicBezTo>
                      <a:pt x="1310803" y="1197685"/>
                      <a:pt x="1307961" y="1194274"/>
                      <a:pt x="1304550" y="1192000"/>
                    </a:cubicBezTo>
                    <a:cubicBezTo>
                      <a:pt x="1300571" y="1188590"/>
                      <a:pt x="1296023" y="1185179"/>
                      <a:pt x="1290908" y="1181768"/>
                    </a:cubicBezTo>
                    <a:lnTo>
                      <a:pt x="1164716" y="1096504"/>
                    </a:lnTo>
                    <a:cubicBezTo>
                      <a:pt x="1172105" y="1092525"/>
                      <a:pt x="1180064" y="1087977"/>
                      <a:pt x="1187453" y="1083430"/>
                    </a:cubicBezTo>
                    <a:cubicBezTo>
                      <a:pt x="1190295" y="1081725"/>
                      <a:pt x="1193137" y="1080588"/>
                      <a:pt x="1195979" y="1078882"/>
                    </a:cubicBezTo>
                    <a:cubicBezTo>
                      <a:pt x="1209622" y="1069788"/>
                      <a:pt x="1223264" y="1060693"/>
                      <a:pt x="1235770" y="1051029"/>
                    </a:cubicBezTo>
                    <a:cubicBezTo>
                      <a:pt x="1236338" y="1050461"/>
                      <a:pt x="1237475" y="1049324"/>
                      <a:pt x="1238043" y="1048756"/>
                    </a:cubicBezTo>
                    <a:cubicBezTo>
                      <a:pt x="1239180" y="1047619"/>
                      <a:pt x="1240886" y="1046482"/>
                      <a:pt x="1242022" y="1044777"/>
                    </a:cubicBezTo>
                    <a:cubicBezTo>
                      <a:pt x="1249412" y="1039092"/>
                      <a:pt x="1257370" y="1032839"/>
                      <a:pt x="1264759" y="1026587"/>
                    </a:cubicBezTo>
                    <a:cubicBezTo>
                      <a:pt x="1272718" y="1019197"/>
                      <a:pt x="1280107" y="1011807"/>
                      <a:pt x="1288066" y="1004418"/>
                    </a:cubicBezTo>
                    <a:cubicBezTo>
                      <a:pt x="1288634" y="1003849"/>
                      <a:pt x="1289202" y="1003281"/>
                      <a:pt x="1289770" y="1002713"/>
                    </a:cubicBezTo>
                    <a:cubicBezTo>
                      <a:pt x="1290339" y="1002144"/>
                      <a:pt x="1290908" y="1001576"/>
                      <a:pt x="1292044" y="1000439"/>
                    </a:cubicBezTo>
                    <a:cubicBezTo>
                      <a:pt x="1297160" y="994755"/>
                      <a:pt x="1302276" y="989070"/>
                      <a:pt x="1307392" y="983386"/>
                    </a:cubicBezTo>
                    <a:cubicBezTo>
                      <a:pt x="1313076" y="976565"/>
                      <a:pt x="1318760" y="969744"/>
                      <a:pt x="1323876" y="962922"/>
                    </a:cubicBezTo>
                    <a:cubicBezTo>
                      <a:pt x="1326150" y="960080"/>
                      <a:pt x="1327856" y="956670"/>
                      <a:pt x="1330698" y="953828"/>
                    </a:cubicBezTo>
                    <a:cubicBezTo>
                      <a:pt x="1331266" y="952691"/>
                      <a:pt x="1332403" y="951554"/>
                      <a:pt x="1333540" y="949849"/>
                    </a:cubicBezTo>
                    <a:cubicBezTo>
                      <a:pt x="1335245" y="947575"/>
                      <a:pt x="1337519" y="945301"/>
                      <a:pt x="1339224" y="942459"/>
                    </a:cubicBezTo>
                    <a:cubicBezTo>
                      <a:pt x="1343771" y="935069"/>
                      <a:pt x="1348319" y="928248"/>
                      <a:pt x="1352866" y="920858"/>
                    </a:cubicBezTo>
                    <a:cubicBezTo>
                      <a:pt x="1357414" y="913469"/>
                      <a:pt x="1361393" y="905511"/>
                      <a:pt x="1365372" y="897553"/>
                    </a:cubicBezTo>
                    <a:cubicBezTo>
                      <a:pt x="1365372" y="896984"/>
                      <a:pt x="1365372" y="896984"/>
                      <a:pt x="1365940" y="896984"/>
                    </a:cubicBezTo>
                    <a:cubicBezTo>
                      <a:pt x="1369919" y="888458"/>
                      <a:pt x="1373899" y="880500"/>
                      <a:pt x="1377309" y="871405"/>
                    </a:cubicBezTo>
                    <a:cubicBezTo>
                      <a:pt x="1381288" y="861173"/>
                      <a:pt x="1385267" y="850942"/>
                      <a:pt x="1388678" y="840141"/>
                    </a:cubicBezTo>
                    <a:cubicBezTo>
                      <a:pt x="1389246" y="839573"/>
                      <a:pt x="1389246" y="839004"/>
                      <a:pt x="1389246" y="838436"/>
                    </a:cubicBezTo>
                    <a:cubicBezTo>
                      <a:pt x="1389814" y="836731"/>
                      <a:pt x="1389814" y="835025"/>
                      <a:pt x="1390951" y="833320"/>
                    </a:cubicBezTo>
                    <a:cubicBezTo>
                      <a:pt x="1394362" y="821383"/>
                      <a:pt x="1397772" y="809446"/>
                      <a:pt x="1400615" y="796941"/>
                    </a:cubicBezTo>
                    <a:cubicBezTo>
                      <a:pt x="1401183" y="791825"/>
                      <a:pt x="1401752" y="786709"/>
                      <a:pt x="1402888" y="781024"/>
                    </a:cubicBezTo>
                    <a:cubicBezTo>
                      <a:pt x="1403457" y="775909"/>
                      <a:pt x="1404594" y="770793"/>
                      <a:pt x="1405162" y="765677"/>
                    </a:cubicBezTo>
                    <a:cubicBezTo>
                      <a:pt x="1408004" y="745782"/>
                      <a:pt x="1410278" y="725887"/>
                      <a:pt x="1410847" y="704855"/>
                    </a:cubicBezTo>
                    <a:lnTo>
                      <a:pt x="1413120" y="597421"/>
                    </a:lnTo>
                    <a:lnTo>
                      <a:pt x="1413120" y="594579"/>
                    </a:lnTo>
                    <a:cubicBezTo>
                      <a:pt x="1413120" y="593442"/>
                      <a:pt x="1412551" y="592305"/>
                      <a:pt x="1412551" y="591737"/>
                    </a:cubicBezTo>
                    <a:close/>
                  </a:path>
                </a:pathLst>
              </a:custGeom>
              <a:grpFill/>
              <a:ln w="5679" cap="flat">
                <a:noFill/>
                <a:prstDash val="solid"/>
                <a:miter/>
              </a:ln>
            </p:spPr>
            <p:txBody>
              <a:bodyPr rtlCol="0" anchor="ctr"/>
              <a:lstStyle/>
              <a:p>
                <a:endParaRPr lang="zh-CN" altLang="en-US"/>
              </a:p>
            </p:txBody>
          </p:sp>
          <p:sp>
            <p:nvSpPr>
              <p:cNvPr id="471" name="任意多边形: 形状 341"/>
              <p:cNvSpPr/>
              <p:nvPr>
                <p:custDataLst>
                  <p:tags r:id="rId109"/>
                </p:custDataLst>
              </p:nvPr>
            </p:nvSpPr>
            <p:spPr>
              <a:xfrm>
                <a:off x="11137146" y="1003081"/>
                <a:ext cx="4547" cy="23305"/>
              </a:xfrm>
              <a:custGeom>
                <a:avLst/>
                <a:gdLst>
                  <a:gd name="connsiteX0" fmla="*/ 0 w 4547"/>
                  <a:gd name="connsiteY0" fmla="*/ 0 h 23305"/>
                  <a:gd name="connsiteX1" fmla="*/ 4548 w 4547"/>
                  <a:gd name="connsiteY1" fmla="*/ 23306 h 23305"/>
                  <a:gd name="connsiteX2" fmla="*/ 2842 w 4547"/>
                  <a:gd name="connsiteY2" fmla="*/ 14211 h 23305"/>
                  <a:gd name="connsiteX3" fmla="*/ 0 w 4547"/>
                  <a:gd name="connsiteY3" fmla="*/ 0 h 23305"/>
                </a:gdLst>
                <a:ahLst/>
                <a:cxnLst>
                  <a:cxn ang="0">
                    <a:pos x="connsiteX0" y="connsiteY0"/>
                  </a:cxn>
                  <a:cxn ang="0">
                    <a:pos x="connsiteX1" y="connsiteY1"/>
                  </a:cxn>
                  <a:cxn ang="0">
                    <a:pos x="connsiteX2" y="connsiteY2"/>
                  </a:cxn>
                  <a:cxn ang="0">
                    <a:pos x="connsiteX3" y="connsiteY3"/>
                  </a:cxn>
                </a:cxnLst>
                <a:rect l="l" t="t" r="r" b="b"/>
                <a:pathLst>
                  <a:path w="4547" h="23305">
                    <a:moveTo>
                      <a:pt x="0" y="0"/>
                    </a:moveTo>
                    <a:cubicBezTo>
                      <a:pt x="1706" y="7390"/>
                      <a:pt x="3410" y="15348"/>
                      <a:pt x="4548" y="23306"/>
                    </a:cubicBezTo>
                    <a:cubicBezTo>
                      <a:pt x="3979" y="20464"/>
                      <a:pt x="3410" y="17053"/>
                      <a:pt x="2842" y="14211"/>
                    </a:cubicBezTo>
                    <a:cubicBezTo>
                      <a:pt x="2274" y="9663"/>
                      <a:pt x="1137" y="4547"/>
                      <a:pt x="0" y="0"/>
                    </a:cubicBezTo>
                    <a:close/>
                  </a:path>
                </a:pathLst>
              </a:custGeom>
              <a:grpFill/>
              <a:ln w="5679" cap="flat">
                <a:noFill/>
                <a:prstDash val="solid"/>
                <a:miter/>
              </a:ln>
            </p:spPr>
            <p:txBody>
              <a:bodyPr rtlCol="0" anchor="ctr"/>
              <a:lstStyle/>
              <a:p>
                <a:endParaRPr lang="zh-CN" altLang="en-US"/>
              </a:p>
            </p:txBody>
          </p:sp>
          <p:sp>
            <p:nvSpPr>
              <p:cNvPr id="472" name="任意多边形: 形状 342"/>
              <p:cNvSpPr/>
              <p:nvPr>
                <p:custDataLst>
                  <p:tags r:id="rId110"/>
                </p:custDataLst>
              </p:nvPr>
            </p:nvSpPr>
            <p:spPr>
              <a:xfrm>
                <a:off x="10387955" y="2333778"/>
                <a:ext cx="324005" cy="292272"/>
              </a:xfrm>
              <a:custGeom>
                <a:avLst/>
                <a:gdLst>
                  <a:gd name="connsiteX0" fmla="*/ 1705 w 324005"/>
                  <a:gd name="connsiteY0" fmla="*/ 165982 h 292272"/>
                  <a:gd name="connsiteX1" fmla="*/ 3410 w 324005"/>
                  <a:gd name="connsiteY1" fmla="*/ 180761 h 292272"/>
                  <a:gd name="connsiteX2" fmla="*/ 3979 w 324005"/>
                  <a:gd name="connsiteY2" fmla="*/ 183035 h 292272"/>
                  <a:gd name="connsiteX3" fmla="*/ 4547 w 324005"/>
                  <a:gd name="connsiteY3" fmla="*/ 185877 h 292272"/>
                  <a:gd name="connsiteX4" fmla="*/ 8526 w 324005"/>
                  <a:gd name="connsiteY4" fmla="*/ 204635 h 292272"/>
                  <a:gd name="connsiteX5" fmla="*/ 10800 w 324005"/>
                  <a:gd name="connsiteY5" fmla="*/ 216572 h 292272"/>
                  <a:gd name="connsiteX6" fmla="*/ 11369 w 324005"/>
                  <a:gd name="connsiteY6" fmla="*/ 218846 h 292272"/>
                  <a:gd name="connsiteX7" fmla="*/ 12505 w 324005"/>
                  <a:gd name="connsiteY7" fmla="*/ 221120 h 292272"/>
                  <a:gd name="connsiteX8" fmla="*/ 25579 w 324005"/>
                  <a:gd name="connsiteY8" fmla="*/ 247268 h 292272"/>
                  <a:gd name="connsiteX9" fmla="*/ 26148 w 324005"/>
                  <a:gd name="connsiteY9" fmla="*/ 248404 h 292272"/>
                  <a:gd name="connsiteX10" fmla="*/ 26716 w 324005"/>
                  <a:gd name="connsiteY10" fmla="*/ 248973 h 292272"/>
                  <a:gd name="connsiteX11" fmla="*/ 27853 w 324005"/>
                  <a:gd name="connsiteY11" fmla="*/ 251247 h 292272"/>
                  <a:gd name="connsiteX12" fmla="*/ 28422 w 324005"/>
                  <a:gd name="connsiteY12" fmla="*/ 251247 h 292272"/>
                  <a:gd name="connsiteX13" fmla="*/ 31832 w 324005"/>
                  <a:gd name="connsiteY13" fmla="*/ 255226 h 292272"/>
                  <a:gd name="connsiteX14" fmla="*/ 35811 w 324005"/>
                  <a:gd name="connsiteY14" fmla="*/ 260341 h 292272"/>
                  <a:gd name="connsiteX15" fmla="*/ 36948 w 324005"/>
                  <a:gd name="connsiteY15" fmla="*/ 261478 h 292272"/>
                  <a:gd name="connsiteX16" fmla="*/ 39221 w 324005"/>
                  <a:gd name="connsiteY16" fmla="*/ 263752 h 292272"/>
                  <a:gd name="connsiteX17" fmla="*/ 44906 w 324005"/>
                  <a:gd name="connsiteY17" fmla="*/ 268868 h 292272"/>
                  <a:gd name="connsiteX18" fmla="*/ 50022 w 324005"/>
                  <a:gd name="connsiteY18" fmla="*/ 272847 h 292272"/>
                  <a:gd name="connsiteX19" fmla="*/ 156319 w 324005"/>
                  <a:gd name="connsiteY19" fmla="*/ 289900 h 292272"/>
                  <a:gd name="connsiteX20" fmla="*/ 192129 w 324005"/>
                  <a:gd name="connsiteY20" fmla="*/ 283079 h 292272"/>
                  <a:gd name="connsiteX21" fmla="*/ 324006 w 324005"/>
                  <a:gd name="connsiteY21" fmla="*/ 218278 h 292272"/>
                  <a:gd name="connsiteX22" fmla="*/ 2273 w 324005"/>
                  <a:gd name="connsiteY22" fmla="*/ 0 h 292272"/>
                  <a:gd name="connsiteX23" fmla="*/ 0 w 324005"/>
                  <a:gd name="connsiteY23" fmla="*/ 138129 h 292272"/>
                  <a:gd name="connsiteX24" fmla="*/ 1705 w 324005"/>
                  <a:gd name="connsiteY24" fmla="*/ 165982 h 29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4005" h="292272">
                    <a:moveTo>
                      <a:pt x="1705" y="165982"/>
                    </a:moveTo>
                    <a:cubicBezTo>
                      <a:pt x="2273" y="171098"/>
                      <a:pt x="2273" y="176214"/>
                      <a:pt x="3410" y="180761"/>
                    </a:cubicBezTo>
                    <a:cubicBezTo>
                      <a:pt x="3410" y="181330"/>
                      <a:pt x="3410" y="182466"/>
                      <a:pt x="3979" y="183035"/>
                    </a:cubicBezTo>
                    <a:cubicBezTo>
                      <a:pt x="3979" y="183603"/>
                      <a:pt x="4547" y="185309"/>
                      <a:pt x="4547" y="185877"/>
                    </a:cubicBezTo>
                    <a:cubicBezTo>
                      <a:pt x="5684" y="192698"/>
                      <a:pt x="7389" y="198382"/>
                      <a:pt x="8526" y="204635"/>
                    </a:cubicBezTo>
                    <a:cubicBezTo>
                      <a:pt x="9095" y="208614"/>
                      <a:pt x="10231" y="213162"/>
                      <a:pt x="10800" y="216572"/>
                    </a:cubicBezTo>
                    <a:cubicBezTo>
                      <a:pt x="10800" y="217141"/>
                      <a:pt x="10800" y="218278"/>
                      <a:pt x="11369" y="218846"/>
                    </a:cubicBezTo>
                    <a:cubicBezTo>
                      <a:pt x="11937" y="219414"/>
                      <a:pt x="11937" y="220551"/>
                      <a:pt x="12505" y="221120"/>
                    </a:cubicBezTo>
                    <a:cubicBezTo>
                      <a:pt x="15916" y="231352"/>
                      <a:pt x="20463" y="239878"/>
                      <a:pt x="25579" y="247268"/>
                    </a:cubicBezTo>
                    <a:cubicBezTo>
                      <a:pt x="26148" y="247836"/>
                      <a:pt x="26148" y="247836"/>
                      <a:pt x="26148" y="248404"/>
                    </a:cubicBezTo>
                    <a:cubicBezTo>
                      <a:pt x="26716" y="248973"/>
                      <a:pt x="26716" y="248973"/>
                      <a:pt x="26716" y="248973"/>
                    </a:cubicBezTo>
                    <a:cubicBezTo>
                      <a:pt x="27284" y="249541"/>
                      <a:pt x="27284" y="250110"/>
                      <a:pt x="27853" y="251247"/>
                    </a:cubicBezTo>
                    <a:cubicBezTo>
                      <a:pt x="27853" y="251247"/>
                      <a:pt x="27853" y="251247"/>
                      <a:pt x="28422" y="251247"/>
                    </a:cubicBezTo>
                    <a:cubicBezTo>
                      <a:pt x="28990" y="252952"/>
                      <a:pt x="30695" y="254089"/>
                      <a:pt x="31832" y="255226"/>
                    </a:cubicBezTo>
                    <a:cubicBezTo>
                      <a:pt x="32969" y="256931"/>
                      <a:pt x="34674" y="258636"/>
                      <a:pt x="35811" y="260341"/>
                    </a:cubicBezTo>
                    <a:lnTo>
                      <a:pt x="36948" y="261478"/>
                    </a:lnTo>
                    <a:cubicBezTo>
                      <a:pt x="37516" y="262047"/>
                      <a:pt x="38653" y="262615"/>
                      <a:pt x="39221" y="263752"/>
                    </a:cubicBezTo>
                    <a:cubicBezTo>
                      <a:pt x="40927" y="265457"/>
                      <a:pt x="43201" y="267163"/>
                      <a:pt x="44906" y="268868"/>
                    </a:cubicBezTo>
                    <a:cubicBezTo>
                      <a:pt x="46611" y="270573"/>
                      <a:pt x="48317" y="271710"/>
                      <a:pt x="50022" y="272847"/>
                    </a:cubicBezTo>
                    <a:cubicBezTo>
                      <a:pt x="75601" y="289900"/>
                      <a:pt x="111412" y="296153"/>
                      <a:pt x="156319" y="289900"/>
                    </a:cubicBezTo>
                    <a:cubicBezTo>
                      <a:pt x="168255" y="288195"/>
                      <a:pt x="179624" y="285921"/>
                      <a:pt x="192129" y="283079"/>
                    </a:cubicBezTo>
                    <a:cubicBezTo>
                      <a:pt x="247268" y="270005"/>
                      <a:pt x="291036" y="248973"/>
                      <a:pt x="324006" y="218278"/>
                    </a:cubicBezTo>
                    <a:lnTo>
                      <a:pt x="2273" y="0"/>
                    </a:lnTo>
                    <a:lnTo>
                      <a:pt x="0" y="138129"/>
                    </a:lnTo>
                    <a:cubicBezTo>
                      <a:pt x="1137" y="148361"/>
                      <a:pt x="1137" y="157456"/>
                      <a:pt x="1705" y="165982"/>
                    </a:cubicBezTo>
                    <a:close/>
                  </a:path>
                </a:pathLst>
              </a:custGeom>
              <a:grpFill/>
              <a:ln w="5679" cap="flat">
                <a:noFill/>
                <a:prstDash val="solid"/>
                <a:miter/>
              </a:ln>
            </p:spPr>
            <p:txBody>
              <a:bodyPr rtlCol="0" anchor="ctr"/>
              <a:lstStyle/>
              <a:p>
                <a:endParaRPr lang="zh-CN" altLang="en-US"/>
              </a:p>
            </p:txBody>
          </p:sp>
        </p:grpSp>
        <p:sp>
          <p:nvSpPr>
            <p:cNvPr id="473" name="任意多边形: 形状 305"/>
            <p:cNvSpPr/>
            <p:nvPr>
              <p:custDataLst>
                <p:tags r:id="rId111"/>
              </p:custDataLst>
            </p:nvPr>
          </p:nvSpPr>
          <p:spPr>
            <a:xfrm>
              <a:off x="5429248" y="1193191"/>
              <a:ext cx="774125" cy="1510374"/>
            </a:xfrm>
            <a:custGeom>
              <a:avLst/>
              <a:gdLst>
                <a:gd name="connsiteX0" fmla="*/ 1105148 w 1108559"/>
                <a:gd name="connsiteY0" fmla="*/ 287626 h 2162880"/>
                <a:gd name="connsiteX1" fmla="*/ 1102875 w 1108559"/>
                <a:gd name="connsiteY1" fmla="*/ 267731 h 2162880"/>
                <a:gd name="connsiteX2" fmla="*/ 1101169 w 1108559"/>
                <a:gd name="connsiteY2" fmla="*/ 256931 h 2162880"/>
                <a:gd name="connsiteX3" fmla="*/ 1096053 w 1108559"/>
                <a:gd name="connsiteY3" fmla="*/ 233625 h 2162880"/>
                <a:gd name="connsiteX4" fmla="*/ 1094348 w 1108559"/>
                <a:gd name="connsiteY4" fmla="*/ 225667 h 2162880"/>
                <a:gd name="connsiteX5" fmla="*/ 1089232 w 1108559"/>
                <a:gd name="connsiteY5" fmla="*/ 207477 h 2162880"/>
                <a:gd name="connsiteX6" fmla="*/ 1081843 w 1108559"/>
                <a:gd name="connsiteY6" fmla="*/ 187014 h 2162880"/>
                <a:gd name="connsiteX7" fmla="*/ 1075590 w 1108559"/>
                <a:gd name="connsiteY7" fmla="*/ 171666 h 2162880"/>
                <a:gd name="connsiteX8" fmla="*/ 1010789 w 1108559"/>
                <a:gd name="connsiteY8" fmla="*/ 82991 h 2162880"/>
                <a:gd name="connsiteX9" fmla="*/ 1009084 w 1108559"/>
                <a:gd name="connsiteY9" fmla="*/ 81286 h 2162880"/>
                <a:gd name="connsiteX10" fmla="*/ 1001694 w 1108559"/>
                <a:gd name="connsiteY10" fmla="*/ 75033 h 2162880"/>
                <a:gd name="connsiteX11" fmla="*/ 981799 w 1108559"/>
                <a:gd name="connsiteY11" fmla="*/ 59685 h 2162880"/>
                <a:gd name="connsiteX12" fmla="*/ 957925 w 1108559"/>
                <a:gd name="connsiteY12" fmla="*/ 44338 h 2162880"/>
                <a:gd name="connsiteX13" fmla="*/ 761247 w 1108559"/>
                <a:gd name="connsiteY13" fmla="*/ 0 h 2162880"/>
                <a:gd name="connsiteX14" fmla="*/ 670867 w 1108559"/>
                <a:gd name="connsiteY14" fmla="*/ 6253 h 2162880"/>
                <a:gd name="connsiteX15" fmla="*/ 575939 w 1108559"/>
                <a:gd name="connsiteY15" fmla="*/ 24443 h 2162880"/>
                <a:gd name="connsiteX16" fmla="*/ 189406 w 1108559"/>
                <a:gd name="connsiteY16" fmla="*/ 225667 h 2162880"/>
                <a:gd name="connsiteX17" fmla="*/ 22287 w 1108559"/>
                <a:gd name="connsiteY17" fmla="*/ 607653 h 2162880"/>
                <a:gd name="connsiteX18" fmla="*/ 19445 w 1108559"/>
                <a:gd name="connsiteY18" fmla="*/ 764540 h 2162880"/>
                <a:gd name="connsiteX19" fmla="*/ 100162 w 1108559"/>
                <a:gd name="connsiteY19" fmla="*/ 745782 h 2162880"/>
                <a:gd name="connsiteX20" fmla="*/ 368461 w 1108559"/>
                <a:gd name="connsiteY20" fmla="*/ 682686 h 2162880"/>
                <a:gd name="connsiteX21" fmla="*/ 371304 w 1108559"/>
                <a:gd name="connsiteY21" fmla="*/ 541715 h 2162880"/>
                <a:gd name="connsiteX22" fmla="*/ 373009 w 1108559"/>
                <a:gd name="connsiteY22" fmla="*/ 516704 h 2162880"/>
                <a:gd name="connsiteX23" fmla="*/ 376988 w 1108559"/>
                <a:gd name="connsiteY23" fmla="*/ 488851 h 2162880"/>
                <a:gd name="connsiteX24" fmla="*/ 494654 w 1108559"/>
                <a:gd name="connsiteY24" fmla="*/ 342196 h 2162880"/>
                <a:gd name="connsiteX25" fmla="*/ 503748 w 1108559"/>
                <a:gd name="connsiteY25" fmla="*/ 338217 h 2162880"/>
                <a:gd name="connsiteX26" fmla="*/ 516822 w 1108559"/>
                <a:gd name="connsiteY26" fmla="*/ 332532 h 2162880"/>
                <a:gd name="connsiteX27" fmla="*/ 520233 w 1108559"/>
                <a:gd name="connsiteY27" fmla="*/ 331395 h 2162880"/>
                <a:gd name="connsiteX28" fmla="*/ 526486 w 1108559"/>
                <a:gd name="connsiteY28" fmla="*/ 329122 h 2162880"/>
                <a:gd name="connsiteX29" fmla="*/ 570254 w 1108559"/>
                <a:gd name="connsiteY29" fmla="*/ 316048 h 2162880"/>
                <a:gd name="connsiteX30" fmla="*/ 610045 w 1108559"/>
                <a:gd name="connsiteY30" fmla="*/ 308658 h 2162880"/>
                <a:gd name="connsiteX31" fmla="*/ 645288 w 1108559"/>
                <a:gd name="connsiteY31" fmla="*/ 306384 h 2162880"/>
                <a:gd name="connsiteX32" fmla="*/ 666888 w 1108559"/>
                <a:gd name="connsiteY32" fmla="*/ 307521 h 2162880"/>
                <a:gd name="connsiteX33" fmla="*/ 704404 w 1108559"/>
                <a:gd name="connsiteY33" fmla="*/ 317753 h 2162880"/>
                <a:gd name="connsiteX34" fmla="*/ 719752 w 1108559"/>
                <a:gd name="connsiteY34" fmla="*/ 325711 h 2162880"/>
                <a:gd name="connsiteX35" fmla="*/ 728847 w 1108559"/>
                <a:gd name="connsiteY35" fmla="*/ 332532 h 2162880"/>
                <a:gd name="connsiteX36" fmla="*/ 749310 w 1108559"/>
                <a:gd name="connsiteY36" fmla="*/ 358112 h 2162880"/>
                <a:gd name="connsiteX37" fmla="*/ 767500 w 1108559"/>
                <a:gd name="connsiteY37" fmla="*/ 448492 h 2162880"/>
                <a:gd name="connsiteX38" fmla="*/ 766363 w 1108559"/>
                <a:gd name="connsiteY38" fmla="*/ 513862 h 2162880"/>
                <a:gd name="connsiteX39" fmla="*/ 546949 w 1108559"/>
                <a:gd name="connsiteY39" fmla="*/ 804899 h 2162880"/>
                <a:gd name="connsiteX40" fmla="*/ 477601 w 1108559"/>
                <a:gd name="connsiteY40" fmla="*/ 825362 h 2162880"/>
                <a:gd name="connsiteX41" fmla="*/ 333219 w 1108559"/>
                <a:gd name="connsiteY41" fmla="*/ 859468 h 2162880"/>
                <a:gd name="connsiteX42" fmla="*/ 330945 w 1108559"/>
                <a:gd name="connsiteY42" fmla="*/ 976565 h 2162880"/>
                <a:gd name="connsiteX43" fmla="*/ 327535 w 1108559"/>
                <a:gd name="connsiteY43" fmla="*/ 1153915 h 2162880"/>
                <a:gd name="connsiteX44" fmla="*/ 408252 w 1108559"/>
                <a:gd name="connsiteY44" fmla="*/ 1135157 h 2162880"/>
                <a:gd name="connsiteX45" fmla="*/ 467937 w 1108559"/>
                <a:gd name="connsiteY45" fmla="*/ 1121515 h 2162880"/>
                <a:gd name="connsiteX46" fmla="*/ 524780 w 1108559"/>
                <a:gd name="connsiteY46" fmla="*/ 1111283 h 2162880"/>
                <a:gd name="connsiteX47" fmla="*/ 575370 w 1108559"/>
                <a:gd name="connsiteY47" fmla="*/ 1107304 h 2162880"/>
                <a:gd name="connsiteX48" fmla="*/ 596971 w 1108559"/>
                <a:gd name="connsiteY48" fmla="*/ 1107872 h 2162880"/>
                <a:gd name="connsiteX49" fmla="*/ 611182 w 1108559"/>
                <a:gd name="connsiteY49" fmla="*/ 1109578 h 2162880"/>
                <a:gd name="connsiteX50" fmla="*/ 621982 w 1108559"/>
                <a:gd name="connsiteY50" fmla="*/ 1111283 h 2162880"/>
                <a:gd name="connsiteX51" fmla="*/ 639603 w 1108559"/>
                <a:gd name="connsiteY51" fmla="*/ 1115262 h 2162880"/>
                <a:gd name="connsiteX52" fmla="*/ 655519 w 1108559"/>
                <a:gd name="connsiteY52" fmla="*/ 1120946 h 2162880"/>
                <a:gd name="connsiteX53" fmla="*/ 670867 w 1108559"/>
                <a:gd name="connsiteY53" fmla="*/ 1127767 h 2162880"/>
                <a:gd name="connsiteX54" fmla="*/ 683941 w 1108559"/>
                <a:gd name="connsiteY54" fmla="*/ 1135157 h 2162880"/>
                <a:gd name="connsiteX55" fmla="*/ 684509 w 1108559"/>
                <a:gd name="connsiteY55" fmla="*/ 1135726 h 2162880"/>
                <a:gd name="connsiteX56" fmla="*/ 714068 w 1108559"/>
                <a:gd name="connsiteY56" fmla="*/ 1163579 h 2162880"/>
                <a:gd name="connsiteX57" fmla="*/ 751584 w 1108559"/>
                <a:gd name="connsiteY57" fmla="*/ 1312508 h 2162880"/>
                <a:gd name="connsiteX58" fmla="*/ 749310 w 1108559"/>
                <a:gd name="connsiteY58" fmla="*/ 1438699 h 2162880"/>
                <a:gd name="connsiteX59" fmla="*/ 745900 w 1108559"/>
                <a:gd name="connsiteY59" fmla="*/ 1606955 h 2162880"/>
                <a:gd name="connsiteX60" fmla="*/ 673140 w 1108559"/>
                <a:gd name="connsiteY60" fmla="*/ 1784874 h 2162880"/>
                <a:gd name="connsiteX61" fmla="*/ 541265 w 1108559"/>
                <a:gd name="connsiteY61" fmla="*/ 1849675 h 2162880"/>
                <a:gd name="connsiteX62" fmla="*/ 505453 w 1108559"/>
                <a:gd name="connsiteY62" fmla="*/ 1856496 h 2162880"/>
                <a:gd name="connsiteX63" fmla="*/ 473053 w 1108559"/>
                <a:gd name="connsiteY63" fmla="*/ 1858770 h 2162880"/>
                <a:gd name="connsiteX64" fmla="*/ 448610 w 1108559"/>
                <a:gd name="connsiteY64" fmla="*/ 1857065 h 2162880"/>
                <a:gd name="connsiteX65" fmla="*/ 398589 w 1108559"/>
                <a:gd name="connsiteY65" fmla="*/ 1839443 h 2162880"/>
                <a:gd name="connsiteX66" fmla="*/ 393472 w 1108559"/>
                <a:gd name="connsiteY66" fmla="*/ 1835464 h 2162880"/>
                <a:gd name="connsiteX67" fmla="*/ 387788 w 1108559"/>
                <a:gd name="connsiteY67" fmla="*/ 1830348 h 2162880"/>
                <a:gd name="connsiteX68" fmla="*/ 385514 w 1108559"/>
                <a:gd name="connsiteY68" fmla="*/ 1828075 h 2162880"/>
                <a:gd name="connsiteX69" fmla="*/ 384378 w 1108559"/>
                <a:gd name="connsiteY69" fmla="*/ 1826938 h 2162880"/>
                <a:gd name="connsiteX70" fmla="*/ 380398 w 1108559"/>
                <a:gd name="connsiteY70" fmla="*/ 1821822 h 2162880"/>
                <a:gd name="connsiteX71" fmla="*/ 376988 w 1108559"/>
                <a:gd name="connsiteY71" fmla="*/ 1817843 h 2162880"/>
                <a:gd name="connsiteX72" fmla="*/ 375283 w 1108559"/>
                <a:gd name="connsiteY72" fmla="*/ 1815569 h 2162880"/>
                <a:gd name="connsiteX73" fmla="*/ 374714 w 1108559"/>
                <a:gd name="connsiteY73" fmla="*/ 1815001 h 2162880"/>
                <a:gd name="connsiteX74" fmla="*/ 374146 w 1108559"/>
                <a:gd name="connsiteY74" fmla="*/ 1813864 h 2162880"/>
                <a:gd name="connsiteX75" fmla="*/ 361072 w 1108559"/>
                <a:gd name="connsiteY75" fmla="*/ 1787716 h 2162880"/>
                <a:gd name="connsiteX76" fmla="*/ 359367 w 1108559"/>
                <a:gd name="connsiteY76" fmla="*/ 1782600 h 2162880"/>
                <a:gd name="connsiteX77" fmla="*/ 352546 w 1108559"/>
                <a:gd name="connsiteY77" fmla="*/ 1751336 h 2162880"/>
                <a:gd name="connsiteX78" fmla="*/ 351977 w 1108559"/>
                <a:gd name="connsiteY78" fmla="*/ 1748494 h 2162880"/>
                <a:gd name="connsiteX79" fmla="*/ 351408 w 1108559"/>
                <a:gd name="connsiteY79" fmla="*/ 1746221 h 2162880"/>
                <a:gd name="connsiteX80" fmla="*/ 349704 w 1108559"/>
                <a:gd name="connsiteY80" fmla="*/ 1731441 h 2162880"/>
                <a:gd name="connsiteX81" fmla="*/ 349135 w 1108559"/>
                <a:gd name="connsiteY81" fmla="*/ 1705293 h 2162880"/>
                <a:gd name="connsiteX82" fmla="*/ 350272 w 1108559"/>
                <a:gd name="connsiteY82" fmla="*/ 1635945 h 2162880"/>
                <a:gd name="connsiteX83" fmla="*/ 351408 w 1108559"/>
                <a:gd name="connsiteY83" fmla="*/ 1567165 h 2162880"/>
                <a:gd name="connsiteX84" fmla="*/ 2961 w 1108559"/>
                <a:gd name="connsiteY84" fmla="*/ 1649019 h 2162880"/>
                <a:gd name="connsiteX85" fmla="*/ 118 w 1108559"/>
                <a:gd name="connsiteY85" fmla="*/ 1794537 h 2162880"/>
                <a:gd name="connsiteX86" fmla="*/ 145637 w 1108559"/>
                <a:gd name="connsiteY86" fmla="*/ 2108880 h 2162880"/>
                <a:gd name="connsiteX87" fmla="*/ 180879 w 1108559"/>
                <a:gd name="connsiteY87" fmla="*/ 2127070 h 2162880"/>
                <a:gd name="connsiteX88" fmla="*/ 362209 w 1108559"/>
                <a:gd name="connsiteY88" fmla="*/ 2162881 h 2162880"/>
                <a:gd name="connsiteX89" fmla="*/ 449179 w 1108559"/>
                <a:gd name="connsiteY89" fmla="*/ 2157196 h 2162880"/>
                <a:gd name="connsiteX90" fmla="*/ 536149 w 1108559"/>
                <a:gd name="connsiteY90" fmla="*/ 2141280 h 2162880"/>
                <a:gd name="connsiteX91" fmla="*/ 735668 w 1108559"/>
                <a:gd name="connsiteY91" fmla="*/ 2067953 h 2162880"/>
                <a:gd name="connsiteX92" fmla="*/ 798764 w 1108559"/>
                <a:gd name="connsiteY92" fmla="*/ 2031573 h 2162880"/>
                <a:gd name="connsiteX93" fmla="*/ 925524 w 1108559"/>
                <a:gd name="connsiteY93" fmla="*/ 1929824 h 2162880"/>
                <a:gd name="connsiteX94" fmla="*/ 1086390 w 1108559"/>
                <a:gd name="connsiteY94" fmla="*/ 1554659 h 2162880"/>
                <a:gd name="connsiteX95" fmla="*/ 1088664 w 1108559"/>
                <a:gd name="connsiteY95" fmla="*/ 1419941 h 2162880"/>
                <a:gd name="connsiteX96" fmla="*/ 1088664 w 1108559"/>
                <a:gd name="connsiteY96" fmla="*/ 1410278 h 2162880"/>
                <a:gd name="connsiteX97" fmla="*/ 1093211 w 1108559"/>
                <a:gd name="connsiteY97" fmla="*/ 1176084 h 2162880"/>
                <a:gd name="connsiteX98" fmla="*/ 1079569 w 1108559"/>
                <a:gd name="connsiteY98" fmla="*/ 1065240 h 2162880"/>
                <a:gd name="connsiteX99" fmla="*/ 1016473 w 1108559"/>
                <a:gd name="connsiteY99" fmla="*/ 960649 h 2162880"/>
                <a:gd name="connsiteX100" fmla="*/ 1015905 w 1108559"/>
                <a:gd name="connsiteY100" fmla="*/ 960080 h 2162880"/>
                <a:gd name="connsiteX101" fmla="*/ 931208 w 1108559"/>
                <a:gd name="connsiteY101" fmla="*/ 908353 h 2162880"/>
                <a:gd name="connsiteX102" fmla="*/ 819796 w 1108559"/>
                <a:gd name="connsiteY102" fmla="*/ 882205 h 2162880"/>
                <a:gd name="connsiteX103" fmla="*/ 807859 w 1108559"/>
                <a:gd name="connsiteY103" fmla="*/ 881068 h 2162880"/>
                <a:gd name="connsiteX104" fmla="*/ 819796 w 1108559"/>
                <a:gd name="connsiteY104" fmla="*/ 875384 h 2162880"/>
                <a:gd name="connsiteX105" fmla="*/ 830596 w 1108559"/>
                <a:gd name="connsiteY105" fmla="*/ 869700 h 2162880"/>
                <a:gd name="connsiteX106" fmla="*/ 910177 w 1108559"/>
                <a:gd name="connsiteY106" fmla="*/ 822520 h 2162880"/>
                <a:gd name="connsiteX107" fmla="*/ 939166 w 1108559"/>
                <a:gd name="connsiteY107" fmla="*/ 800920 h 2162880"/>
                <a:gd name="connsiteX108" fmla="*/ 963609 w 1108559"/>
                <a:gd name="connsiteY108" fmla="*/ 780456 h 2162880"/>
                <a:gd name="connsiteX109" fmla="*/ 991462 w 1108559"/>
                <a:gd name="connsiteY109" fmla="*/ 752603 h 2162880"/>
                <a:gd name="connsiteX110" fmla="*/ 1008515 w 1108559"/>
                <a:gd name="connsiteY110" fmla="*/ 733276 h 2162880"/>
                <a:gd name="connsiteX111" fmla="*/ 1026705 w 1108559"/>
                <a:gd name="connsiteY111" fmla="*/ 709402 h 2162880"/>
                <a:gd name="connsiteX112" fmla="*/ 1029547 w 1108559"/>
                <a:gd name="connsiteY112" fmla="*/ 705423 h 2162880"/>
                <a:gd name="connsiteX113" fmla="*/ 1044326 w 1108559"/>
                <a:gd name="connsiteY113" fmla="*/ 682686 h 2162880"/>
                <a:gd name="connsiteX114" fmla="*/ 1075022 w 1108559"/>
                <a:gd name="connsiteY114" fmla="*/ 622432 h 2162880"/>
                <a:gd name="connsiteX115" fmla="*/ 1079000 w 1108559"/>
                <a:gd name="connsiteY115" fmla="*/ 611632 h 2162880"/>
                <a:gd name="connsiteX116" fmla="*/ 1086390 w 1108559"/>
                <a:gd name="connsiteY116" fmla="*/ 589463 h 2162880"/>
                <a:gd name="connsiteX117" fmla="*/ 1089801 w 1108559"/>
                <a:gd name="connsiteY117" fmla="*/ 577526 h 2162880"/>
                <a:gd name="connsiteX118" fmla="*/ 1093211 w 1108559"/>
                <a:gd name="connsiteY118" fmla="*/ 563884 h 2162880"/>
                <a:gd name="connsiteX119" fmla="*/ 1098895 w 1108559"/>
                <a:gd name="connsiteY119" fmla="*/ 537736 h 2162880"/>
                <a:gd name="connsiteX120" fmla="*/ 1106285 w 1108559"/>
                <a:gd name="connsiteY120" fmla="*/ 462135 h 2162880"/>
                <a:gd name="connsiteX121" fmla="*/ 1108559 w 1108559"/>
                <a:gd name="connsiteY121" fmla="*/ 354701 h 2162880"/>
                <a:gd name="connsiteX122" fmla="*/ 1105148 w 1108559"/>
                <a:gd name="connsiteY122" fmla="*/ 287626 h 2162880"/>
                <a:gd name="connsiteX123" fmla="*/ 1064221 w 1108559"/>
                <a:gd name="connsiteY123" fmla="*/ 458724 h 2162880"/>
                <a:gd name="connsiteX124" fmla="*/ 1057400 w 1108559"/>
                <a:gd name="connsiteY124" fmla="*/ 528073 h 2162880"/>
                <a:gd name="connsiteX125" fmla="*/ 1052284 w 1108559"/>
                <a:gd name="connsiteY125" fmla="*/ 552515 h 2162880"/>
                <a:gd name="connsiteX126" fmla="*/ 1051716 w 1108559"/>
                <a:gd name="connsiteY126" fmla="*/ 554789 h 2162880"/>
                <a:gd name="connsiteX127" fmla="*/ 1048874 w 1108559"/>
                <a:gd name="connsiteY127" fmla="*/ 565021 h 2162880"/>
                <a:gd name="connsiteX128" fmla="*/ 1048305 w 1108559"/>
                <a:gd name="connsiteY128" fmla="*/ 567863 h 2162880"/>
                <a:gd name="connsiteX129" fmla="*/ 1046600 w 1108559"/>
                <a:gd name="connsiteY129" fmla="*/ 573547 h 2162880"/>
                <a:gd name="connsiteX130" fmla="*/ 1046032 w 1108559"/>
                <a:gd name="connsiteY130" fmla="*/ 576958 h 2162880"/>
                <a:gd name="connsiteX131" fmla="*/ 1040347 w 1108559"/>
                <a:gd name="connsiteY131" fmla="*/ 594579 h 2162880"/>
                <a:gd name="connsiteX132" fmla="*/ 1039778 w 1108559"/>
                <a:gd name="connsiteY132" fmla="*/ 597421 h 2162880"/>
                <a:gd name="connsiteX133" fmla="*/ 1038074 w 1108559"/>
                <a:gd name="connsiteY133" fmla="*/ 601400 h 2162880"/>
                <a:gd name="connsiteX134" fmla="*/ 1036368 w 1108559"/>
                <a:gd name="connsiteY134" fmla="*/ 605379 h 2162880"/>
                <a:gd name="connsiteX135" fmla="*/ 1009084 w 1108559"/>
                <a:gd name="connsiteY135" fmla="*/ 659380 h 2162880"/>
                <a:gd name="connsiteX136" fmla="*/ 995441 w 1108559"/>
                <a:gd name="connsiteY136" fmla="*/ 680412 h 2162880"/>
                <a:gd name="connsiteX137" fmla="*/ 994873 w 1108559"/>
                <a:gd name="connsiteY137" fmla="*/ 682117 h 2162880"/>
                <a:gd name="connsiteX138" fmla="*/ 993167 w 1108559"/>
                <a:gd name="connsiteY138" fmla="*/ 684391 h 2162880"/>
                <a:gd name="connsiteX139" fmla="*/ 980662 w 1108559"/>
                <a:gd name="connsiteY139" fmla="*/ 700876 h 2162880"/>
                <a:gd name="connsiteX140" fmla="*/ 976683 w 1108559"/>
                <a:gd name="connsiteY140" fmla="*/ 705992 h 2162880"/>
                <a:gd name="connsiteX141" fmla="*/ 961335 w 1108559"/>
                <a:gd name="connsiteY141" fmla="*/ 723613 h 2162880"/>
                <a:gd name="connsiteX142" fmla="*/ 936324 w 1108559"/>
                <a:gd name="connsiteY142" fmla="*/ 748055 h 2162880"/>
                <a:gd name="connsiteX143" fmla="*/ 912450 w 1108559"/>
                <a:gd name="connsiteY143" fmla="*/ 767951 h 2162880"/>
                <a:gd name="connsiteX144" fmla="*/ 886302 w 1108559"/>
                <a:gd name="connsiteY144" fmla="*/ 787277 h 2162880"/>
                <a:gd name="connsiteX145" fmla="*/ 812406 w 1108559"/>
                <a:gd name="connsiteY145" fmla="*/ 831046 h 2162880"/>
                <a:gd name="connsiteX146" fmla="*/ 808427 w 1108559"/>
                <a:gd name="connsiteY146" fmla="*/ 833320 h 2162880"/>
                <a:gd name="connsiteX147" fmla="*/ 801037 w 1108559"/>
                <a:gd name="connsiteY147" fmla="*/ 837299 h 2162880"/>
                <a:gd name="connsiteX148" fmla="*/ 795353 w 1108559"/>
                <a:gd name="connsiteY148" fmla="*/ 839573 h 2162880"/>
                <a:gd name="connsiteX149" fmla="*/ 788532 w 1108559"/>
                <a:gd name="connsiteY149" fmla="*/ 842983 h 2162880"/>
                <a:gd name="connsiteX150" fmla="*/ 765795 w 1108559"/>
                <a:gd name="connsiteY150" fmla="*/ 887890 h 2162880"/>
                <a:gd name="connsiteX151" fmla="*/ 802743 w 1108559"/>
                <a:gd name="connsiteY151" fmla="*/ 921995 h 2162880"/>
                <a:gd name="connsiteX152" fmla="*/ 808427 w 1108559"/>
                <a:gd name="connsiteY152" fmla="*/ 922564 h 2162880"/>
                <a:gd name="connsiteX153" fmla="*/ 814112 w 1108559"/>
                <a:gd name="connsiteY153" fmla="*/ 923132 h 2162880"/>
                <a:gd name="connsiteX154" fmla="*/ 1038074 w 1108559"/>
                <a:gd name="connsiteY154" fmla="*/ 1076609 h 2162880"/>
                <a:gd name="connsiteX155" fmla="*/ 1050011 w 1108559"/>
                <a:gd name="connsiteY155" fmla="*/ 1174379 h 2162880"/>
                <a:gd name="connsiteX156" fmla="*/ 1045463 w 1108559"/>
                <a:gd name="connsiteY156" fmla="*/ 1409709 h 2162880"/>
                <a:gd name="connsiteX157" fmla="*/ 1045463 w 1108559"/>
                <a:gd name="connsiteY157" fmla="*/ 1418236 h 2162880"/>
                <a:gd name="connsiteX158" fmla="*/ 1043190 w 1108559"/>
                <a:gd name="connsiteY158" fmla="*/ 1552954 h 2162880"/>
                <a:gd name="connsiteX159" fmla="*/ 894260 w 1108559"/>
                <a:gd name="connsiteY159" fmla="*/ 1899129 h 2162880"/>
                <a:gd name="connsiteX160" fmla="*/ 773753 w 1108559"/>
                <a:gd name="connsiteY160" fmla="*/ 1995762 h 2162880"/>
                <a:gd name="connsiteX161" fmla="*/ 714068 w 1108559"/>
                <a:gd name="connsiteY161" fmla="*/ 2029868 h 2162880"/>
                <a:gd name="connsiteX162" fmla="*/ 525348 w 1108559"/>
                <a:gd name="connsiteY162" fmla="*/ 2099216 h 2162880"/>
                <a:gd name="connsiteX163" fmla="*/ 442357 w 1108559"/>
                <a:gd name="connsiteY163" fmla="*/ 2114564 h 2162880"/>
                <a:gd name="connsiteX164" fmla="*/ 360503 w 1108559"/>
                <a:gd name="connsiteY164" fmla="*/ 2120248 h 2162880"/>
                <a:gd name="connsiteX165" fmla="*/ 164963 w 1108559"/>
                <a:gd name="connsiteY165" fmla="*/ 2072500 h 2162880"/>
                <a:gd name="connsiteX166" fmla="*/ 106983 w 1108559"/>
                <a:gd name="connsiteY166" fmla="*/ 2023615 h 2162880"/>
                <a:gd name="connsiteX167" fmla="*/ 40477 w 1108559"/>
                <a:gd name="connsiteY167" fmla="*/ 1794537 h 2162880"/>
                <a:gd name="connsiteX168" fmla="*/ 42751 w 1108559"/>
                <a:gd name="connsiteY168" fmla="*/ 1681988 h 2162880"/>
                <a:gd name="connsiteX169" fmla="*/ 307640 w 1108559"/>
                <a:gd name="connsiteY169" fmla="*/ 1619461 h 2162880"/>
                <a:gd name="connsiteX170" fmla="*/ 307071 w 1108559"/>
                <a:gd name="connsiteY170" fmla="*/ 1645040 h 2162880"/>
                <a:gd name="connsiteX171" fmla="*/ 305934 w 1108559"/>
                <a:gd name="connsiteY171" fmla="*/ 1704157 h 2162880"/>
                <a:gd name="connsiteX172" fmla="*/ 306502 w 1108559"/>
                <a:gd name="connsiteY172" fmla="*/ 1733715 h 2162880"/>
                <a:gd name="connsiteX173" fmla="*/ 308208 w 1108559"/>
                <a:gd name="connsiteY173" fmla="*/ 1749631 h 2162880"/>
                <a:gd name="connsiteX174" fmla="*/ 309344 w 1108559"/>
                <a:gd name="connsiteY174" fmla="*/ 1756452 h 2162880"/>
                <a:gd name="connsiteX175" fmla="*/ 317303 w 1108559"/>
                <a:gd name="connsiteY175" fmla="*/ 1793400 h 2162880"/>
                <a:gd name="connsiteX176" fmla="*/ 319008 w 1108559"/>
                <a:gd name="connsiteY176" fmla="*/ 1798516 h 2162880"/>
                <a:gd name="connsiteX177" fmla="*/ 319576 w 1108559"/>
                <a:gd name="connsiteY177" fmla="*/ 1799653 h 2162880"/>
                <a:gd name="connsiteX178" fmla="*/ 337766 w 1108559"/>
                <a:gd name="connsiteY178" fmla="*/ 1835464 h 2162880"/>
                <a:gd name="connsiteX179" fmla="*/ 338335 w 1108559"/>
                <a:gd name="connsiteY179" fmla="*/ 1836033 h 2162880"/>
                <a:gd name="connsiteX180" fmla="*/ 340608 w 1108559"/>
                <a:gd name="connsiteY180" fmla="*/ 1838875 h 2162880"/>
                <a:gd name="connsiteX181" fmla="*/ 342314 w 1108559"/>
                <a:gd name="connsiteY181" fmla="*/ 1841149 h 2162880"/>
                <a:gd name="connsiteX182" fmla="*/ 342882 w 1108559"/>
                <a:gd name="connsiteY182" fmla="*/ 1841149 h 2162880"/>
                <a:gd name="connsiteX183" fmla="*/ 348566 w 1108559"/>
                <a:gd name="connsiteY183" fmla="*/ 1848538 h 2162880"/>
                <a:gd name="connsiteX184" fmla="*/ 350840 w 1108559"/>
                <a:gd name="connsiteY184" fmla="*/ 1850812 h 2162880"/>
                <a:gd name="connsiteX185" fmla="*/ 355956 w 1108559"/>
                <a:gd name="connsiteY185" fmla="*/ 1856496 h 2162880"/>
                <a:gd name="connsiteX186" fmla="*/ 360503 w 1108559"/>
                <a:gd name="connsiteY186" fmla="*/ 1860475 h 2162880"/>
                <a:gd name="connsiteX187" fmla="*/ 366188 w 1108559"/>
                <a:gd name="connsiteY187" fmla="*/ 1865591 h 2162880"/>
                <a:gd name="connsiteX188" fmla="*/ 373577 w 1108559"/>
                <a:gd name="connsiteY188" fmla="*/ 1871844 h 2162880"/>
                <a:gd name="connsiteX189" fmla="*/ 375283 w 1108559"/>
                <a:gd name="connsiteY189" fmla="*/ 1872981 h 2162880"/>
                <a:gd name="connsiteX190" fmla="*/ 473053 w 1108559"/>
                <a:gd name="connsiteY190" fmla="*/ 1899129 h 2162880"/>
                <a:gd name="connsiteX191" fmla="*/ 497496 w 1108559"/>
                <a:gd name="connsiteY191" fmla="*/ 1897992 h 2162880"/>
                <a:gd name="connsiteX192" fmla="*/ 511137 w 1108559"/>
                <a:gd name="connsiteY192" fmla="*/ 1896855 h 2162880"/>
                <a:gd name="connsiteX193" fmla="*/ 550928 w 1108559"/>
                <a:gd name="connsiteY193" fmla="*/ 1889465 h 2162880"/>
                <a:gd name="connsiteX194" fmla="*/ 700994 w 1108559"/>
                <a:gd name="connsiteY194" fmla="*/ 1815569 h 2162880"/>
                <a:gd name="connsiteX195" fmla="*/ 787964 w 1108559"/>
                <a:gd name="connsiteY195" fmla="*/ 1606955 h 2162880"/>
                <a:gd name="connsiteX196" fmla="*/ 791374 w 1108559"/>
                <a:gd name="connsiteY196" fmla="*/ 1438699 h 2162880"/>
                <a:gd name="connsiteX197" fmla="*/ 793648 w 1108559"/>
                <a:gd name="connsiteY197" fmla="*/ 1312508 h 2162880"/>
                <a:gd name="connsiteX198" fmla="*/ 777732 w 1108559"/>
                <a:gd name="connsiteY198" fmla="*/ 1195411 h 2162880"/>
                <a:gd name="connsiteX199" fmla="*/ 710657 w 1108559"/>
                <a:gd name="connsiteY199" fmla="*/ 1101620 h 2162880"/>
                <a:gd name="connsiteX200" fmla="*/ 704973 w 1108559"/>
                <a:gd name="connsiteY200" fmla="*/ 1097641 h 2162880"/>
                <a:gd name="connsiteX201" fmla="*/ 690762 w 1108559"/>
                <a:gd name="connsiteY201" fmla="*/ 1089114 h 2162880"/>
                <a:gd name="connsiteX202" fmla="*/ 671435 w 1108559"/>
                <a:gd name="connsiteY202" fmla="*/ 1080588 h 2162880"/>
                <a:gd name="connsiteX203" fmla="*/ 650972 w 1108559"/>
                <a:gd name="connsiteY203" fmla="*/ 1073198 h 2162880"/>
                <a:gd name="connsiteX204" fmla="*/ 632214 w 1108559"/>
                <a:gd name="connsiteY204" fmla="*/ 1068651 h 2162880"/>
                <a:gd name="connsiteX205" fmla="*/ 616866 w 1108559"/>
                <a:gd name="connsiteY205" fmla="*/ 1066377 h 2162880"/>
                <a:gd name="connsiteX206" fmla="*/ 599244 w 1108559"/>
                <a:gd name="connsiteY206" fmla="*/ 1064103 h 2162880"/>
                <a:gd name="connsiteX207" fmla="*/ 575370 w 1108559"/>
                <a:gd name="connsiteY207" fmla="*/ 1063535 h 2162880"/>
                <a:gd name="connsiteX208" fmla="*/ 519664 w 1108559"/>
                <a:gd name="connsiteY208" fmla="*/ 1067514 h 2162880"/>
                <a:gd name="connsiteX209" fmla="*/ 458274 w 1108559"/>
                <a:gd name="connsiteY209" fmla="*/ 1078882 h 2162880"/>
                <a:gd name="connsiteX210" fmla="*/ 408820 w 1108559"/>
                <a:gd name="connsiteY210" fmla="*/ 1090819 h 2162880"/>
                <a:gd name="connsiteX211" fmla="*/ 370167 w 1108559"/>
                <a:gd name="connsiteY211" fmla="*/ 1099346 h 2162880"/>
                <a:gd name="connsiteX212" fmla="*/ 372441 w 1108559"/>
                <a:gd name="connsiteY212" fmla="*/ 975996 h 2162880"/>
                <a:gd name="connsiteX213" fmla="*/ 374146 w 1108559"/>
                <a:gd name="connsiteY213" fmla="*/ 891300 h 2162880"/>
                <a:gd name="connsiteX214" fmla="*/ 486695 w 1108559"/>
                <a:gd name="connsiteY214" fmla="*/ 864584 h 2162880"/>
                <a:gd name="connsiteX215" fmla="*/ 560591 w 1108559"/>
                <a:gd name="connsiteY215" fmla="*/ 842983 h 2162880"/>
                <a:gd name="connsiteX216" fmla="*/ 807859 w 1108559"/>
                <a:gd name="connsiteY216" fmla="*/ 513862 h 2162880"/>
                <a:gd name="connsiteX217" fmla="*/ 808996 w 1108559"/>
                <a:gd name="connsiteY217" fmla="*/ 448492 h 2162880"/>
                <a:gd name="connsiteX218" fmla="*/ 801606 w 1108559"/>
                <a:gd name="connsiteY218" fmla="*/ 376870 h 2162880"/>
                <a:gd name="connsiteX219" fmla="*/ 756132 w 1108559"/>
                <a:gd name="connsiteY219" fmla="*/ 299563 h 2162880"/>
                <a:gd name="connsiteX220" fmla="*/ 743058 w 1108559"/>
                <a:gd name="connsiteY220" fmla="*/ 289900 h 2162880"/>
                <a:gd name="connsiteX221" fmla="*/ 720889 w 1108559"/>
                <a:gd name="connsiteY221" fmla="*/ 277963 h 2162880"/>
                <a:gd name="connsiteX222" fmla="*/ 672004 w 1108559"/>
                <a:gd name="connsiteY222" fmla="*/ 264889 h 2162880"/>
                <a:gd name="connsiteX223" fmla="*/ 645288 w 1108559"/>
                <a:gd name="connsiteY223" fmla="*/ 263184 h 2162880"/>
                <a:gd name="connsiteX224" fmla="*/ 604360 w 1108559"/>
                <a:gd name="connsiteY224" fmla="*/ 266026 h 2162880"/>
                <a:gd name="connsiteX225" fmla="*/ 560023 w 1108559"/>
                <a:gd name="connsiteY225" fmla="*/ 274552 h 2162880"/>
                <a:gd name="connsiteX226" fmla="*/ 510569 w 1108559"/>
                <a:gd name="connsiteY226" fmla="*/ 289331 h 2162880"/>
                <a:gd name="connsiteX227" fmla="*/ 504885 w 1108559"/>
                <a:gd name="connsiteY227" fmla="*/ 291605 h 2162880"/>
                <a:gd name="connsiteX228" fmla="*/ 502611 w 1108559"/>
                <a:gd name="connsiteY228" fmla="*/ 292174 h 2162880"/>
                <a:gd name="connsiteX229" fmla="*/ 486695 w 1108559"/>
                <a:gd name="connsiteY229" fmla="*/ 298995 h 2162880"/>
                <a:gd name="connsiteX230" fmla="*/ 474758 w 1108559"/>
                <a:gd name="connsiteY230" fmla="*/ 304679 h 2162880"/>
                <a:gd name="connsiteX231" fmla="*/ 335493 w 1108559"/>
                <a:gd name="connsiteY231" fmla="*/ 479187 h 2162880"/>
                <a:gd name="connsiteX232" fmla="*/ 330377 w 1108559"/>
                <a:gd name="connsiteY232" fmla="*/ 511588 h 2162880"/>
                <a:gd name="connsiteX233" fmla="*/ 328103 w 1108559"/>
                <a:gd name="connsiteY233" fmla="*/ 541147 h 2162880"/>
                <a:gd name="connsiteX234" fmla="*/ 325829 w 1108559"/>
                <a:gd name="connsiteY234" fmla="*/ 649717 h 2162880"/>
                <a:gd name="connsiteX235" fmla="*/ 99594 w 1108559"/>
                <a:gd name="connsiteY235" fmla="*/ 703149 h 2162880"/>
                <a:gd name="connsiteX236" fmla="*/ 60940 w 1108559"/>
                <a:gd name="connsiteY236" fmla="*/ 712244 h 2162880"/>
                <a:gd name="connsiteX237" fmla="*/ 63214 w 1108559"/>
                <a:gd name="connsiteY237" fmla="*/ 609358 h 2162880"/>
                <a:gd name="connsiteX238" fmla="*/ 217827 w 1108559"/>
                <a:gd name="connsiteY238" fmla="*/ 256362 h 2162880"/>
                <a:gd name="connsiteX239" fmla="*/ 585034 w 1108559"/>
                <a:gd name="connsiteY239" fmla="*/ 65938 h 2162880"/>
                <a:gd name="connsiteX240" fmla="*/ 675983 w 1108559"/>
                <a:gd name="connsiteY240" fmla="*/ 48885 h 2162880"/>
                <a:gd name="connsiteX241" fmla="*/ 761247 w 1108559"/>
                <a:gd name="connsiteY241" fmla="*/ 43201 h 2162880"/>
                <a:gd name="connsiteX242" fmla="*/ 848217 w 1108559"/>
                <a:gd name="connsiteY242" fmla="*/ 51727 h 2162880"/>
                <a:gd name="connsiteX243" fmla="*/ 938030 w 1108559"/>
                <a:gd name="connsiteY243" fmla="*/ 82991 h 2162880"/>
                <a:gd name="connsiteX244" fmla="*/ 957356 w 1108559"/>
                <a:gd name="connsiteY244" fmla="*/ 94928 h 2162880"/>
                <a:gd name="connsiteX245" fmla="*/ 959630 w 1108559"/>
                <a:gd name="connsiteY245" fmla="*/ 96065 h 2162880"/>
                <a:gd name="connsiteX246" fmla="*/ 974978 w 1108559"/>
                <a:gd name="connsiteY246" fmla="*/ 108002 h 2162880"/>
                <a:gd name="connsiteX247" fmla="*/ 977251 w 1108559"/>
                <a:gd name="connsiteY247" fmla="*/ 109707 h 2162880"/>
                <a:gd name="connsiteX248" fmla="*/ 981799 w 1108559"/>
                <a:gd name="connsiteY248" fmla="*/ 113686 h 2162880"/>
                <a:gd name="connsiteX249" fmla="*/ 983504 w 1108559"/>
                <a:gd name="connsiteY249" fmla="*/ 115392 h 2162880"/>
                <a:gd name="connsiteX250" fmla="*/ 1036936 w 1108559"/>
                <a:gd name="connsiteY250" fmla="*/ 188151 h 2162880"/>
                <a:gd name="connsiteX251" fmla="*/ 1043758 w 1108559"/>
                <a:gd name="connsiteY251" fmla="*/ 203498 h 2162880"/>
                <a:gd name="connsiteX252" fmla="*/ 1049442 w 1108559"/>
                <a:gd name="connsiteY252" fmla="*/ 219983 h 2162880"/>
                <a:gd name="connsiteX253" fmla="*/ 1050011 w 1108559"/>
                <a:gd name="connsiteY253" fmla="*/ 222257 h 2162880"/>
                <a:gd name="connsiteX254" fmla="*/ 1053421 w 1108559"/>
                <a:gd name="connsiteY254" fmla="*/ 234762 h 2162880"/>
                <a:gd name="connsiteX255" fmla="*/ 1054558 w 1108559"/>
                <a:gd name="connsiteY255" fmla="*/ 239310 h 2162880"/>
                <a:gd name="connsiteX256" fmla="*/ 1055127 w 1108559"/>
                <a:gd name="connsiteY256" fmla="*/ 243857 h 2162880"/>
                <a:gd name="connsiteX257" fmla="*/ 1059105 w 1108559"/>
                <a:gd name="connsiteY257" fmla="*/ 264889 h 2162880"/>
                <a:gd name="connsiteX258" fmla="*/ 1059674 w 1108559"/>
                <a:gd name="connsiteY258" fmla="*/ 267731 h 2162880"/>
                <a:gd name="connsiteX259" fmla="*/ 1060811 w 1108559"/>
                <a:gd name="connsiteY259" fmla="*/ 273415 h 2162880"/>
                <a:gd name="connsiteX260" fmla="*/ 1061379 w 1108559"/>
                <a:gd name="connsiteY260" fmla="*/ 276826 h 2162880"/>
                <a:gd name="connsiteX261" fmla="*/ 1062516 w 1108559"/>
                <a:gd name="connsiteY261" fmla="*/ 285921 h 2162880"/>
                <a:gd name="connsiteX262" fmla="*/ 1063085 w 1108559"/>
                <a:gd name="connsiteY262" fmla="*/ 293311 h 2162880"/>
                <a:gd name="connsiteX263" fmla="*/ 1065358 w 1108559"/>
                <a:gd name="connsiteY263" fmla="*/ 351859 h 2162880"/>
                <a:gd name="connsiteX264" fmla="*/ 1064221 w 1108559"/>
                <a:gd name="connsiteY264" fmla="*/ 458724 h 216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1108559" h="2162880">
                  <a:moveTo>
                    <a:pt x="1105148" y="287626"/>
                  </a:moveTo>
                  <a:cubicBezTo>
                    <a:pt x="1104580" y="280805"/>
                    <a:pt x="1104011" y="273984"/>
                    <a:pt x="1102875" y="267731"/>
                  </a:cubicBezTo>
                  <a:cubicBezTo>
                    <a:pt x="1102306" y="263752"/>
                    <a:pt x="1101738" y="260341"/>
                    <a:pt x="1101169" y="256931"/>
                  </a:cubicBezTo>
                  <a:cubicBezTo>
                    <a:pt x="1099464" y="248973"/>
                    <a:pt x="1098327" y="241015"/>
                    <a:pt x="1096053" y="233625"/>
                  </a:cubicBezTo>
                  <a:cubicBezTo>
                    <a:pt x="1095485" y="231351"/>
                    <a:pt x="1095485" y="227941"/>
                    <a:pt x="1094348" y="225667"/>
                  </a:cubicBezTo>
                  <a:cubicBezTo>
                    <a:pt x="1093211" y="219414"/>
                    <a:pt x="1091506" y="213162"/>
                    <a:pt x="1089232" y="207477"/>
                  </a:cubicBezTo>
                  <a:cubicBezTo>
                    <a:pt x="1086959" y="200088"/>
                    <a:pt x="1084685" y="193835"/>
                    <a:pt x="1081843" y="187014"/>
                  </a:cubicBezTo>
                  <a:cubicBezTo>
                    <a:pt x="1079569" y="181330"/>
                    <a:pt x="1077295" y="176782"/>
                    <a:pt x="1075590" y="171666"/>
                  </a:cubicBezTo>
                  <a:cubicBezTo>
                    <a:pt x="1059674" y="137560"/>
                    <a:pt x="1038074" y="107433"/>
                    <a:pt x="1010789" y="82991"/>
                  </a:cubicBezTo>
                  <a:lnTo>
                    <a:pt x="1009084" y="81286"/>
                  </a:lnTo>
                  <a:cubicBezTo>
                    <a:pt x="1006810" y="79012"/>
                    <a:pt x="1004536" y="77307"/>
                    <a:pt x="1001694" y="75033"/>
                  </a:cubicBezTo>
                  <a:cubicBezTo>
                    <a:pt x="995441" y="69349"/>
                    <a:pt x="988620" y="64801"/>
                    <a:pt x="981799" y="59685"/>
                  </a:cubicBezTo>
                  <a:cubicBezTo>
                    <a:pt x="974409" y="54001"/>
                    <a:pt x="966451" y="49454"/>
                    <a:pt x="957925" y="44338"/>
                  </a:cubicBezTo>
                  <a:cubicBezTo>
                    <a:pt x="903355" y="14779"/>
                    <a:pt x="837417" y="0"/>
                    <a:pt x="761247" y="0"/>
                  </a:cubicBezTo>
                  <a:cubicBezTo>
                    <a:pt x="732826" y="0"/>
                    <a:pt x="702699" y="2274"/>
                    <a:pt x="670867" y="6253"/>
                  </a:cubicBezTo>
                  <a:cubicBezTo>
                    <a:pt x="640740" y="10232"/>
                    <a:pt x="608908" y="16485"/>
                    <a:pt x="575939" y="24443"/>
                  </a:cubicBezTo>
                  <a:cubicBezTo>
                    <a:pt x="415641" y="61959"/>
                    <a:pt x="286607" y="129034"/>
                    <a:pt x="189406" y="225667"/>
                  </a:cubicBezTo>
                  <a:cubicBezTo>
                    <a:pt x="80267" y="332532"/>
                    <a:pt x="25129" y="459861"/>
                    <a:pt x="22287" y="607653"/>
                  </a:cubicBezTo>
                  <a:lnTo>
                    <a:pt x="19445" y="764540"/>
                  </a:lnTo>
                  <a:lnTo>
                    <a:pt x="100162" y="745782"/>
                  </a:lnTo>
                  <a:lnTo>
                    <a:pt x="368461" y="682686"/>
                  </a:lnTo>
                  <a:lnTo>
                    <a:pt x="371304" y="541715"/>
                  </a:lnTo>
                  <a:cubicBezTo>
                    <a:pt x="371304" y="533188"/>
                    <a:pt x="371872" y="525230"/>
                    <a:pt x="373009" y="516704"/>
                  </a:cubicBezTo>
                  <a:cubicBezTo>
                    <a:pt x="373577" y="507041"/>
                    <a:pt x="375283" y="497946"/>
                    <a:pt x="376988" y="488851"/>
                  </a:cubicBezTo>
                  <a:cubicBezTo>
                    <a:pt x="390630" y="422344"/>
                    <a:pt x="430421" y="373459"/>
                    <a:pt x="494654" y="342196"/>
                  </a:cubicBezTo>
                  <a:cubicBezTo>
                    <a:pt x="497496" y="340490"/>
                    <a:pt x="500338" y="339353"/>
                    <a:pt x="503748" y="338217"/>
                  </a:cubicBezTo>
                  <a:cubicBezTo>
                    <a:pt x="507727" y="335943"/>
                    <a:pt x="512275" y="334238"/>
                    <a:pt x="516822" y="332532"/>
                  </a:cubicBezTo>
                  <a:cubicBezTo>
                    <a:pt x="517391" y="331964"/>
                    <a:pt x="519096" y="331964"/>
                    <a:pt x="520233" y="331395"/>
                  </a:cubicBezTo>
                  <a:cubicBezTo>
                    <a:pt x="522506" y="330827"/>
                    <a:pt x="524212" y="329690"/>
                    <a:pt x="526486" y="329122"/>
                  </a:cubicBezTo>
                  <a:cubicBezTo>
                    <a:pt x="540128" y="324006"/>
                    <a:pt x="554907" y="320027"/>
                    <a:pt x="570254" y="316048"/>
                  </a:cubicBezTo>
                  <a:cubicBezTo>
                    <a:pt x="584465" y="312637"/>
                    <a:pt x="597539" y="310363"/>
                    <a:pt x="610045" y="308658"/>
                  </a:cubicBezTo>
                  <a:cubicBezTo>
                    <a:pt x="622551" y="306953"/>
                    <a:pt x="634487" y="306384"/>
                    <a:pt x="645288" y="306384"/>
                  </a:cubicBezTo>
                  <a:cubicBezTo>
                    <a:pt x="652677" y="306384"/>
                    <a:pt x="660635" y="306953"/>
                    <a:pt x="666888" y="307521"/>
                  </a:cubicBezTo>
                  <a:cubicBezTo>
                    <a:pt x="681099" y="309227"/>
                    <a:pt x="693604" y="312637"/>
                    <a:pt x="704404" y="317753"/>
                  </a:cubicBezTo>
                  <a:cubicBezTo>
                    <a:pt x="710088" y="320027"/>
                    <a:pt x="714636" y="322300"/>
                    <a:pt x="719752" y="325711"/>
                  </a:cubicBezTo>
                  <a:cubicBezTo>
                    <a:pt x="723163" y="327985"/>
                    <a:pt x="726005" y="329690"/>
                    <a:pt x="728847" y="332532"/>
                  </a:cubicBezTo>
                  <a:cubicBezTo>
                    <a:pt x="736805" y="339922"/>
                    <a:pt x="743626" y="347880"/>
                    <a:pt x="749310" y="358112"/>
                  </a:cubicBezTo>
                  <a:cubicBezTo>
                    <a:pt x="762384" y="380849"/>
                    <a:pt x="768069" y="410976"/>
                    <a:pt x="767500" y="448492"/>
                  </a:cubicBezTo>
                  <a:lnTo>
                    <a:pt x="766363" y="513862"/>
                  </a:lnTo>
                  <a:cubicBezTo>
                    <a:pt x="764089" y="655401"/>
                    <a:pt x="690762" y="752603"/>
                    <a:pt x="546949" y="804899"/>
                  </a:cubicBezTo>
                  <a:cubicBezTo>
                    <a:pt x="525348" y="812857"/>
                    <a:pt x="502043" y="819678"/>
                    <a:pt x="477601" y="825362"/>
                  </a:cubicBezTo>
                  <a:lnTo>
                    <a:pt x="333219" y="859468"/>
                  </a:lnTo>
                  <a:lnTo>
                    <a:pt x="330945" y="976565"/>
                  </a:lnTo>
                  <a:lnTo>
                    <a:pt x="327535" y="1153915"/>
                  </a:lnTo>
                  <a:lnTo>
                    <a:pt x="408252" y="1135157"/>
                  </a:lnTo>
                  <a:lnTo>
                    <a:pt x="467937" y="1121515"/>
                  </a:lnTo>
                  <a:cubicBezTo>
                    <a:pt x="487832" y="1116967"/>
                    <a:pt x="506590" y="1112988"/>
                    <a:pt x="524780" y="1111283"/>
                  </a:cubicBezTo>
                  <a:cubicBezTo>
                    <a:pt x="542970" y="1109009"/>
                    <a:pt x="559454" y="1107304"/>
                    <a:pt x="575370" y="1107304"/>
                  </a:cubicBezTo>
                  <a:cubicBezTo>
                    <a:pt x="582760" y="1107304"/>
                    <a:pt x="590150" y="1107872"/>
                    <a:pt x="596971" y="1107872"/>
                  </a:cubicBezTo>
                  <a:cubicBezTo>
                    <a:pt x="602086" y="1108441"/>
                    <a:pt x="606634" y="1108441"/>
                    <a:pt x="611182" y="1109578"/>
                  </a:cubicBezTo>
                  <a:cubicBezTo>
                    <a:pt x="615161" y="1110146"/>
                    <a:pt x="618571" y="1110146"/>
                    <a:pt x="621982" y="1111283"/>
                  </a:cubicBezTo>
                  <a:cubicBezTo>
                    <a:pt x="627666" y="1112420"/>
                    <a:pt x="633919" y="1113557"/>
                    <a:pt x="639603" y="1115262"/>
                  </a:cubicBezTo>
                  <a:cubicBezTo>
                    <a:pt x="645288" y="1116967"/>
                    <a:pt x="650403" y="1118673"/>
                    <a:pt x="655519" y="1120946"/>
                  </a:cubicBezTo>
                  <a:cubicBezTo>
                    <a:pt x="661203" y="1123220"/>
                    <a:pt x="665751" y="1124925"/>
                    <a:pt x="670867" y="1127767"/>
                  </a:cubicBezTo>
                  <a:cubicBezTo>
                    <a:pt x="675983" y="1130610"/>
                    <a:pt x="679394" y="1132883"/>
                    <a:pt x="683941" y="1135157"/>
                  </a:cubicBezTo>
                  <a:cubicBezTo>
                    <a:pt x="684509" y="1135726"/>
                    <a:pt x="684509" y="1135726"/>
                    <a:pt x="684509" y="1135726"/>
                  </a:cubicBezTo>
                  <a:cubicBezTo>
                    <a:pt x="695878" y="1143115"/>
                    <a:pt x="706110" y="1152779"/>
                    <a:pt x="714068" y="1163579"/>
                  </a:cubicBezTo>
                  <a:cubicBezTo>
                    <a:pt x="740216" y="1197685"/>
                    <a:pt x="753290" y="1247706"/>
                    <a:pt x="751584" y="1312508"/>
                  </a:cubicBezTo>
                  <a:lnTo>
                    <a:pt x="749310" y="1438699"/>
                  </a:lnTo>
                  <a:lnTo>
                    <a:pt x="745900" y="1606955"/>
                  </a:lnTo>
                  <a:cubicBezTo>
                    <a:pt x="744194" y="1683693"/>
                    <a:pt x="720320" y="1743378"/>
                    <a:pt x="673140" y="1784874"/>
                  </a:cubicBezTo>
                  <a:cubicBezTo>
                    <a:pt x="640172" y="1815001"/>
                    <a:pt x="596402" y="1836601"/>
                    <a:pt x="541265" y="1849675"/>
                  </a:cubicBezTo>
                  <a:cubicBezTo>
                    <a:pt x="528759" y="1852517"/>
                    <a:pt x="516822" y="1854791"/>
                    <a:pt x="505453" y="1856496"/>
                  </a:cubicBezTo>
                  <a:cubicBezTo>
                    <a:pt x="494085" y="1858202"/>
                    <a:pt x="483285" y="1858770"/>
                    <a:pt x="473053" y="1858770"/>
                  </a:cubicBezTo>
                  <a:cubicBezTo>
                    <a:pt x="464526" y="1858770"/>
                    <a:pt x="456568" y="1858202"/>
                    <a:pt x="448610" y="1857065"/>
                  </a:cubicBezTo>
                  <a:cubicBezTo>
                    <a:pt x="429284" y="1854791"/>
                    <a:pt x="412799" y="1848538"/>
                    <a:pt x="398589" y="1839443"/>
                  </a:cubicBezTo>
                  <a:cubicBezTo>
                    <a:pt x="396883" y="1838307"/>
                    <a:pt x="395178" y="1837170"/>
                    <a:pt x="393472" y="1835464"/>
                  </a:cubicBezTo>
                  <a:cubicBezTo>
                    <a:pt x="391199" y="1833759"/>
                    <a:pt x="389494" y="1832054"/>
                    <a:pt x="387788" y="1830348"/>
                  </a:cubicBezTo>
                  <a:cubicBezTo>
                    <a:pt x="387220" y="1829780"/>
                    <a:pt x="386083" y="1829212"/>
                    <a:pt x="385514" y="1828075"/>
                  </a:cubicBezTo>
                  <a:lnTo>
                    <a:pt x="384378" y="1826938"/>
                  </a:lnTo>
                  <a:cubicBezTo>
                    <a:pt x="383240" y="1825233"/>
                    <a:pt x="381536" y="1823527"/>
                    <a:pt x="380398" y="1821822"/>
                  </a:cubicBezTo>
                  <a:cubicBezTo>
                    <a:pt x="379262" y="1820685"/>
                    <a:pt x="378125" y="1819548"/>
                    <a:pt x="376988" y="1817843"/>
                  </a:cubicBezTo>
                  <a:cubicBezTo>
                    <a:pt x="376420" y="1817275"/>
                    <a:pt x="375851" y="1816706"/>
                    <a:pt x="375283" y="1815569"/>
                  </a:cubicBezTo>
                  <a:cubicBezTo>
                    <a:pt x="374714" y="1815569"/>
                    <a:pt x="374714" y="1815001"/>
                    <a:pt x="374714" y="1815001"/>
                  </a:cubicBezTo>
                  <a:cubicBezTo>
                    <a:pt x="374714" y="1814432"/>
                    <a:pt x="374146" y="1814432"/>
                    <a:pt x="374146" y="1813864"/>
                  </a:cubicBezTo>
                  <a:cubicBezTo>
                    <a:pt x="369030" y="1806474"/>
                    <a:pt x="364483" y="1797379"/>
                    <a:pt x="361072" y="1787716"/>
                  </a:cubicBezTo>
                  <a:cubicBezTo>
                    <a:pt x="360503" y="1786011"/>
                    <a:pt x="359935" y="1784306"/>
                    <a:pt x="359367" y="1782600"/>
                  </a:cubicBezTo>
                  <a:cubicBezTo>
                    <a:pt x="356524" y="1773505"/>
                    <a:pt x="353682" y="1762705"/>
                    <a:pt x="352546" y="1751336"/>
                  </a:cubicBezTo>
                  <a:cubicBezTo>
                    <a:pt x="352546" y="1750768"/>
                    <a:pt x="351977" y="1749063"/>
                    <a:pt x="351977" y="1748494"/>
                  </a:cubicBezTo>
                  <a:cubicBezTo>
                    <a:pt x="351408" y="1747926"/>
                    <a:pt x="351408" y="1747358"/>
                    <a:pt x="351408" y="1746221"/>
                  </a:cubicBezTo>
                  <a:cubicBezTo>
                    <a:pt x="350840" y="1741673"/>
                    <a:pt x="350272" y="1736557"/>
                    <a:pt x="349704" y="1731441"/>
                  </a:cubicBezTo>
                  <a:cubicBezTo>
                    <a:pt x="349135" y="1722915"/>
                    <a:pt x="349135" y="1714388"/>
                    <a:pt x="349135" y="1705293"/>
                  </a:cubicBezTo>
                  <a:lnTo>
                    <a:pt x="350272" y="1635945"/>
                  </a:lnTo>
                  <a:lnTo>
                    <a:pt x="351408" y="1567165"/>
                  </a:lnTo>
                  <a:lnTo>
                    <a:pt x="2961" y="1649019"/>
                  </a:lnTo>
                  <a:lnTo>
                    <a:pt x="118" y="1794537"/>
                  </a:lnTo>
                  <a:cubicBezTo>
                    <a:pt x="-2724" y="1945172"/>
                    <a:pt x="45593" y="2049763"/>
                    <a:pt x="145637" y="2108880"/>
                  </a:cubicBezTo>
                  <a:cubicBezTo>
                    <a:pt x="157005" y="2115701"/>
                    <a:pt x="168942" y="2121385"/>
                    <a:pt x="180879" y="2127070"/>
                  </a:cubicBezTo>
                  <a:cubicBezTo>
                    <a:pt x="234312" y="2150944"/>
                    <a:pt x="294565" y="2162881"/>
                    <a:pt x="362209" y="2162881"/>
                  </a:cubicBezTo>
                  <a:cubicBezTo>
                    <a:pt x="390062" y="2162881"/>
                    <a:pt x="419052" y="2161175"/>
                    <a:pt x="449179" y="2157196"/>
                  </a:cubicBezTo>
                  <a:cubicBezTo>
                    <a:pt x="477032" y="2153217"/>
                    <a:pt x="506022" y="2148102"/>
                    <a:pt x="536149" y="2141280"/>
                  </a:cubicBezTo>
                  <a:cubicBezTo>
                    <a:pt x="608340" y="2124796"/>
                    <a:pt x="674846" y="2100353"/>
                    <a:pt x="735668" y="2067953"/>
                  </a:cubicBezTo>
                  <a:cubicBezTo>
                    <a:pt x="757268" y="2057153"/>
                    <a:pt x="778869" y="2044647"/>
                    <a:pt x="798764" y="2031573"/>
                  </a:cubicBezTo>
                  <a:cubicBezTo>
                    <a:pt x="844239" y="2002015"/>
                    <a:pt x="886871" y="1968477"/>
                    <a:pt x="925524" y="1929824"/>
                  </a:cubicBezTo>
                  <a:cubicBezTo>
                    <a:pt x="1030115" y="1825233"/>
                    <a:pt x="1083548" y="1700178"/>
                    <a:pt x="1086390" y="1554659"/>
                  </a:cubicBezTo>
                  <a:lnTo>
                    <a:pt x="1088664" y="1419941"/>
                  </a:lnTo>
                  <a:lnTo>
                    <a:pt x="1088664" y="1410278"/>
                  </a:lnTo>
                  <a:lnTo>
                    <a:pt x="1093211" y="1176084"/>
                  </a:lnTo>
                  <a:cubicBezTo>
                    <a:pt x="1093779" y="1135157"/>
                    <a:pt x="1089232" y="1098209"/>
                    <a:pt x="1079569" y="1065240"/>
                  </a:cubicBezTo>
                  <a:cubicBezTo>
                    <a:pt x="1067632" y="1023176"/>
                    <a:pt x="1046600" y="988502"/>
                    <a:pt x="1016473" y="960649"/>
                  </a:cubicBezTo>
                  <a:cubicBezTo>
                    <a:pt x="1016473" y="960649"/>
                    <a:pt x="1016473" y="960080"/>
                    <a:pt x="1015905" y="960080"/>
                  </a:cubicBezTo>
                  <a:cubicBezTo>
                    <a:pt x="992599" y="938480"/>
                    <a:pt x="964746" y="920859"/>
                    <a:pt x="931208" y="908353"/>
                  </a:cubicBezTo>
                  <a:cubicBezTo>
                    <a:pt x="898808" y="895848"/>
                    <a:pt x="861860" y="886753"/>
                    <a:pt x="819796" y="882205"/>
                  </a:cubicBezTo>
                  <a:cubicBezTo>
                    <a:pt x="815817" y="881637"/>
                    <a:pt x="811838" y="881637"/>
                    <a:pt x="807859" y="881068"/>
                  </a:cubicBezTo>
                  <a:cubicBezTo>
                    <a:pt x="811838" y="878795"/>
                    <a:pt x="815817" y="877089"/>
                    <a:pt x="819796" y="875384"/>
                  </a:cubicBezTo>
                  <a:cubicBezTo>
                    <a:pt x="823775" y="873679"/>
                    <a:pt x="827186" y="871405"/>
                    <a:pt x="830596" y="869700"/>
                  </a:cubicBezTo>
                  <a:cubicBezTo>
                    <a:pt x="859586" y="855489"/>
                    <a:pt x="885734" y="840141"/>
                    <a:pt x="910177" y="822520"/>
                  </a:cubicBezTo>
                  <a:cubicBezTo>
                    <a:pt x="920408" y="815699"/>
                    <a:pt x="930072" y="808878"/>
                    <a:pt x="939166" y="800920"/>
                  </a:cubicBezTo>
                  <a:cubicBezTo>
                    <a:pt x="947693" y="794098"/>
                    <a:pt x="955651" y="787277"/>
                    <a:pt x="963609" y="780456"/>
                  </a:cubicBezTo>
                  <a:cubicBezTo>
                    <a:pt x="973841" y="771930"/>
                    <a:pt x="982935" y="762266"/>
                    <a:pt x="991462" y="752603"/>
                  </a:cubicBezTo>
                  <a:cubicBezTo>
                    <a:pt x="997146" y="746350"/>
                    <a:pt x="1003399" y="740097"/>
                    <a:pt x="1008515" y="733276"/>
                  </a:cubicBezTo>
                  <a:cubicBezTo>
                    <a:pt x="1014768" y="725318"/>
                    <a:pt x="1021021" y="717929"/>
                    <a:pt x="1026705" y="709402"/>
                  </a:cubicBezTo>
                  <a:cubicBezTo>
                    <a:pt x="1027842" y="708265"/>
                    <a:pt x="1028979" y="706560"/>
                    <a:pt x="1029547" y="705423"/>
                  </a:cubicBezTo>
                  <a:cubicBezTo>
                    <a:pt x="1034663" y="698034"/>
                    <a:pt x="1039778" y="690075"/>
                    <a:pt x="1044326" y="682686"/>
                  </a:cubicBezTo>
                  <a:cubicBezTo>
                    <a:pt x="1056263" y="663359"/>
                    <a:pt x="1066495" y="643464"/>
                    <a:pt x="1075022" y="622432"/>
                  </a:cubicBezTo>
                  <a:cubicBezTo>
                    <a:pt x="1076158" y="619022"/>
                    <a:pt x="1077864" y="615043"/>
                    <a:pt x="1079000" y="611632"/>
                  </a:cubicBezTo>
                  <a:cubicBezTo>
                    <a:pt x="1081843" y="604242"/>
                    <a:pt x="1084116" y="596853"/>
                    <a:pt x="1086390" y="589463"/>
                  </a:cubicBezTo>
                  <a:cubicBezTo>
                    <a:pt x="1087527" y="585484"/>
                    <a:pt x="1088664" y="581505"/>
                    <a:pt x="1089801" y="577526"/>
                  </a:cubicBezTo>
                  <a:cubicBezTo>
                    <a:pt x="1090937" y="572979"/>
                    <a:pt x="1092075" y="568431"/>
                    <a:pt x="1093211" y="563884"/>
                  </a:cubicBezTo>
                  <a:cubicBezTo>
                    <a:pt x="1095485" y="555357"/>
                    <a:pt x="1097191" y="546831"/>
                    <a:pt x="1098895" y="537736"/>
                  </a:cubicBezTo>
                  <a:cubicBezTo>
                    <a:pt x="1103443" y="513293"/>
                    <a:pt x="1106285" y="488282"/>
                    <a:pt x="1106285" y="462135"/>
                  </a:cubicBezTo>
                  <a:lnTo>
                    <a:pt x="1108559" y="354701"/>
                  </a:lnTo>
                  <a:cubicBezTo>
                    <a:pt x="1108559" y="329690"/>
                    <a:pt x="1107990" y="308090"/>
                    <a:pt x="1105148" y="287626"/>
                  </a:cubicBezTo>
                  <a:close/>
                  <a:moveTo>
                    <a:pt x="1064221" y="458724"/>
                  </a:moveTo>
                  <a:cubicBezTo>
                    <a:pt x="1063653" y="483167"/>
                    <a:pt x="1061947" y="505335"/>
                    <a:pt x="1057400" y="528073"/>
                  </a:cubicBezTo>
                  <a:cubicBezTo>
                    <a:pt x="1055695" y="536599"/>
                    <a:pt x="1053989" y="544557"/>
                    <a:pt x="1052284" y="552515"/>
                  </a:cubicBezTo>
                  <a:cubicBezTo>
                    <a:pt x="1051716" y="553084"/>
                    <a:pt x="1051716" y="553652"/>
                    <a:pt x="1051716" y="554789"/>
                  </a:cubicBezTo>
                  <a:cubicBezTo>
                    <a:pt x="1051147" y="558199"/>
                    <a:pt x="1050011" y="561610"/>
                    <a:pt x="1048874" y="565021"/>
                  </a:cubicBezTo>
                  <a:cubicBezTo>
                    <a:pt x="1048874" y="565589"/>
                    <a:pt x="1048305" y="566726"/>
                    <a:pt x="1048305" y="567863"/>
                  </a:cubicBezTo>
                  <a:cubicBezTo>
                    <a:pt x="1047737" y="569568"/>
                    <a:pt x="1047168" y="571842"/>
                    <a:pt x="1046600" y="573547"/>
                  </a:cubicBezTo>
                  <a:lnTo>
                    <a:pt x="1046032" y="576958"/>
                  </a:lnTo>
                  <a:cubicBezTo>
                    <a:pt x="1044326" y="582642"/>
                    <a:pt x="1042621" y="588895"/>
                    <a:pt x="1040347" y="594579"/>
                  </a:cubicBezTo>
                  <a:cubicBezTo>
                    <a:pt x="1040347" y="595147"/>
                    <a:pt x="1039778" y="596284"/>
                    <a:pt x="1039778" y="597421"/>
                  </a:cubicBezTo>
                  <a:cubicBezTo>
                    <a:pt x="1039210" y="598558"/>
                    <a:pt x="1038642" y="600263"/>
                    <a:pt x="1038074" y="601400"/>
                  </a:cubicBezTo>
                  <a:lnTo>
                    <a:pt x="1036368" y="605379"/>
                  </a:lnTo>
                  <a:cubicBezTo>
                    <a:pt x="1028979" y="624706"/>
                    <a:pt x="1019883" y="642327"/>
                    <a:pt x="1009084" y="659380"/>
                  </a:cubicBezTo>
                  <a:cubicBezTo>
                    <a:pt x="1004536" y="666770"/>
                    <a:pt x="999988" y="673591"/>
                    <a:pt x="995441" y="680412"/>
                  </a:cubicBezTo>
                  <a:cubicBezTo>
                    <a:pt x="994873" y="680981"/>
                    <a:pt x="994873" y="680981"/>
                    <a:pt x="994873" y="682117"/>
                  </a:cubicBezTo>
                  <a:cubicBezTo>
                    <a:pt x="994304" y="682686"/>
                    <a:pt x="993736" y="683254"/>
                    <a:pt x="993167" y="684391"/>
                  </a:cubicBezTo>
                  <a:cubicBezTo>
                    <a:pt x="989189" y="690075"/>
                    <a:pt x="984641" y="695191"/>
                    <a:pt x="980662" y="700876"/>
                  </a:cubicBezTo>
                  <a:lnTo>
                    <a:pt x="976683" y="705992"/>
                  </a:lnTo>
                  <a:cubicBezTo>
                    <a:pt x="972136" y="711676"/>
                    <a:pt x="967020" y="717360"/>
                    <a:pt x="961335" y="723613"/>
                  </a:cubicBezTo>
                  <a:cubicBezTo>
                    <a:pt x="952809" y="732139"/>
                    <a:pt x="944851" y="740666"/>
                    <a:pt x="936324" y="748055"/>
                  </a:cubicBezTo>
                  <a:cubicBezTo>
                    <a:pt x="928934" y="754877"/>
                    <a:pt x="920977" y="761129"/>
                    <a:pt x="912450" y="767951"/>
                  </a:cubicBezTo>
                  <a:cubicBezTo>
                    <a:pt x="905061" y="774203"/>
                    <a:pt x="897102" y="780456"/>
                    <a:pt x="886302" y="787277"/>
                  </a:cubicBezTo>
                  <a:cubicBezTo>
                    <a:pt x="864134" y="803193"/>
                    <a:pt x="839691" y="817404"/>
                    <a:pt x="812406" y="831046"/>
                  </a:cubicBezTo>
                  <a:cubicBezTo>
                    <a:pt x="811269" y="831615"/>
                    <a:pt x="810133" y="832183"/>
                    <a:pt x="808427" y="833320"/>
                  </a:cubicBezTo>
                  <a:cubicBezTo>
                    <a:pt x="806722" y="834457"/>
                    <a:pt x="804449" y="835594"/>
                    <a:pt x="801037" y="837299"/>
                  </a:cubicBezTo>
                  <a:lnTo>
                    <a:pt x="795353" y="839573"/>
                  </a:lnTo>
                  <a:lnTo>
                    <a:pt x="788532" y="842983"/>
                  </a:lnTo>
                  <a:cubicBezTo>
                    <a:pt x="772048" y="850941"/>
                    <a:pt x="762953" y="869131"/>
                    <a:pt x="765795" y="887890"/>
                  </a:cubicBezTo>
                  <a:cubicBezTo>
                    <a:pt x="769205" y="906079"/>
                    <a:pt x="783984" y="920290"/>
                    <a:pt x="802743" y="921995"/>
                  </a:cubicBezTo>
                  <a:lnTo>
                    <a:pt x="808427" y="922564"/>
                  </a:lnTo>
                  <a:lnTo>
                    <a:pt x="814112" y="923132"/>
                  </a:lnTo>
                  <a:cubicBezTo>
                    <a:pt x="939166" y="937343"/>
                    <a:pt x="1012494" y="987365"/>
                    <a:pt x="1038074" y="1076609"/>
                  </a:cubicBezTo>
                  <a:cubicBezTo>
                    <a:pt x="1046600" y="1105030"/>
                    <a:pt x="1051147" y="1137999"/>
                    <a:pt x="1050011" y="1174379"/>
                  </a:cubicBezTo>
                  <a:lnTo>
                    <a:pt x="1045463" y="1409709"/>
                  </a:lnTo>
                  <a:lnTo>
                    <a:pt x="1045463" y="1418236"/>
                  </a:lnTo>
                  <a:lnTo>
                    <a:pt x="1043190" y="1552954"/>
                  </a:lnTo>
                  <a:cubicBezTo>
                    <a:pt x="1040347" y="1688241"/>
                    <a:pt x="991462" y="1801358"/>
                    <a:pt x="894260" y="1899129"/>
                  </a:cubicBezTo>
                  <a:cubicBezTo>
                    <a:pt x="858449" y="1934940"/>
                    <a:pt x="818090" y="1967340"/>
                    <a:pt x="773753" y="1995762"/>
                  </a:cubicBezTo>
                  <a:cubicBezTo>
                    <a:pt x="756132" y="2007699"/>
                    <a:pt x="736237" y="2019068"/>
                    <a:pt x="714068" y="2029868"/>
                  </a:cubicBezTo>
                  <a:cubicBezTo>
                    <a:pt x="657225" y="2059995"/>
                    <a:pt x="593560" y="2083300"/>
                    <a:pt x="525348" y="2099216"/>
                  </a:cubicBezTo>
                  <a:cubicBezTo>
                    <a:pt x="494654" y="2106606"/>
                    <a:pt x="467937" y="2111154"/>
                    <a:pt x="442357" y="2114564"/>
                  </a:cubicBezTo>
                  <a:cubicBezTo>
                    <a:pt x="413936" y="2118543"/>
                    <a:pt x="386652" y="2120248"/>
                    <a:pt x="360503" y="2120248"/>
                  </a:cubicBezTo>
                  <a:cubicBezTo>
                    <a:pt x="284902" y="2120248"/>
                    <a:pt x="219533" y="2104332"/>
                    <a:pt x="164963" y="2072500"/>
                  </a:cubicBezTo>
                  <a:cubicBezTo>
                    <a:pt x="142226" y="2058858"/>
                    <a:pt x="122899" y="2042942"/>
                    <a:pt x="106983" y="2023615"/>
                  </a:cubicBezTo>
                  <a:cubicBezTo>
                    <a:pt x="59804" y="1970182"/>
                    <a:pt x="38771" y="1894581"/>
                    <a:pt x="40477" y="1794537"/>
                  </a:cubicBezTo>
                  <a:lnTo>
                    <a:pt x="42751" y="1681988"/>
                  </a:lnTo>
                  <a:lnTo>
                    <a:pt x="307640" y="1619461"/>
                  </a:lnTo>
                  <a:lnTo>
                    <a:pt x="307071" y="1645040"/>
                  </a:lnTo>
                  <a:lnTo>
                    <a:pt x="305934" y="1704157"/>
                  </a:lnTo>
                  <a:cubicBezTo>
                    <a:pt x="305934" y="1714388"/>
                    <a:pt x="305934" y="1723483"/>
                    <a:pt x="306502" y="1733715"/>
                  </a:cubicBezTo>
                  <a:cubicBezTo>
                    <a:pt x="307071" y="1739399"/>
                    <a:pt x="307640" y="1744515"/>
                    <a:pt x="308208" y="1749631"/>
                  </a:cubicBezTo>
                  <a:cubicBezTo>
                    <a:pt x="308776" y="1751905"/>
                    <a:pt x="308776" y="1754179"/>
                    <a:pt x="309344" y="1756452"/>
                  </a:cubicBezTo>
                  <a:cubicBezTo>
                    <a:pt x="310482" y="1768389"/>
                    <a:pt x="313324" y="1780895"/>
                    <a:pt x="317303" y="1793400"/>
                  </a:cubicBezTo>
                  <a:cubicBezTo>
                    <a:pt x="317871" y="1794537"/>
                    <a:pt x="317871" y="1796242"/>
                    <a:pt x="319008" y="1798516"/>
                  </a:cubicBezTo>
                  <a:cubicBezTo>
                    <a:pt x="319008" y="1799085"/>
                    <a:pt x="319576" y="1799085"/>
                    <a:pt x="319576" y="1799653"/>
                  </a:cubicBezTo>
                  <a:cubicBezTo>
                    <a:pt x="323555" y="1812159"/>
                    <a:pt x="329808" y="1824096"/>
                    <a:pt x="337766" y="1835464"/>
                  </a:cubicBezTo>
                  <a:cubicBezTo>
                    <a:pt x="337766" y="1836033"/>
                    <a:pt x="337766" y="1836033"/>
                    <a:pt x="338335" y="1836033"/>
                  </a:cubicBezTo>
                  <a:cubicBezTo>
                    <a:pt x="338903" y="1836601"/>
                    <a:pt x="339472" y="1838307"/>
                    <a:pt x="340608" y="1838875"/>
                  </a:cubicBezTo>
                  <a:cubicBezTo>
                    <a:pt x="341177" y="1839443"/>
                    <a:pt x="341745" y="1840580"/>
                    <a:pt x="342314" y="1841149"/>
                  </a:cubicBezTo>
                  <a:lnTo>
                    <a:pt x="342882" y="1841149"/>
                  </a:lnTo>
                  <a:cubicBezTo>
                    <a:pt x="345156" y="1843991"/>
                    <a:pt x="346861" y="1846833"/>
                    <a:pt x="348566" y="1848538"/>
                  </a:cubicBezTo>
                  <a:cubicBezTo>
                    <a:pt x="349135" y="1849107"/>
                    <a:pt x="349704" y="1849675"/>
                    <a:pt x="350840" y="1850812"/>
                  </a:cubicBezTo>
                  <a:cubicBezTo>
                    <a:pt x="351977" y="1852517"/>
                    <a:pt x="354819" y="1854791"/>
                    <a:pt x="355956" y="1856496"/>
                  </a:cubicBezTo>
                  <a:cubicBezTo>
                    <a:pt x="357661" y="1857633"/>
                    <a:pt x="358798" y="1858770"/>
                    <a:pt x="360503" y="1860475"/>
                  </a:cubicBezTo>
                  <a:cubicBezTo>
                    <a:pt x="362209" y="1862181"/>
                    <a:pt x="364483" y="1863886"/>
                    <a:pt x="366188" y="1865591"/>
                  </a:cubicBezTo>
                  <a:cubicBezTo>
                    <a:pt x="368461" y="1867865"/>
                    <a:pt x="371304" y="1870139"/>
                    <a:pt x="373577" y="1871844"/>
                  </a:cubicBezTo>
                  <a:cubicBezTo>
                    <a:pt x="374146" y="1872412"/>
                    <a:pt x="374714" y="1872412"/>
                    <a:pt x="375283" y="1872981"/>
                  </a:cubicBezTo>
                  <a:cubicBezTo>
                    <a:pt x="401431" y="1890602"/>
                    <a:pt x="434399" y="1899129"/>
                    <a:pt x="473053" y="1899129"/>
                  </a:cubicBezTo>
                  <a:cubicBezTo>
                    <a:pt x="480443" y="1899129"/>
                    <a:pt x="488969" y="1898560"/>
                    <a:pt x="497496" y="1897992"/>
                  </a:cubicBezTo>
                  <a:cubicBezTo>
                    <a:pt x="501474" y="1897423"/>
                    <a:pt x="506022" y="1897423"/>
                    <a:pt x="511137" y="1896855"/>
                  </a:cubicBezTo>
                  <a:cubicBezTo>
                    <a:pt x="524780" y="1894581"/>
                    <a:pt x="537854" y="1892876"/>
                    <a:pt x="550928" y="1889465"/>
                  </a:cubicBezTo>
                  <a:cubicBezTo>
                    <a:pt x="613455" y="1874686"/>
                    <a:pt x="662909" y="1850243"/>
                    <a:pt x="700994" y="1815569"/>
                  </a:cubicBezTo>
                  <a:cubicBezTo>
                    <a:pt x="756700" y="1765547"/>
                    <a:pt x="785690" y="1695630"/>
                    <a:pt x="787964" y="1606955"/>
                  </a:cubicBezTo>
                  <a:lnTo>
                    <a:pt x="791374" y="1438699"/>
                  </a:lnTo>
                  <a:lnTo>
                    <a:pt x="793648" y="1312508"/>
                  </a:lnTo>
                  <a:cubicBezTo>
                    <a:pt x="794216" y="1267602"/>
                    <a:pt x="789669" y="1228948"/>
                    <a:pt x="777732" y="1195411"/>
                  </a:cubicBezTo>
                  <a:cubicBezTo>
                    <a:pt x="764089" y="1155052"/>
                    <a:pt x="741921" y="1123788"/>
                    <a:pt x="710657" y="1101620"/>
                  </a:cubicBezTo>
                  <a:cubicBezTo>
                    <a:pt x="708952" y="1100483"/>
                    <a:pt x="706678" y="1098778"/>
                    <a:pt x="704973" y="1097641"/>
                  </a:cubicBezTo>
                  <a:cubicBezTo>
                    <a:pt x="700425" y="1095367"/>
                    <a:pt x="695878" y="1091956"/>
                    <a:pt x="690762" y="1089114"/>
                  </a:cubicBezTo>
                  <a:cubicBezTo>
                    <a:pt x="683372" y="1085135"/>
                    <a:pt x="676552" y="1082293"/>
                    <a:pt x="671435" y="1080588"/>
                  </a:cubicBezTo>
                  <a:cubicBezTo>
                    <a:pt x="665751" y="1078314"/>
                    <a:pt x="658361" y="1075472"/>
                    <a:pt x="650972" y="1073198"/>
                  </a:cubicBezTo>
                  <a:cubicBezTo>
                    <a:pt x="644151" y="1070924"/>
                    <a:pt x="637330" y="1069788"/>
                    <a:pt x="632214" y="1068651"/>
                  </a:cubicBezTo>
                  <a:cubicBezTo>
                    <a:pt x="627666" y="1067514"/>
                    <a:pt x="622551" y="1066377"/>
                    <a:pt x="616866" y="1066377"/>
                  </a:cubicBezTo>
                  <a:cubicBezTo>
                    <a:pt x="611182" y="1065809"/>
                    <a:pt x="606066" y="1065240"/>
                    <a:pt x="599244" y="1064103"/>
                  </a:cubicBezTo>
                  <a:cubicBezTo>
                    <a:pt x="591855" y="1063535"/>
                    <a:pt x="583897" y="1063535"/>
                    <a:pt x="575370" y="1063535"/>
                  </a:cubicBezTo>
                  <a:cubicBezTo>
                    <a:pt x="557181" y="1063535"/>
                    <a:pt x="538991" y="1064672"/>
                    <a:pt x="519664" y="1067514"/>
                  </a:cubicBezTo>
                  <a:cubicBezTo>
                    <a:pt x="502043" y="1069788"/>
                    <a:pt x="482716" y="1073198"/>
                    <a:pt x="458274" y="1078882"/>
                  </a:cubicBezTo>
                  <a:lnTo>
                    <a:pt x="408820" y="1090819"/>
                  </a:lnTo>
                  <a:lnTo>
                    <a:pt x="370167" y="1099346"/>
                  </a:lnTo>
                  <a:lnTo>
                    <a:pt x="372441" y="975996"/>
                  </a:lnTo>
                  <a:lnTo>
                    <a:pt x="374146" y="891300"/>
                  </a:lnTo>
                  <a:lnTo>
                    <a:pt x="486695" y="864584"/>
                  </a:lnTo>
                  <a:cubicBezTo>
                    <a:pt x="515117" y="857763"/>
                    <a:pt x="539559" y="850941"/>
                    <a:pt x="560591" y="842983"/>
                  </a:cubicBezTo>
                  <a:cubicBezTo>
                    <a:pt x="719184" y="785572"/>
                    <a:pt x="805017" y="671317"/>
                    <a:pt x="807859" y="513862"/>
                  </a:cubicBezTo>
                  <a:lnTo>
                    <a:pt x="808996" y="448492"/>
                  </a:lnTo>
                  <a:cubicBezTo>
                    <a:pt x="809564" y="422344"/>
                    <a:pt x="807291" y="398470"/>
                    <a:pt x="801606" y="376870"/>
                  </a:cubicBezTo>
                  <a:cubicBezTo>
                    <a:pt x="793080" y="345038"/>
                    <a:pt x="778300" y="318890"/>
                    <a:pt x="756132" y="299563"/>
                  </a:cubicBezTo>
                  <a:cubicBezTo>
                    <a:pt x="752152" y="295584"/>
                    <a:pt x="747605" y="292742"/>
                    <a:pt x="743058" y="289900"/>
                  </a:cubicBezTo>
                  <a:cubicBezTo>
                    <a:pt x="736237" y="285352"/>
                    <a:pt x="729415" y="281373"/>
                    <a:pt x="720889" y="277963"/>
                  </a:cubicBezTo>
                  <a:cubicBezTo>
                    <a:pt x="706110" y="271142"/>
                    <a:pt x="689625" y="267163"/>
                    <a:pt x="672004" y="264889"/>
                  </a:cubicBezTo>
                  <a:cubicBezTo>
                    <a:pt x="664046" y="263752"/>
                    <a:pt x="654383" y="263184"/>
                    <a:pt x="645288" y="263184"/>
                  </a:cubicBezTo>
                  <a:cubicBezTo>
                    <a:pt x="632782" y="263184"/>
                    <a:pt x="619139" y="263752"/>
                    <a:pt x="604360" y="266026"/>
                  </a:cubicBezTo>
                  <a:cubicBezTo>
                    <a:pt x="590718" y="267731"/>
                    <a:pt x="576507" y="270573"/>
                    <a:pt x="560023" y="274552"/>
                  </a:cubicBezTo>
                  <a:cubicBezTo>
                    <a:pt x="541833" y="279100"/>
                    <a:pt x="525917" y="283647"/>
                    <a:pt x="510569" y="289331"/>
                  </a:cubicBezTo>
                  <a:lnTo>
                    <a:pt x="504885" y="291605"/>
                  </a:lnTo>
                  <a:cubicBezTo>
                    <a:pt x="504317" y="292174"/>
                    <a:pt x="503180" y="292174"/>
                    <a:pt x="502611" y="292174"/>
                  </a:cubicBezTo>
                  <a:cubicBezTo>
                    <a:pt x="496358" y="294447"/>
                    <a:pt x="490674" y="296721"/>
                    <a:pt x="486695" y="298995"/>
                  </a:cubicBezTo>
                  <a:cubicBezTo>
                    <a:pt x="482716" y="300700"/>
                    <a:pt x="478737" y="302405"/>
                    <a:pt x="474758" y="304679"/>
                  </a:cubicBezTo>
                  <a:cubicBezTo>
                    <a:pt x="398589" y="341627"/>
                    <a:pt x="351408" y="400744"/>
                    <a:pt x="335493" y="479187"/>
                  </a:cubicBezTo>
                  <a:cubicBezTo>
                    <a:pt x="333219" y="488851"/>
                    <a:pt x="331513" y="499083"/>
                    <a:pt x="330377" y="511588"/>
                  </a:cubicBezTo>
                  <a:cubicBezTo>
                    <a:pt x="328671" y="521251"/>
                    <a:pt x="328103" y="530346"/>
                    <a:pt x="328103" y="541147"/>
                  </a:cubicBezTo>
                  <a:lnTo>
                    <a:pt x="325829" y="649717"/>
                  </a:lnTo>
                  <a:lnTo>
                    <a:pt x="99594" y="703149"/>
                  </a:lnTo>
                  <a:lnTo>
                    <a:pt x="60940" y="712244"/>
                  </a:lnTo>
                  <a:lnTo>
                    <a:pt x="63214" y="609358"/>
                  </a:lnTo>
                  <a:cubicBezTo>
                    <a:pt x="65488" y="471229"/>
                    <a:pt x="116647" y="355838"/>
                    <a:pt x="217827" y="256362"/>
                  </a:cubicBezTo>
                  <a:cubicBezTo>
                    <a:pt x="309344" y="165982"/>
                    <a:pt x="433263" y="101749"/>
                    <a:pt x="585034" y="65938"/>
                  </a:cubicBezTo>
                  <a:cubicBezTo>
                    <a:pt x="615161" y="58548"/>
                    <a:pt x="645856" y="52864"/>
                    <a:pt x="675983" y="48885"/>
                  </a:cubicBezTo>
                  <a:cubicBezTo>
                    <a:pt x="705541" y="44906"/>
                    <a:pt x="733963" y="43201"/>
                    <a:pt x="761247" y="43201"/>
                  </a:cubicBezTo>
                  <a:cubicBezTo>
                    <a:pt x="792511" y="43201"/>
                    <a:pt x="821501" y="45474"/>
                    <a:pt x="848217" y="51727"/>
                  </a:cubicBezTo>
                  <a:cubicBezTo>
                    <a:pt x="881187" y="57980"/>
                    <a:pt x="911313" y="68212"/>
                    <a:pt x="938030" y="82991"/>
                  </a:cubicBezTo>
                  <a:cubicBezTo>
                    <a:pt x="944851" y="86970"/>
                    <a:pt x="951672" y="90949"/>
                    <a:pt x="957356" y="94928"/>
                  </a:cubicBezTo>
                  <a:cubicBezTo>
                    <a:pt x="957925" y="95496"/>
                    <a:pt x="958493" y="95496"/>
                    <a:pt x="959630" y="96065"/>
                  </a:cubicBezTo>
                  <a:cubicBezTo>
                    <a:pt x="965314" y="99475"/>
                    <a:pt x="969862" y="103454"/>
                    <a:pt x="974978" y="108002"/>
                  </a:cubicBezTo>
                  <a:cubicBezTo>
                    <a:pt x="975546" y="108570"/>
                    <a:pt x="976683" y="109139"/>
                    <a:pt x="977251" y="109707"/>
                  </a:cubicBezTo>
                  <a:cubicBezTo>
                    <a:pt x="978957" y="110844"/>
                    <a:pt x="980662" y="111981"/>
                    <a:pt x="981799" y="113686"/>
                  </a:cubicBezTo>
                  <a:cubicBezTo>
                    <a:pt x="982367" y="114255"/>
                    <a:pt x="982935" y="114255"/>
                    <a:pt x="983504" y="115392"/>
                  </a:cubicBezTo>
                  <a:cubicBezTo>
                    <a:pt x="1005673" y="134718"/>
                    <a:pt x="1023294" y="159161"/>
                    <a:pt x="1036936" y="188151"/>
                  </a:cubicBezTo>
                  <a:cubicBezTo>
                    <a:pt x="1038642" y="193267"/>
                    <a:pt x="1040916" y="198382"/>
                    <a:pt x="1043758" y="203498"/>
                  </a:cubicBezTo>
                  <a:cubicBezTo>
                    <a:pt x="1045463" y="209183"/>
                    <a:pt x="1047737" y="214299"/>
                    <a:pt x="1049442" y="219983"/>
                  </a:cubicBezTo>
                  <a:cubicBezTo>
                    <a:pt x="1050011" y="220551"/>
                    <a:pt x="1050011" y="221688"/>
                    <a:pt x="1050011" y="222257"/>
                  </a:cubicBezTo>
                  <a:cubicBezTo>
                    <a:pt x="1051147" y="226236"/>
                    <a:pt x="1052284" y="230215"/>
                    <a:pt x="1053421" y="234762"/>
                  </a:cubicBezTo>
                  <a:cubicBezTo>
                    <a:pt x="1053421" y="235899"/>
                    <a:pt x="1053989" y="238741"/>
                    <a:pt x="1054558" y="239310"/>
                  </a:cubicBezTo>
                  <a:lnTo>
                    <a:pt x="1055127" y="243857"/>
                  </a:lnTo>
                  <a:cubicBezTo>
                    <a:pt x="1056831" y="250678"/>
                    <a:pt x="1057969" y="257499"/>
                    <a:pt x="1059105" y="264889"/>
                  </a:cubicBezTo>
                  <a:lnTo>
                    <a:pt x="1059674" y="267731"/>
                  </a:lnTo>
                  <a:cubicBezTo>
                    <a:pt x="1060243" y="270005"/>
                    <a:pt x="1060243" y="271710"/>
                    <a:pt x="1060811" y="273415"/>
                  </a:cubicBezTo>
                  <a:cubicBezTo>
                    <a:pt x="1060811" y="274552"/>
                    <a:pt x="1060811" y="275689"/>
                    <a:pt x="1061379" y="276826"/>
                  </a:cubicBezTo>
                  <a:cubicBezTo>
                    <a:pt x="1061947" y="279668"/>
                    <a:pt x="1061947" y="282510"/>
                    <a:pt x="1062516" y="285921"/>
                  </a:cubicBezTo>
                  <a:lnTo>
                    <a:pt x="1063085" y="293311"/>
                  </a:lnTo>
                  <a:cubicBezTo>
                    <a:pt x="1065358" y="311500"/>
                    <a:pt x="1065927" y="330259"/>
                    <a:pt x="1065358" y="351859"/>
                  </a:cubicBezTo>
                  <a:lnTo>
                    <a:pt x="1064221" y="458724"/>
                  </a:lnTo>
                  <a:close/>
                </a:path>
              </a:pathLst>
            </a:custGeom>
            <a:gradFill flip="none" rotWithShape="1">
              <a:gsLst>
                <a:gs pos="100000">
                  <a:srgbClr val="2346F5">
                    <a:lumMod val="75000"/>
                  </a:srgbClr>
                </a:gs>
                <a:gs pos="0">
                  <a:srgbClr val="2346F5"/>
                </a:gs>
              </a:gsLst>
              <a:lin ang="5400000" scaled="1"/>
              <a:tileRect/>
            </a:gradFill>
            <a:ln w="2089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74" name="任意多边形: 形状 306"/>
            <p:cNvSpPr/>
            <p:nvPr>
              <p:custDataLst>
                <p:tags r:id="rId112"/>
              </p:custDataLst>
            </p:nvPr>
          </p:nvSpPr>
          <p:spPr>
            <a:xfrm>
              <a:off x="5483252" y="1228714"/>
              <a:ext cx="690746" cy="1445081"/>
            </a:xfrm>
            <a:custGeom>
              <a:avLst/>
              <a:gdLst>
                <a:gd name="connsiteX0" fmla="*/ 989160 w 989159"/>
                <a:gd name="connsiteY0" fmla="*/ 300421 h 2069379"/>
                <a:gd name="connsiteX1" fmla="*/ 986886 w 989159"/>
                <a:gd name="connsiteY1" fmla="*/ 407855 h 2069379"/>
                <a:gd name="connsiteX2" fmla="*/ 980065 w 989159"/>
                <a:gd name="connsiteY2" fmla="*/ 477203 h 2069379"/>
                <a:gd name="connsiteX3" fmla="*/ 974949 w 989159"/>
                <a:gd name="connsiteY3" fmla="*/ 501646 h 2069379"/>
                <a:gd name="connsiteX4" fmla="*/ 974381 w 989159"/>
                <a:gd name="connsiteY4" fmla="*/ 503920 h 2069379"/>
                <a:gd name="connsiteX5" fmla="*/ 971539 w 989159"/>
                <a:gd name="connsiteY5" fmla="*/ 514151 h 2069379"/>
                <a:gd name="connsiteX6" fmla="*/ 970970 w 989159"/>
                <a:gd name="connsiteY6" fmla="*/ 516994 h 2069379"/>
                <a:gd name="connsiteX7" fmla="*/ 969265 w 989159"/>
                <a:gd name="connsiteY7" fmla="*/ 522678 h 2069379"/>
                <a:gd name="connsiteX8" fmla="*/ 968697 w 989159"/>
                <a:gd name="connsiteY8" fmla="*/ 526089 h 2069379"/>
                <a:gd name="connsiteX9" fmla="*/ 963012 w 989159"/>
                <a:gd name="connsiteY9" fmla="*/ 543710 h 2069379"/>
                <a:gd name="connsiteX10" fmla="*/ 962443 w 989159"/>
                <a:gd name="connsiteY10" fmla="*/ 546552 h 2069379"/>
                <a:gd name="connsiteX11" fmla="*/ 960738 w 989159"/>
                <a:gd name="connsiteY11" fmla="*/ 550531 h 2069379"/>
                <a:gd name="connsiteX12" fmla="*/ 959033 w 989159"/>
                <a:gd name="connsiteY12" fmla="*/ 554510 h 2069379"/>
                <a:gd name="connsiteX13" fmla="*/ 931749 w 989159"/>
                <a:gd name="connsiteY13" fmla="*/ 608511 h 2069379"/>
                <a:gd name="connsiteX14" fmla="*/ 918106 w 989159"/>
                <a:gd name="connsiteY14" fmla="*/ 629543 h 2069379"/>
                <a:gd name="connsiteX15" fmla="*/ 917538 w 989159"/>
                <a:gd name="connsiteY15" fmla="*/ 631248 h 2069379"/>
                <a:gd name="connsiteX16" fmla="*/ 915832 w 989159"/>
                <a:gd name="connsiteY16" fmla="*/ 633522 h 2069379"/>
                <a:gd name="connsiteX17" fmla="*/ 903327 w 989159"/>
                <a:gd name="connsiteY17" fmla="*/ 650007 h 2069379"/>
                <a:gd name="connsiteX18" fmla="*/ 899348 w 989159"/>
                <a:gd name="connsiteY18" fmla="*/ 655122 h 2069379"/>
                <a:gd name="connsiteX19" fmla="*/ 884000 w 989159"/>
                <a:gd name="connsiteY19" fmla="*/ 672744 h 2069379"/>
                <a:gd name="connsiteX20" fmla="*/ 858989 w 989159"/>
                <a:gd name="connsiteY20" fmla="*/ 697186 h 2069379"/>
                <a:gd name="connsiteX21" fmla="*/ 835115 w 989159"/>
                <a:gd name="connsiteY21" fmla="*/ 717081 h 2069379"/>
                <a:gd name="connsiteX22" fmla="*/ 808967 w 989159"/>
                <a:gd name="connsiteY22" fmla="*/ 736408 h 2069379"/>
                <a:gd name="connsiteX23" fmla="*/ 735071 w 989159"/>
                <a:gd name="connsiteY23" fmla="*/ 780177 h 2069379"/>
                <a:gd name="connsiteX24" fmla="*/ 731092 w 989159"/>
                <a:gd name="connsiteY24" fmla="*/ 782451 h 2069379"/>
                <a:gd name="connsiteX25" fmla="*/ 723702 w 989159"/>
                <a:gd name="connsiteY25" fmla="*/ 786430 h 2069379"/>
                <a:gd name="connsiteX26" fmla="*/ 718018 w 989159"/>
                <a:gd name="connsiteY26" fmla="*/ 788704 h 2069379"/>
                <a:gd name="connsiteX27" fmla="*/ 711197 w 989159"/>
                <a:gd name="connsiteY27" fmla="*/ 792114 h 2069379"/>
                <a:gd name="connsiteX28" fmla="*/ 688460 w 989159"/>
                <a:gd name="connsiteY28" fmla="*/ 837020 h 2069379"/>
                <a:gd name="connsiteX29" fmla="*/ 725408 w 989159"/>
                <a:gd name="connsiteY29" fmla="*/ 871126 h 2069379"/>
                <a:gd name="connsiteX30" fmla="*/ 731092 w 989159"/>
                <a:gd name="connsiteY30" fmla="*/ 871695 h 2069379"/>
                <a:gd name="connsiteX31" fmla="*/ 736776 w 989159"/>
                <a:gd name="connsiteY31" fmla="*/ 872263 h 2069379"/>
                <a:gd name="connsiteX32" fmla="*/ 960738 w 989159"/>
                <a:gd name="connsiteY32" fmla="*/ 1025740 h 2069379"/>
                <a:gd name="connsiteX33" fmla="*/ 972675 w 989159"/>
                <a:gd name="connsiteY33" fmla="*/ 1123510 h 2069379"/>
                <a:gd name="connsiteX34" fmla="*/ 968128 w 989159"/>
                <a:gd name="connsiteY34" fmla="*/ 1358840 h 2069379"/>
                <a:gd name="connsiteX35" fmla="*/ 968128 w 989159"/>
                <a:gd name="connsiteY35" fmla="*/ 1367367 h 2069379"/>
                <a:gd name="connsiteX36" fmla="*/ 965854 w 989159"/>
                <a:gd name="connsiteY36" fmla="*/ 1502085 h 2069379"/>
                <a:gd name="connsiteX37" fmla="*/ 816925 w 989159"/>
                <a:gd name="connsiteY37" fmla="*/ 1848259 h 2069379"/>
                <a:gd name="connsiteX38" fmla="*/ 696418 w 989159"/>
                <a:gd name="connsiteY38" fmla="*/ 1944893 h 2069379"/>
                <a:gd name="connsiteX39" fmla="*/ 636733 w 989159"/>
                <a:gd name="connsiteY39" fmla="*/ 1978999 h 2069379"/>
                <a:gd name="connsiteX40" fmla="*/ 448013 w 989159"/>
                <a:gd name="connsiteY40" fmla="*/ 2048347 h 2069379"/>
                <a:gd name="connsiteX41" fmla="*/ 365022 w 989159"/>
                <a:gd name="connsiteY41" fmla="*/ 2063695 h 2069379"/>
                <a:gd name="connsiteX42" fmla="*/ 283168 w 989159"/>
                <a:gd name="connsiteY42" fmla="*/ 2069379 h 2069379"/>
                <a:gd name="connsiteX43" fmla="*/ 87628 w 989159"/>
                <a:gd name="connsiteY43" fmla="*/ 2021631 h 2069379"/>
                <a:gd name="connsiteX44" fmla="*/ 29648 w 989159"/>
                <a:gd name="connsiteY44" fmla="*/ 1972746 h 2069379"/>
                <a:gd name="connsiteX45" fmla="*/ 90 w 989159"/>
                <a:gd name="connsiteY45" fmla="*/ 1793122 h 2069379"/>
                <a:gd name="connsiteX46" fmla="*/ 2932 w 989159"/>
                <a:gd name="connsiteY46" fmla="*/ 1647603 h 2069379"/>
                <a:gd name="connsiteX47" fmla="*/ 229167 w 989159"/>
                <a:gd name="connsiteY47" fmla="*/ 1594171 h 2069379"/>
                <a:gd name="connsiteX48" fmla="*/ 228030 w 989159"/>
                <a:gd name="connsiteY48" fmla="*/ 1653288 h 2069379"/>
                <a:gd name="connsiteX49" fmla="*/ 228599 w 989159"/>
                <a:gd name="connsiteY49" fmla="*/ 1682846 h 2069379"/>
                <a:gd name="connsiteX50" fmla="*/ 230304 w 989159"/>
                <a:gd name="connsiteY50" fmla="*/ 1698762 h 2069379"/>
                <a:gd name="connsiteX51" fmla="*/ 231441 w 989159"/>
                <a:gd name="connsiteY51" fmla="*/ 1705583 h 2069379"/>
                <a:gd name="connsiteX52" fmla="*/ 239399 w 989159"/>
                <a:gd name="connsiteY52" fmla="*/ 1742531 h 2069379"/>
                <a:gd name="connsiteX53" fmla="*/ 241105 w 989159"/>
                <a:gd name="connsiteY53" fmla="*/ 1747647 h 2069379"/>
                <a:gd name="connsiteX54" fmla="*/ 241673 w 989159"/>
                <a:gd name="connsiteY54" fmla="*/ 1748784 h 2069379"/>
                <a:gd name="connsiteX55" fmla="*/ 259862 w 989159"/>
                <a:gd name="connsiteY55" fmla="*/ 1784595 h 2069379"/>
                <a:gd name="connsiteX56" fmla="*/ 260431 w 989159"/>
                <a:gd name="connsiteY56" fmla="*/ 1785164 h 2069379"/>
                <a:gd name="connsiteX57" fmla="*/ 262705 w 989159"/>
                <a:gd name="connsiteY57" fmla="*/ 1788006 h 2069379"/>
                <a:gd name="connsiteX58" fmla="*/ 264410 w 989159"/>
                <a:gd name="connsiteY58" fmla="*/ 1790280 h 2069379"/>
                <a:gd name="connsiteX59" fmla="*/ 264979 w 989159"/>
                <a:gd name="connsiteY59" fmla="*/ 1790280 h 2069379"/>
                <a:gd name="connsiteX60" fmla="*/ 270663 w 989159"/>
                <a:gd name="connsiteY60" fmla="*/ 1797669 h 2069379"/>
                <a:gd name="connsiteX61" fmla="*/ 272937 w 989159"/>
                <a:gd name="connsiteY61" fmla="*/ 1799943 h 2069379"/>
                <a:gd name="connsiteX62" fmla="*/ 278053 w 989159"/>
                <a:gd name="connsiteY62" fmla="*/ 1805627 h 2069379"/>
                <a:gd name="connsiteX63" fmla="*/ 282600 w 989159"/>
                <a:gd name="connsiteY63" fmla="*/ 1809606 h 2069379"/>
                <a:gd name="connsiteX64" fmla="*/ 288284 w 989159"/>
                <a:gd name="connsiteY64" fmla="*/ 1814722 h 2069379"/>
                <a:gd name="connsiteX65" fmla="*/ 295674 w 989159"/>
                <a:gd name="connsiteY65" fmla="*/ 1820975 h 2069379"/>
                <a:gd name="connsiteX66" fmla="*/ 297379 w 989159"/>
                <a:gd name="connsiteY66" fmla="*/ 1822112 h 2069379"/>
                <a:gd name="connsiteX67" fmla="*/ 395149 w 989159"/>
                <a:gd name="connsiteY67" fmla="*/ 1848259 h 2069379"/>
                <a:gd name="connsiteX68" fmla="*/ 419592 w 989159"/>
                <a:gd name="connsiteY68" fmla="*/ 1847123 h 2069379"/>
                <a:gd name="connsiteX69" fmla="*/ 506562 w 989159"/>
                <a:gd name="connsiteY69" fmla="*/ 1854512 h 2069379"/>
                <a:gd name="connsiteX70" fmla="*/ 542373 w 989159"/>
                <a:gd name="connsiteY70" fmla="*/ 1847691 h 2069379"/>
                <a:gd name="connsiteX71" fmla="*/ 674249 w 989159"/>
                <a:gd name="connsiteY71" fmla="*/ 1782890 h 2069379"/>
                <a:gd name="connsiteX72" fmla="*/ 747008 w 989159"/>
                <a:gd name="connsiteY72" fmla="*/ 1604971 h 2069379"/>
                <a:gd name="connsiteX73" fmla="*/ 750419 w 989159"/>
                <a:gd name="connsiteY73" fmla="*/ 1436715 h 2069379"/>
                <a:gd name="connsiteX74" fmla="*/ 752693 w 989159"/>
                <a:gd name="connsiteY74" fmla="*/ 1310524 h 2069379"/>
                <a:gd name="connsiteX75" fmla="*/ 699260 w 989159"/>
                <a:gd name="connsiteY75" fmla="*/ 1144542 h 2069379"/>
                <a:gd name="connsiteX76" fmla="*/ 632185 w 989159"/>
                <a:gd name="connsiteY76" fmla="*/ 1050751 h 2069379"/>
                <a:gd name="connsiteX77" fmla="*/ 626501 w 989159"/>
                <a:gd name="connsiteY77" fmla="*/ 1046771 h 2069379"/>
                <a:gd name="connsiteX78" fmla="*/ 612290 w 989159"/>
                <a:gd name="connsiteY78" fmla="*/ 1038245 h 2069379"/>
                <a:gd name="connsiteX79" fmla="*/ 592963 w 989159"/>
                <a:gd name="connsiteY79" fmla="*/ 1029719 h 2069379"/>
                <a:gd name="connsiteX80" fmla="*/ 572500 w 989159"/>
                <a:gd name="connsiteY80" fmla="*/ 1022329 h 2069379"/>
                <a:gd name="connsiteX81" fmla="*/ 553742 w 989159"/>
                <a:gd name="connsiteY81" fmla="*/ 1017782 h 2069379"/>
                <a:gd name="connsiteX82" fmla="*/ 538394 w 989159"/>
                <a:gd name="connsiteY82" fmla="*/ 1015508 h 2069379"/>
                <a:gd name="connsiteX83" fmla="*/ 520773 w 989159"/>
                <a:gd name="connsiteY83" fmla="*/ 1013234 h 2069379"/>
                <a:gd name="connsiteX84" fmla="*/ 496899 w 989159"/>
                <a:gd name="connsiteY84" fmla="*/ 1012666 h 2069379"/>
                <a:gd name="connsiteX85" fmla="*/ 441192 w 989159"/>
                <a:gd name="connsiteY85" fmla="*/ 1016645 h 2069379"/>
                <a:gd name="connsiteX86" fmla="*/ 379801 w 989159"/>
                <a:gd name="connsiteY86" fmla="*/ 1028013 h 2069379"/>
                <a:gd name="connsiteX87" fmla="*/ 330348 w 989159"/>
                <a:gd name="connsiteY87" fmla="*/ 1039950 h 2069379"/>
                <a:gd name="connsiteX88" fmla="*/ 331485 w 989159"/>
                <a:gd name="connsiteY88" fmla="*/ 974012 h 2069379"/>
                <a:gd name="connsiteX89" fmla="*/ 333759 w 989159"/>
                <a:gd name="connsiteY89" fmla="*/ 856916 h 2069379"/>
                <a:gd name="connsiteX90" fmla="*/ 478140 w 989159"/>
                <a:gd name="connsiteY90" fmla="*/ 822810 h 2069379"/>
                <a:gd name="connsiteX91" fmla="*/ 547489 w 989159"/>
                <a:gd name="connsiteY91" fmla="*/ 802346 h 2069379"/>
                <a:gd name="connsiteX92" fmla="*/ 766904 w 989159"/>
                <a:gd name="connsiteY92" fmla="*/ 511309 h 2069379"/>
                <a:gd name="connsiteX93" fmla="*/ 768040 w 989159"/>
                <a:gd name="connsiteY93" fmla="*/ 445940 h 2069379"/>
                <a:gd name="connsiteX94" fmla="*/ 729386 w 989159"/>
                <a:gd name="connsiteY94" fmla="*/ 329980 h 2069379"/>
                <a:gd name="connsiteX95" fmla="*/ 723134 w 989159"/>
                <a:gd name="connsiteY95" fmla="*/ 325432 h 2069379"/>
                <a:gd name="connsiteX96" fmla="*/ 677659 w 989159"/>
                <a:gd name="connsiteY96" fmla="*/ 248126 h 2069379"/>
                <a:gd name="connsiteX97" fmla="*/ 664586 w 989159"/>
                <a:gd name="connsiteY97" fmla="*/ 238462 h 2069379"/>
                <a:gd name="connsiteX98" fmla="*/ 642417 w 989159"/>
                <a:gd name="connsiteY98" fmla="*/ 226525 h 2069379"/>
                <a:gd name="connsiteX99" fmla="*/ 593532 w 989159"/>
                <a:gd name="connsiteY99" fmla="*/ 213451 h 2069379"/>
                <a:gd name="connsiteX100" fmla="*/ 566815 w 989159"/>
                <a:gd name="connsiteY100" fmla="*/ 211746 h 2069379"/>
                <a:gd name="connsiteX101" fmla="*/ 525889 w 989159"/>
                <a:gd name="connsiteY101" fmla="*/ 214588 h 2069379"/>
                <a:gd name="connsiteX102" fmla="*/ 481551 w 989159"/>
                <a:gd name="connsiteY102" fmla="*/ 223115 h 2069379"/>
                <a:gd name="connsiteX103" fmla="*/ 432097 w 989159"/>
                <a:gd name="connsiteY103" fmla="*/ 237894 h 2069379"/>
                <a:gd name="connsiteX104" fmla="*/ 426413 w 989159"/>
                <a:gd name="connsiteY104" fmla="*/ 240168 h 2069379"/>
                <a:gd name="connsiteX105" fmla="*/ 424139 w 989159"/>
                <a:gd name="connsiteY105" fmla="*/ 240736 h 2069379"/>
                <a:gd name="connsiteX106" fmla="*/ 408223 w 989159"/>
                <a:gd name="connsiteY106" fmla="*/ 247557 h 2069379"/>
                <a:gd name="connsiteX107" fmla="*/ 396286 w 989159"/>
                <a:gd name="connsiteY107" fmla="*/ 253242 h 2069379"/>
                <a:gd name="connsiteX108" fmla="*/ 257020 w 989159"/>
                <a:gd name="connsiteY108" fmla="*/ 427750 h 2069379"/>
                <a:gd name="connsiteX109" fmla="*/ 251904 w 989159"/>
                <a:gd name="connsiteY109" fmla="*/ 460151 h 2069379"/>
                <a:gd name="connsiteX110" fmla="*/ 249631 w 989159"/>
                <a:gd name="connsiteY110" fmla="*/ 489709 h 2069379"/>
                <a:gd name="connsiteX111" fmla="*/ 247357 w 989159"/>
                <a:gd name="connsiteY111" fmla="*/ 598279 h 2069379"/>
                <a:gd name="connsiteX112" fmla="*/ 21121 w 989159"/>
                <a:gd name="connsiteY112" fmla="*/ 651712 h 2069379"/>
                <a:gd name="connsiteX113" fmla="*/ 21690 w 989159"/>
                <a:gd name="connsiteY113" fmla="*/ 607374 h 2069379"/>
                <a:gd name="connsiteX114" fmla="*/ 188809 w 989159"/>
                <a:gd name="connsiteY114" fmla="*/ 225388 h 2069379"/>
                <a:gd name="connsiteX115" fmla="*/ 575342 w 989159"/>
                <a:gd name="connsiteY115" fmla="*/ 24164 h 2069379"/>
                <a:gd name="connsiteX116" fmla="*/ 670270 w 989159"/>
                <a:gd name="connsiteY116" fmla="*/ 5974 h 2069379"/>
                <a:gd name="connsiteX117" fmla="*/ 768608 w 989159"/>
                <a:gd name="connsiteY117" fmla="*/ 290 h 2069379"/>
                <a:gd name="connsiteX118" fmla="*/ 858421 w 989159"/>
                <a:gd name="connsiteY118" fmla="*/ 31553 h 2069379"/>
                <a:gd name="connsiteX119" fmla="*/ 877748 w 989159"/>
                <a:gd name="connsiteY119" fmla="*/ 43490 h 2069379"/>
                <a:gd name="connsiteX120" fmla="*/ 880021 w 989159"/>
                <a:gd name="connsiteY120" fmla="*/ 44627 h 2069379"/>
                <a:gd name="connsiteX121" fmla="*/ 895369 w 989159"/>
                <a:gd name="connsiteY121" fmla="*/ 56564 h 2069379"/>
                <a:gd name="connsiteX122" fmla="*/ 897643 w 989159"/>
                <a:gd name="connsiteY122" fmla="*/ 58270 h 2069379"/>
                <a:gd name="connsiteX123" fmla="*/ 902190 w 989159"/>
                <a:gd name="connsiteY123" fmla="*/ 62249 h 2069379"/>
                <a:gd name="connsiteX124" fmla="*/ 903895 w 989159"/>
                <a:gd name="connsiteY124" fmla="*/ 63954 h 2069379"/>
                <a:gd name="connsiteX125" fmla="*/ 957328 w 989159"/>
                <a:gd name="connsiteY125" fmla="*/ 136713 h 2069379"/>
                <a:gd name="connsiteX126" fmla="*/ 964149 w 989159"/>
                <a:gd name="connsiteY126" fmla="*/ 152061 h 2069379"/>
                <a:gd name="connsiteX127" fmla="*/ 969833 w 989159"/>
                <a:gd name="connsiteY127" fmla="*/ 168545 h 2069379"/>
                <a:gd name="connsiteX128" fmla="*/ 970401 w 989159"/>
                <a:gd name="connsiteY128" fmla="*/ 170819 h 2069379"/>
                <a:gd name="connsiteX129" fmla="*/ 973812 w 989159"/>
                <a:gd name="connsiteY129" fmla="*/ 183325 h 2069379"/>
                <a:gd name="connsiteX130" fmla="*/ 974949 w 989159"/>
                <a:gd name="connsiteY130" fmla="*/ 187872 h 2069379"/>
                <a:gd name="connsiteX131" fmla="*/ 975517 w 989159"/>
                <a:gd name="connsiteY131" fmla="*/ 192419 h 2069379"/>
                <a:gd name="connsiteX132" fmla="*/ 979496 w 989159"/>
                <a:gd name="connsiteY132" fmla="*/ 213451 h 2069379"/>
                <a:gd name="connsiteX133" fmla="*/ 980065 w 989159"/>
                <a:gd name="connsiteY133" fmla="*/ 216294 h 2069379"/>
                <a:gd name="connsiteX134" fmla="*/ 981202 w 989159"/>
                <a:gd name="connsiteY134" fmla="*/ 221978 h 2069379"/>
                <a:gd name="connsiteX135" fmla="*/ 981770 w 989159"/>
                <a:gd name="connsiteY135" fmla="*/ 225388 h 2069379"/>
                <a:gd name="connsiteX136" fmla="*/ 982907 w 989159"/>
                <a:gd name="connsiteY136" fmla="*/ 234483 h 2069379"/>
                <a:gd name="connsiteX137" fmla="*/ 983476 w 989159"/>
                <a:gd name="connsiteY137" fmla="*/ 241873 h 2069379"/>
                <a:gd name="connsiteX138" fmla="*/ 989160 w 989159"/>
                <a:gd name="connsiteY138" fmla="*/ 300421 h 206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989159" h="2069379">
                  <a:moveTo>
                    <a:pt x="989160" y="300421"/>
                  </a:moveTo>
                  <a:lnTo>
                    <a:pt x="986886" y="407855"/>
                  </a:lnTo>
                  <a:cubicBezTo>
                    <a:pt x="986318" y="432297"/>
                    <a:pt x="984612" y="454466"/>
                    <a:pt x="980065" y="477203"/>
                  </a:cubicBezTo>
                  <a:cubicBezTo>
                    <a:pt x="978360" y="485730"/>
                    <a:pt x="976654" y="493688"/>
                    <a:pt x="974949" y="501646"/>
                  </a:cubicBezTo>
                  <a:cubicBezTo>
                    <a:pt x="974381" y="502214"/>
                    <a:pt x="974381" y="502783"/>
                    <a:pt x="974381" y="503920"/>
                  </a:cubicBezTo>
                  <a:cubicBezTo>
                    <a:pt x="973812" y="507330"/>
                    <a:pt x="972675" y="510741"/>
                    <a:pt x="971539" y="514151"/>
                  </a:cubicBezTo>
                  <a:cubicBezTo>
                    <a:pt x="971539" y="514720"/>
                    <a:pt x="970970" y="515857"/>
                    <a:pt x="970970" y="516994"/>
                  </a:cubicBezTo>
                  <a:cubicBezTo>
                    <a:pt x="970401" y="518699"/>
                    <a:pt x="969833" y="520973"/>
                    <a:pt x="969265" y="522678"/>
                  </a:cubicBezTo>
                  <a:lnTo>
                    <a:pt x="968697" y="526089"/>
                  </a:lnTo>
                  <a:cubicBezTo>
                    <a:pt x="966991" y="531773"/>
                    <a:pt x="965285" y="538026"/>
                    <a:pt x="963012" y="543710"/>
                  </a:cubicBezTo>
                  <a:cubicBezTo>
                    <a:pt x="963012" y="544278"/>
                    <a:pt x="962443" y="545415"/>
                    <a:pt x="962443" y="546552"/>
                  </a:cubicBezTo>
                  <a:cubicBezTo>
                    <a:pt x="961875" y="547689"/>
                    <a:pt x="961307" y="549394"/>
                    <a:pt x="960738" y="550531"/>
                  </a:cubicBezTo>
                  <a:lnTo>
                    <a:pt x="959033" y="554510"/>
                  </a:lnTo>
                  <a:cubicBezTo>
                    <a:pt x="951644" y="573837"/>
                    <a:pt x="942548" y="591458"/>
                    <a:pt x="931749" y="608511"/>
                  </a:cubicBezTo>
                  <a:cubicBezTo>
                    <a:pt x="927201" y="615901"/>
                    <a:pt x="922653" y="622722"/>
                    <a:pt x="918106" y="629543"/>
                  </a:cubicBezTo>
                  <a:cubicBezTo>
                    <a:pt x="917538" y="630112"/>
                    <a:pt x="917538" y="630112"/>
                    <a:pt x="917538" y="631248"/>
                  </a:cubicBezTo>
                  <a:cubicBezTo>
                    <a:pt x="916969" y="631817"/>
                    <a:pt x="916400" y="632385"/>
                    <a:pt x="915832" y="633522"/>
                  </a:cubicBezTo>
                  <a:cubicBezTo>
                    <a:pt x="911853" y="639206"/>
                    <a:pt x="907306" y="644322"/>
                    <a:pt x="903327" y="650007"/>
                  </a:cubicBezTo>
                  <a:lnTo>
                    <a:pt x="899348" y="655122"/>
                  </a:lnTo>
                  <a:cubicBezTo>
                    <a:pt x="894801" y="660807"/>
                    <a:pt x="889684" y="666491"/>
                    <a:pt x="884000" y="672744"/>
                  </a:cubicBezTo>
                  <a:cubicBezTo>
                    <a:pt x="875474" y="681270"/>
                    <a:pt x="867516" y="689797"/>
                    <a:pt x="858989" y="697186"/>
                  </a:cubicBezTo>
                  <a:cubicBezTo>
                    <a:pt x="851599" y="704008"/>
                    <a:pt x="843642" y="710260"/>
                    <a:pt x="835115" y="717081"/>
                  </a:cubicBezTo>
                  <a:cubicBezTo>
                    <a:pt x="827725" y="723334"/>
                    <a:pt x="819767" y="729587"/>
                    <a:pt x="808967" y="736408"/>
                  </a:cubicBezTo>
                  <a:cubicBezTo>
                    <a:pt x="786799" y="752324"/>
                    <a:pt x="762356" y="766535"/>
                    <a:pt x="735071" y="780177"/>
                  </a:cubicBezTo>
                  <a:cubicBezTo>
                    <a:pt x="733934" y="780746"/>
                    <a:pt x="732798" y="781314"/>
                    <a:pt x="731092" y="782451"/>
                  </a:cubicBezTo>
                  <a:cubicBezTo>
                    <a:pt x="729386" y="783588"/>
                    <a:pt x="727113" y="784725"/>
                    <a:pt x="723702" y="786430"/>
                  </a:cubicBezTo>
                  <a:lnTo>
                    <a:pt x="718018" y="788704"/>
                  </a:lnTo>
                  <a:lnTo>
                    <a:pt x="711197" y="792114"/>
                  </a:lnTo>
                  <a:cubicBezTo>
                    <a:pt x="694712" y="800072"/>
                    <a:pt x="685618" y="818262"/>
                    <a:pt x="688460" y="837020"/>
                  </a:cubicBezTo>
                  <a:cubicBezTo>
                    <a:pt x="691870" y="855210"/>
                    <a:pt x="706649" y="869421"/>
                    <a:pt x="725408" y="871126"/>
                  </a:cubicBezTo>
                  <a:lnTo>
                    <a:pt x="731092" y="871695"/>
                  </a:lnTo>
                  <a:lnTo>
                    <a:pt x="736776" y="872263"/>
                  </a:lnTo>
                  <a:cubicBezTo>
                    <a:pt x="861831" y="886474"/>
                    <a:pt x="935159" y="936496"/>
                    <a:pt x="960738" y="1025740"/>
                  </a:cubicBezTo>
                  <a:cubicBezTo>
                    <a:pt x="969265" y="1054161"/>
                    <a:pt x="973812" y="1087130"/>
                    <a:pt x="972675" y="1123510"/>
                  </a:cubicBezTo>
                  <a:lnTo>
                    <a:pt x="968128" y="1358840"/>
                  </a:lnTo>
                  <a:lnTo>
                    <a:pt x="968128" y="1367367"/>
                  </a:lnTo>
                  <a:lnTo>
                    <a:pt x="965854" y="1502085"/>
                  </a:lnTo>
                  <a:cubicBezTo>
                    <a:pt x="963012" y="1637371"/>
                    <a:pt x="914127" y="1750489"/>
                    <a:pt x="816925" y="1848259"/>
                  </a:cubicBezTo>
                  <a:cubicBezTo>
                    <a:pt x="781114" y="1884071"/>
                    <a:pt x="740755" y="1916471"/>
                    <a:pt x="696418" y="1944893"/>
                  </a:cubicBezTo>
                  <a:cubicBezTo>
                    <a:pt x="678797" y="1956830"/>
                    <a:pt x="658902" y="1968198"/>
                    <a:pt x="636733" y="1978999"/>
                  </a:cubicBezTo>
                  <a:cubicBezTo>
                    <a:pt x="579890" y="2009126"/>
                    <a:pt x="516225" y="2032431"/>
                    <a:pt x="448013" y="2048347"/>
                  </a:cubicBezTo>
                  <a:cubicBezTo>
                    <a:pt x="417318" y="2055737"/>
                    <a:pt x="390602" y="2060284"/>
                    <a:pt x="365022" y="2063695"/>
                  </a:cubicBezTo>
                  <a:cubicBezTo>
                    <a:pt x="336601" y="2067674"/>
                    <a:pt x="309316" y="2069379"/>
                    <a:pt x="283168" y="2069379"/>
                  </a:cubicBezTo>
                  <a:cubicBezTo>
                    <a:pt x="207567" y="2069379"/>
                    <a:pt x="142198" y="2053463"/>
                    <a:pt x="87628" y="2021631"/>
                  </a:cubicBezTo>
                  <a:cubicBezTo>
                    <a:pt x="64891" y="2007989"/>
                    <a:pt x="45564" y="1992073"/>
                    <a:pt x="29648" y="1972746"/>
                  </a:cubicBezTo>
                  <a:cubicBezTo>
                    <a:pt x="8616" y="1922724"/>
                    <a:pt x="-1048" y="1863039"/>
                    <a:pt x="90" y="1793122"/>
                  </a:cubicBezTo>
                  <a:lnTo>
                    <a:pt x="2932" y="1647603"/>
                  </a:lnTo>
                  <a:lnTo>
                    <a:pt x="229167" y="1594171"/>
                  </a:lnTo>
                  <a:lnTo>
                    <a:pt x="228030" y="1653288"/>
                  </a:lnTo>
                  <a:cubicBezTo>
                    <a:pt x="228030" y="1663519"/>
                    <a:pt x="228030" y="1672614"/>
                    <a:pt x="228599" y="1682846"/>
                  </a:cubicBezTo>
                  <a:cubicBezTo>
                    <a:pt x="229167" y="1688530"/>
                    <a:pt x="229736" y="1693646"/>
                    <a:pt x="230304" y="1698762"/>
                  </a:cubicBezTo>
                  <a:cubicBezTo>
                    <a:pt x="230873" y="1701036"/>
                    <a:pt x="230873" y="1703310"/>
                    <a:pt x="231441" y="1705583"/>
                  </a:cubicBezTo>
                  <a:cubicBezTo>
                    <a:pt x="232578" y="1717520"/>
                    <a:pt x="235420" y="1730026"/>
                    <a:pt x="239399" y="1742531"/>
                  </a:cubicBezTo>
                  <a:cubicBezTo>
                    <a:pt x="239967" y="1743668"/>
                    <a:pt x="239967" y="1745373"/>
                    <a:pt x="241105" y="1747647"/>
                  </a:cubicBezTo>
                  <a:cubicBezTo>
                    <a:pt x="241105" y="1748216"/>
                    <a:pt x="241673" y="1748216"/>
                    <a:pt x="241673" y="1748784"/>
                  </a:cubicBezTo>
                  <a:cubicBezTo>
                    <a:pt x="245652" y="1761290"/>
                    <a:pt x="251904" y="1773227"/>
                    <a:pt x="259862" y="1784595"/>
                  </a:cubicBezTo>
                  <a:cubicBezTo>
                    <a:pt x="259862" y="1785164"/>
                    <a:pt x="259862" y="1785164"/>
                    <a:pt x="260431" y="1785164"/>
                  </a:cubicBezTo>
                  <a:cubicBezTo>
                    <a:pt x="261000" y="1785732"/>
                    <a:pt x="261568" y="1787437"/>
                    <a:pt x="262705" y="1788006"/>
                  </a:cubicBezTo>
                  <a:cubicBezTo>
                    <a:pt x="263273" y="1788574"/>
                    <a:pt x="263842" y="1789711"/>
                    <a:pt x="264410" y="1790280"/>
                  </a:cubicBezTo>
                  <a:lnTo>
                    <a:pt x="264979" y="1790280"/>
                  </a:lnTo>
                  <a:cubicBezTo>
                    <a:pt x="267252" y="1793122"/>
                    <a:pt x="268957" y="1795964"/>
                    <a:pt x="270663" y="1797669"/>
                  </a:cubicBezTo>
                  <a:cubicBezTo>
                    <a:pt x="271231" y="1798238"/>
                    <a:pt x="271799" y="1798806"/>
                    <a:pt x="272937" y="1799943"/>
                  </a:cubicBezTo>
                  <a:cubicBezTo>
                    <a:pt x="274073" y="1801648"/>
                    <a:pt x="276915" y="1803922"/>
                    <a:pt x="278053" y="1805627"/>
                  </a:cubicBezTo>
                  <a:cubicBezTo>
                    <a:pt x="279758" y="1806764"/>
                    <a:pt x="280895" y="1807901"/>
                    <a:pt x="282600" y="1809606"/>
                  </a:cubicBezTo>
                  <a:cubicBezTo>
                    <a:pt x="284305" y="1811311"/>
                    <a:pt x="286579" y="1813017"/>
                    <a:pt x="288284" y="1814722"/>
                  </a:cubicBezTo>
                  <a:cubicBezTo>
                    <a:pt x="290558" y="1816996"/>
                    <a:pt x="293400" y="1819269"/>
                    <a:pt x="295674" y="1820975"/>
                  </a:cubicBezTo>
                  <a:cubicBezTo>
                    <a:pt x="296242" y="1821543"/>
                    <a:pt x="296811" y="1821543"/>
                    <a:pt x="297379" y="1822112"/>
                  </a:cubicBezTo>
                  <a:cubicBezTo>
                    <a:pt x="323527" y="1839733"/>
                    <a:pt x="356496" y="1848259"/>
                    <a:pt x="395149" y="1848259"/>
                  </a:cubicBezTo>
                  <a:cubicBezTo>
                    <a:pt x="402539" y="1848259"/>
                    <a:pt x="411065" y="1847691"/>
                    <a:pt x="419592" y="1847123"/>
                  </a:cubicBezTo>
                  <a:cubicBezTo>
                    <a:pt x="442898" y="1856217"/>
                    <a:pt x="471319" y="1859060"/>
                    <a:pt x="506562" y="1854512"/>
                  </a:cubicBezTo>
                  <a:cubicBezTo>
                    <a:pt x="518499" y="1852807"/>
                    <a:pt x="529867" y="1850533"/>
                    <a:pt x="542373" y="1847691"/>
                  </a:cubicBezTo>
                  <a:cubicBezTo>
                    <a:pt x="597511" y="1834617"/>
                    <a:pt x="641280" y="1813585"/>
                    <a:pt x="674249" y="1782890"/>
                  </a:cubicBezTo>
                  <a:cubicBezTo>
                    <a:pt x="721429" y="1740826"/>
                    <a:pt x="745303" y="1681709"/>
                    <a:pt x="747008" y="1604971"/>
                  </a:cubicBezTo>
                  <a:lnTo>
                    <a:pt x="750419" y="1436715"/>
                  </a:lnTo>
                  <a:lnTo>
                    <a:pt x="752693" y="1310524"/>
                  </a:lnTo>
                  <a:cubicBezTo>
                    <a:pt x="754398" y="1233785"/>
                    <a:pt x="736208" y="1178079"/>
                    <a:pt x="699260" y="1144542"/>
                  </a:cubicBezTo>
                  <a:cubicBezTo>
                    <a:pt x="685618" y="1104183"/>
                    <a:pt x="663449" y="1072919"/>
                    <a:pt x="632185" y="1050751"/>
                  </a:cubicBezTo>
                  <a:cubicBezTo>
                    <a:pt x="630480" y="1049614"/>
                    <a:pt x="628206" y="1047908"/>
                    <a:pt x="626501" y="1046771"/>
                  </a:cubicBezTo>
                  <a:cubicBezTo>
                    <a:pt x="621954" y="1044498"/>
                    <a:pt x="617406" y="1041087"/>
                    <a:pt x="612290" y="1038245"/>
                  </a:cubicBezTo>
                  <a:cubicBezTo>
                    <a:pt x="604901" y="1034266"/>
                    <a:pt x="598079" y="1031424"/>
                    <a:pt x="592963" y="1029719"/>
                  </a:cubicBezTo>
                  <a:cubicBezTo>
                    <a:pt x="587279" y="1027445"/>
                    <a:pt x="579890" y="1024603"/>
                    <a:pt x="572500" y="1022329"/>
                  </a:cubicBezTo>
                  <a:cubicBezTo>
                    <a:pt x="565679" y="1020055"/>
                    <a:pt x="558857" y="1018918"/>
                    <a:pt x="553742" y="1017782"/>
                  </a:cubicBezTo>
                  <a:cubicBezTo>
                    <a:pt x="549194" y="1016645"/>
                    <a:pt x="544078" y="1015508"/>
                    <a:pt x="538394" y="1015508"/>
                  </a:cubicBezTo>
                  <a:cubicBezTo>
                    <a:pt x="532709" y="1014939"/>
                    <a:pt x="527593" y="1014371"/>
                    <a:pt x="520773" y="1013234"/>
                  </a:cubicBezTo>
                  <a:cubicBezTo>
                    <a:pt x="513383" y="1012666"/>
                    <a:pt x="505425" y="1012666"/>
                    <a:pt x="496899" y="1012666"/>
                  </a:cubicBezTo>
                  <a:cubicBezTo>
                    <a:pt x="478708" y="1012666"/>
                    <a:pt x="460519" y="1013803"/>
                    <a:pt x="441192" y="1016645"/>
                  </a:cubicBezTo>
                  <a:cubicBezTo>
                    <a:pt x="423571" y="1018918"/>
                    <a:pt x="404244" y="1022329"/>
                    <a:pt x="379801" y="1028013"/>
                  </a:cubicBezTo>
                  <a:lnTo>
                    <a:pt x="330348" y="1039950"/>
                  </a:lnTo>
                  <a:lnTo>
                    <a:pt x="331485" y="974012"/>
                  </a:lnTo>
                  <a:lnTo>
                    <a:pt x="333759" y="856916"/>
                  </a:lnTo>
                  <a:lnTo>
                    <a:pt x="478140" y="822810"/>
                  </a:lnTo>
                  <a:cubicBezTo>
                    <a:pt x="502583" y="817125"/>
                    <a:pt x="526457" y="810304"/>
                    <a:pt x="547489" y="802346"/>
                  </a:cubicBezTo>
                  <a:cubicBezTo>
                    <a:pt x="691302" y="750619"/>
                    <a:pt x="764630" y="653417"/>
                    <a:pt x="766904" y="511309"/>
                  </a:cubicBezTo>
                  <a:lnTo>
                    <a:pt x="768040" y="445940"/>
                  </a:lnTo>
                  <a:cubicBezTo>
                    <a:pt x="769177" y="391939"/>
                    <a:pt x="756103" y="353285"/>
                    <a:pt x="729386" y="329980"/>
                  </a:cubicBezTo>
                  <a:cubicBezTo>
                    <a:pt x="727113" y="328275"/>
                    <a:pt x="725408" y="326569"/>
                    <a:pt x="723134" y="325432"/>
                  </a:cubicBezTo>
                  <a:cubicBezTo>
                    <a:pt x="714607" y="293600"/>
                    <a:pt x="699828" y="267452"/>
                    <a:pt x="677659" y="248126"/>
                  </a:cubicBezTo>
                  <a:cubicBezTo>
                    <a:pt x="673681" y="244147"/>
                    <a:pt x="669133" y="241305"/>
                    <a:pt x="664586" y="238462"/>
                  </a:cubicBezTo>
                  <a:cubicBezTo>
                    <a:pt x="657764" y="233915"/>
                    <a:pt x="650943" y="229936"/>
                    <a:pt x="642417" y="226525"/>
                  </a:cubicBezTo>
                  <a:cubicBezTo>
                    <a:pt x="627638" y="219704"/>
                    <a:pt x="611153" y="215725"/>
                    <a:pt x="593532" y="213451"/>
                  </a:cubicBezTo>
                  <a:cubicBezTo>
                    <a:pt x="585574" y="212315"/>
                    <a:pt x="575910" y="211746"/>
                    <a:pt x="566815" y="211746"/>
                  </a:cubicBezTo>
                  <a:cubicBezTo>
                    <a:pt x="554310" y="211746"/>
                    <a:pt x="540668" y="212315"/>
                    <a:pt x="525889" y="214588"/>
                  </a:cubicBezTo>
                  <a:cubicBezTo>
                    <a:pt x="512246" y="216294"/>
                    <a:pt x="498035" y="219136"/>
                    <a:pt x="481551" y="223115"/>
                  </a:cubicBezTo>
                  <a:cubicBezTo>
                    <a:pt x="463361" y="227662"/>
                    <a:pt x="447445" y="232210"/>
                    <a:pt x="432097" y="237894"/>
                  </a:cubicBezTo>
                  <a:lnTo>
                    <a:pt x="426413" y="240168"/>
                  </a:lnTo>
                  <a:cubicBezTo>
                    <a:pt x="425845" y="240736"/>
                    <a:pt x="424708" y="240736"/>
                    <a:pt x="424139" y="240736"/>
                  </a:cubicBezTo>
                  <a:cubicBezTo>
                    <a:pt x="417887" y="243010"/>
                    <a:pt x="412202" y="245284"/>
                    <a:pt x="408223" y="247557"/>
                  </a:cubicBezTo>
                  <a:cubicBezTo>
                    <a:pt x="404244" y="249263"/>
                    <a:pt x="400265" y="250968"/>
                    <a:pt x="396286" y="253242"/>
                  </a:cubicBezTo>
                  <a:cubicBezTo>
                    <a:pt x="320116" y="290190"/>
                    <a:pt x="272937" y="349306"/>
                    <a:pt x="257020" y="427750"/>
                  </a:cubicBezTo>
                  <a:cubicBezTo>
                    <a:pt x="254746" y="437413"/>
                    <a:pt x="253042" y="447645"/>
                    <a:pt x="251904" y="460151"/>
                  </a:cubicBezTo>
                  <a:cubicBezTo>
                    <a:pt x="250199" y="469814"/>
                    <a:pt x="249631" y="478909"/>
                    <a:pt x="249631" y="489709"/>
                  </a:cubicBezTo>
                  <a:lnTo>
                    <a:pt x="247357" y="598279"/>
                  </a:lnTo>
                  <a:lnTo>
                    <a:pt x="21121" y="651712"/>
                  </a:lnTo>
                  <a:lnTo>
                    <a:pt x="21690" y="607374"/>
                  </a:lnTo>
                  <a:cubicBezTo>
                    <a:pt x="24532" y="459582"/>
                    <a:pt x="79670" y="332254"/>
                    <a:pt x="188809" y="225388"/>
                  </a:cubicBezTo>
                  <a:cubicBezTo>
                    <a:pt x="286579" y="128755"/>
                    <a:pt x="415044" y="61680"/>
                    <a:pt x="575342" y="24164"/>
                  </a:cubicBezTo>
                  <a:cubicBezTo>
                    <a:pt x="608311" y="16206"/>
                    <a:pt x="640143" y="10521"/>
                    <a:pt x="670270" y="5974"/>
                  </a:cubicBezTo>
                  <a:cubicBezTo>
                    <a:pt x="704944" y="1427"/>
                    <a:pt x="737913" y="-847"/>
                    <a:pt x="768608" y="290"/>
                  </a:cubicBezTo>
                  <a:cubicBezTo>
                    <a:pt x="801578" y="6542"/>
                    <a:pt x="831704" y="16774"/>
                    <a:pt x="858421" y="31553"/>
                  </a:cubicBezTo>
                  <a:cubicBezTo>
                    <a:pt x="865242" y="35532"/>
                    <a:pt x="872063" y="39511"/>
                    <a:pt x="877748" y="43490"/>
                  </a:cubicBezTo>
                  <a:cubicBezTo>
                    <a:pt x="878316" y="44059"/>
                    <a:pt x="878884" y="44059"/>
                    <a:pt x="880021" y="44627"/>
                  </a:cubicBezTo>
                  <a:cubicBezTo>
                    <a:pt x="885705" y="48038"/>
                    <a:pt x="890253" y="52017"/>
                    <a:pt x="895369" y="56564"/>
                  </a:cubicBezTo>
                  <a:cubicBezTo>
                    <a:pt x="895937" y="57133"/>
                    <a:pt x="897074" y="57701"/>
                    <a:pt x="897643" y="58270"/>
                  </a:cubicBezTo>
                  <a:cubicBezTo>
                    <a:pt x="899348" y="59407"/>
                    <a:pt x="901053" y="60543"/>
                    <a:pt x="902190" y="62249"/>
                  </a:cubicBezTo>
                  <a:cubicBezTo>
                    <a:pt x="902758" y="62817"/>
                    <a:pt x="903327" y="62817"/>
                    <a:pt x="903895" y="63954"/>
                  </a:cubicBezTo>
                  <a:cubicBezTo>
                    <a:pt x="926064" y="83281"/>
                    <a:pt x="943685" y="107723"/>
                    <a:pt x="957328" y="136713"/>
                  </a:cubicBezTo>
                  <a:cubicBezTo>
                    <a:pt x="959033" y="141829"/>
                    <a:pt x="961307" y="146945"/>
                    <a:pt x="964149" y="152061"/>
                  </a:cubicBezTo>
                  <a:cubicBezTo>
                    <a:pt x="965854" y="157745"/>
                    <a:pt x="968128" y="162861"/>
                    <a:pt x="969833" y="168545"/>
                  </a:cubicBezTo>
                  <a:cubicBezTo>
                    <a:pt x="970401" y="169114"/>
                    <a:pt x="970401" y="170251"/>
                    <a:pt x="970401" y="170819"/>
                  </a:cubicBezTo>
                  <a:cubicBezTo>
                    <a:pt x="971539" y="174798"/>
                    <a:pt x="972675" y="178777"/>
                    <a:pt x="973812" y="183325"/>
                  </a:cubicBezTo>
                  <a:cubicBezTo>
                    <a:pt x="973812" y="184461"/>
                    <a:pt x="974381" y="187304"/>
                    <a:pt x="974949" y="187872"/>
                  </a:cubicBezTo>
                  <a:lnTo>
                    <a:pt x="975517" y="192419"/>
                  </a:lnTo>
                  <a:cubicBezTo>
                    <a:pt x="977223" y="199241"/>
                    <a:pt x="978360" y="206062"/>
                    <a:pt x="979496" y="213451"/>
                  </a:cubicBezTo>
                  <a:lnTo>
                    <a:pt x="980065" y="216294"/>
                  </a:lnTo>
                  <a:cubicBezTo>
                    <a:pt x="980633" y="218567"/>
                    <a:pt x="980633" y="220273"/>
                    <a:pt x="981202" y="221978"/>
                  </a:cubicBezTo>
                  <a:cubicBezTo>
                    <a:pt x="981202" y="223115"/>
                    <a:pt x="981202" y="224252"/>
                    <a:pt x="981770" y="225388"/>
                  </a:cubicBezTo>
                  <a:cubicBezTo>
                    <a:pt x="982338" y="228231"/>
                    <a:pt x="982338" y="231073"/>
                    <a:pt x="982907" y="234483"/>
                  </a:cubicBezTo>
                  <a:lnTo>
                    <a:pt x="983476" y="241873"/>
                  </a:lnTo>
                  <a:cubicBezTo>
                    <a:pt x="988592" y="260063"/>
                    <a:pt x="989160" y="278821"/>
                    <a:pt x="989160" y="300421"/>
                  </a:cubicBezTo>
                  <a:close/>
                </a:path>
              </a:pathLst>
            </a:custGeom>
            <a:gradFill>
              <a:gsLst>
                <a:gs pos="0">
                  <a:srgbClr val="2346F5">
                    <a:lumMod val="75000"/>
                    <a:lumOff val="25000"/>
                  </a:srgbClr>
                </a:gs>
                <a:gs pos="100000">
                  <a:srgbClr val="2346F5"/>
                </a:gs>
              </a:gsLst>
              <a:lin ang="4200000" scaled="0"/>
            </a:gradFill>
            <a:ln w="2089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nvGrpSpPr>
            <p:cNvPr id="475" name="图形 826"/>
            <p:cNvGrpSpPr/>
            <p:nvPr/>
          </p:nvGrpSpPr>
          <p:grpSpPr>
            <a:xfrm>
              <a:off x="5718730" y="1374433"/>
              <a:ext cx="752994" cy="1207703"/>
              <a:chOff x="10455635" y="1028997"/>
              <a:chExt cx="1078299" cy="1729450"/>
            </a:xfrm>
            <a:solidFill>
              <a:srgbClr val="2346F5">
                <a:lumMod val="60000"/>
                <a:lumOff val="40000"/>
              </a:srgbClr>
            </a:solidFill>
          </p:grpSpPr>
          <p:sp>
            <p:nvSpPr>
              <p:cNvPr id="476" name="任意多边形: 形状 308"/>
              <p:cNvSpPr/>
              <p:nvPr>
                <p:custDataLst>
                  <p:tags r:id="rId113"/>
                </p:custDataLst>
              </p:nvPr>
            </p:nvSpPr>
            <p:spPr>
              <a:xfrm>
                <a:off x="11214343" y="1028997"/>
                <a:ext cx="258206" cy="173700"/>
              </a:xfrm>
              <a:custGeom>
                <a:avLst/>
                <a:gdLst>
                  <a:gd name="connsiteX0" fmla="*/ 258178 w 258206"/>
                  <a:gd name="connsiteY0" fmla="*/ 173603 h 173700"/>
                  <a:gd name="connsiteX1" fmla="*/ 57522 w 258206"/>
                  <a:gd name="connsiteY1" fmla="*/ 31495 h 173700"/>
                  <a:gd name="connsiteX2" fmla="*/ 679 w 258206"/>
                  <a:gd name="connsiteY2" fmla="*/ 1368 h 173700"/>
                  <a:gd name="connsiteX3" fmla="*/ 50132 w 258206"/>
                  <a:gd name="connsiteY3" fmla="*/ 42864 h 173700"/>
                  <a:gd name="connsiteX4" fmla="*/ 258178 w 258206"/>
                  <a:gd name="connsiteY4" fmla="*/ 173603 h 173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206" h="173700">
                    <a:moveTo>
                      <a:pt x="258178" y="173603"/>
                    </a:moveTo>
                    <a:cubicBezTo>
                      <a:pt x="260452" y="170761"/>
                      <a:pt x="128576" y="79243"/>
                      <a:pt x="57522" y="31495"/>
                    </a:cubicBezTo>
                    <a:cubicBezTo>
                      <a:pt x="5794" y="-3179"/>
                      <a:pt x="2952" y="-1474"/>
                      <a:pt x="679" y="1368"/>
                    </a:cubicBezTo>
                    <a:cubicBezTo>
                      <a:pt x="-1595" y="4210"/>
                      <a:pt x="-1027" y="8758"/>
                      <a:pt x="50132" y="42864"/>
                    </a:cubicBezTo>
                    <a:cubicBezTo>
                      <a:pt x="121186" y="90043"/>
                      <a:pt x="256473" y="177013"/>
                      <a:pt x="258178" y="173603"/>
                    </a:cubicBezTo>
                    <a:close/>
                  </a:path>
                </a:pathLst>
              </a:custGeom>
              <a:grpFill/>
              <a:ln w="5679" cap="flat">
                <a:noFill/>
                <a:prstDash val="solid"/>
                <a:miter/>
              </a:ln>
            </p:spPr>
            <p:txBody>
              <a:bodyPr rtlCol="0" anchor="ctr"/>
              <a:lstStyle/>
              <a:p>
                <a:endParaRPr lang="zh-CN" altLang="en-US"/>
              </a:p>
            </p:txBody>
          </p:sp>
          <p:sp>
            <p:nvSpPr>
              <p:cNvPr id="477" name="任意多边形: 形状 309"/>
              <p:cNvSpPr/>
              <p:nvPr>
                <p:custDataLst>
                  <p:tags r:id="rId114"/>
                </p:custDataLst>
              </p:nvPr>
            </p:nvSpPr>
            <p:spPr>
              <a:xfrm>
                <a:off x="11212719" y="1102204"/>
                <a:ext cx="315532" cy="213025"/>
              </a:xfrm>
              <a:custGeom>
                <a:avLst/>
                <a:gdLst>
                  <a:gd name="connsiteX0" fmla="*/ 315508 w 315532"/>
                  <a:gd name="connsiteY0" fmla="*/ 212946 h 213025"/>
                  <a:gd name="connsiteX1" fmla="*/ 69378 w 315532"/>
                  <a:gd name="connsiteY1" fmla="*/ 39574 h 213025"/>
                  <a:gd name="connsiteX2" fmla="*/ 597 w 315532"/>
                  <a:gd name="connsiteY2" fmla="*/ 1489 h 213025"/>
                  <a:gd name="connsiteX3" fmla="*/ 61988 w 315532"/>
                  <a:gd name="connsiteY3" fmla="*/ 50374 h 213025"/>
                  <a:gd name="connsiteX4" fmla="*/ 315508 w 315532"/>
                  <a:gd name="connsiteY4" fmla="*/ 212946 h 213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532" h="213025">
                    <a:moveTo>
                      <a:pt x="315508" y="212946"/>
                    </a:moveTo>
                    <a:cubicBezTo>
                      <a:pt x="317782" y="210104"/>
                      <a:pt x="156348" y="98123"/>
                      <a:pt x="69378" y="39574"/>
                    </a:cubicBezTo>
                    <a:cubicBezTo>
                      <a:pt x="6282" y="-3058"/>
                      <a:pt x="2871" y="-1921"/>
                      <a:pt x="597" y="1489"/>
                    </a:cubicBezTo>
                    <a:cubicBezTo>
                      <a:pt x="-1676" y="4332"/>
                      <a:pt x="-539" y="8879"/>
                      <a:pt x="61988" y="50374"/>
                    </a:cubicBezTo>
                    <a:cubicBezTo>
                      <a:pt x="148958" y="108923"/>
                      <a:pt x="313235" y="216356"/>
                      <a:pt x="315508" y="212946"/>
                    </a:cubicBezTo>
                    <a:close/>
                  </a:path>
                </a:pathLst>
              </a:custGeom>
              <a:grpFill/>
              <a:ln w="5679" cap="flat">
                <a:noFill/>
                <a:prstDash val="solid"/>
                <a:miter/>
              </a:ln>
            </p:spPr>
            <p:txBody>
              <a:bodyPr rtlCol="0" anchor="ctr"/>
              <a:lstStyle/>
              <a:p>
                <a:endParaRPr lang="zh-CN" altLang="en-US"/>
              </a:p>
            </p:txBody>
          </p:sp>
          <p:sp>
            <p:nvSpPr>
              <p:cNvPr id="478" name="任意多边形: 形状 310"/>
              <p:cNvSpPr/>
              <p:nvPr>
                <p:custDataLst>
                  <p:tags r:id="rId115"/>
                </p:custDataLst>
              </p:nvPr>
            </p:nvSpPr>
            <p:spPr>
              <a:xfrm>
                <a:off x="11211586" y="1175847"/>
                <a:ext cx="322348" cy="216664"/>
              </a:xfrm>
              <a:custGeom>
                <a:avLst/>
                <a:gdLst>
                  <a:gd name="connsiteX0" fmla="*/ 322326 w 322348"/>
                  <a:gd name="connsiteY0" fmla="*/ 216610 h 216664"/>
                  <a:gd name="connsiteX1" fmla="*/ 70511 w 322348"/>
                  <a:gd name="connsiteY1" fmla="*/ 40396 h 216664"/>
                  <a:gd name="connsiteX2" fmla="*/ 594 w 322348"/>
                  <a:gd name="connsiteY2" fmla="*/ 1174 h 216664"/>
                  <a:gd name="connsiteX3" fmla="*/ 63121 w 322348"/>
                  <a:gd name="connsiteY3" fmla="*/ 51196 h 216664"/>
                  <a:gd name="connsiteX4" fmla="*/ 322326 w 322348"/>
                  <a:gd name="connsiteY4" fmla="*/ 216610 h 216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348" h="216664">
                    <a:moveTo>
                      <a:pt x="322326" y="216610"/>
                    </a:moveTo>
                    <a:cubicBezTo>
                      <a:pt x="324600" y="213768"/>
                      <a:pt x="159186" y="99513"/>
                      <a:pt x="70511" y="40396"/>
                    </a:cubicBezTo>
                    <a:cubicBezTo>
                      <a:pt x="6278" y="-2805"/>
                      <a:pt x="2299" y="-1668"/>
                      <a:pt x="594" y="1174"/>
                    </a:cubicBezTo>
                    <a:cubicBezTo>
                      <a:pt x="-1680" y="4016"/>
                      <a:pt x="-543" y="8564"/>
                      <a:pt x="63121" y="51196"/>
                    </a:cubicBezTo>
                    <a:cubicBezTo>
                      <a:pt x="152365" y="110313"/>
                      <a:pt x="320620" y="219452"/>
                      <a:pt x="322326" y="216610"/>
                    </a:cubicBezTo>
                    <a:close/>
                  </a:path>
                </a:pathLst>
              </a:custGeom>
              <a:grpFill/>
              <a:ln w="5679" cap="flat">
                <a:noFill/>
                <a:prstDash val="solid"/>
                <a:miter/>
              </a:ln>
            </p:spPr>
            <p:txBody>
              <a:bodyPr rtlCol="0" anchor="ctr"/>
              <a:lstStyle/>
              <a:p>
                <a:endParaRPr lang="zh-CN" altLang="en-US"/>
              </a:p>
            </p:txBody>
          </p:sp>
          <p:sp>
            <p:nvSpPr>
              <p:cNvPr id="479" name="任意多边形: 形状 311"/>
              <p:cNvSpPr/>
              <p:nvPr>
                <p:custDataLst>
                  <p:tags r:id="rId116"/>
                </p:custDataLst>
              </p:nvPr>
            </p:nvSpPr>
            <p:spPr>
              <a:xfrm>
                <a:off x="11209882" y="1248606"/>
                <a:ext cx="324052" cy="217800"/>
              </a:xfrm>
              <a:custGeom>
                <a:avLst/>
                <a:gdLst>
                  <a:gd name="connsiteX0" fmla="*/ 324030 w 324052"/>
                  <a:gd name="connsiteY0" fmla="*/ 217747 h 217800"/>
                  <a:gd name="connsiteX1" fmla="*/ 71078 w 324052"/>
                  <a:gd name="connsiteY1" fmla="*/ 40396 h 217800"/>
                  <a:gd name="connsiteX2" fmla="*/ 592 w 324052"/>
                  <a:gd name="connsiteY2" fmla="*/ 1174 h 217800"/>
                  <a:gd name="connsiteX3" fmla="*/ 63688 w 324052"/>
                  <a:gd name="connsiteY3" fmla="*/ 51196 h 217800"/>
                  <a:gd name="connsiteX4" fmla="*/ 324030 w 324052"/>
                  <a:gd name="connsiteY4" fmla="*/ 217747 h 21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052" h="217800">
                    <a:moveTo>
                      <a:pt x="324030" y="217747"/>
                    </a:moveTo>
                    <a:cubicBezTo>
                      <a:pt x="326303" y="214904"/>
                      <a:pt x="160321" y="100081"/>
                      <a:pt x="71078" y="40396"/>
                    </a:cubicBezTo>
                    <a:cubicBezTo>
                      <a:pt x="6276" y="-2805"/>
                      <a:pt x="2866" y="-1668"/>
                      <a:pt x="592" y="1174"/>
                    </a:cubicBezTo>
                    <a:cubicBezTo>
                      <a:pt x="-1682" y="4016"/>
                      <a:pt x="-545" y="8564"/>
                      <a:pt x="63688" y="51196"/>
                    </a:cubicBezTo>
                    <a:cubicBezTo>
                      <a:pt x="153500" y="111450"/>
                      <a:pt x="322324" y="220589"/>
                      <a:pt x="324030" y="217747"/>
                    </a:cubicBezTo>
                    <a:close/>
                  </a:path>
                </a:pathLst>
              </a:custGeom>
              <a:grpFill/>
              <a:ln w="5679" cap="flat">
                <a:noFill/>
                <a:prstDash val="solid"/>
                <a:miter/>
              </a:ln>
            </p:spPr>
            <p:txBody>
              <a:bodyPr rtlCol="0" anchor="ctr"/>
              <a:lstStyle/>
              <a:p>
                <a:endParaRPr lang="zh-CN" altLang="en-US"/>
              </a:p>
            </p:txBody>
          </p:sp>
          <p:sp>
            <p:nvSpPr>
              <p:cNvPr id="480" name="任意多边形: 形状 312"/>
              <p:cNvSpPr/>
              <p:nvPr>
                <p:custDataLst>
                  <p:tags r:id="rId117"/>
                </p:custDataLst>
              </p:nvPr>
            </p:nvSpPr>
            <p:spPr>
              <a:xfrm>
                <a:off x="11201390" y="1315693"/>
                <a:ext cx="332543" cy="223494"/>
              </a:xfrm>
              <a:custGeom>
                <a:avLst/>
                <a:gdLst>
                  <a:gd name="connsiteX0" fmla="*/ 332521 w 332543"/>
                  <a:gd name="connsiteY0" fmla="*/ 223419 h 223494"/>
                  <a:gd name="connsiteX1" fmla="*/ 72748 w 332543"/>
                  <a:gd name="connsiteY1" fmla="*/ 41521 h 223494"/>
                  <a:gd name="connsiteX2" fmla="*/ 557 w 332543"/>
                  <a:gd name="connsiteY2" fmla="*/ 1162 h 223494"/>
                  <a:gd name="connsiteX3" fmla="*/ 65359 w 332543"/>
                  <a:gd name="connsiteY3" fmla="*/ 52321 h 223494"/>
                  <a:gd name="connsiteX4" fmla="*/ 332521 w 332543"/>
                  <a:gd name="connsiteY4" fmla="*/ 223419 h 223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543" h="223494">
                    <a:moveTo>
                      <a:pt x="332521" y="223419"/>
                    </a:moveTo>
                    <a:cubicBezTo>
                      <a:pt x="334795" y="220577"/>
                      <a:pt x="164266" y="102911"/>
                      <a:pt x="72748" y="41521"/>
                    </a:cubicBezTo>
                    <a:cubicBezTo>
                      <a:pt x="6242" y="-2817"/>
                      <a:pt x="2831" y="-1680"/>
                      <a:pt x="557" y="1162"/>
                    </a:cubicBezTo>
                    <a:cubicBezTo>
                      <a:pt x="-1717" y="4004"/>
                      <a:pt x="-11" y="8552"/>
                      <a:pt x="65359" y="52321"/>
                    </a:cubicBezTo>
                    <a:cubicBezTo>
                      <a:pt x="157444" y="114280"/>
                      <a:pt x="330816" y="226829"/>
                      <a:pt x="332521" y="223419"/>
                    </a:cubicBezTo>
                    <a:close/>
                  </a:path>
                </a:pathLst>
              </a:custGeom>
              <a:grpFill/>
              <a:ln w="5679" cap="flat">
                <a:noFill/>
                <a:prstDash val="solid"/>
                <a:miter/>
              </a:ln>
            </p:spPr>
            <p:txBody>
              <a:bodyPr rtlCol="0" anchor="ctr"/>
              <a:lstStyle/>
              <a:p>
                <a:endParaRPr lang="zh-CN" altLang="en-US"/>
              </a:p>
            </p:txBody>
          </p:sp>
          <p:sp>
            <p:nvSpPr>
              <p:cNvPr id="481" name="任意多边形: 形状 313"/>
              <p:cNvSpPr/>
              <p:nvPr>
                <p:custDataLst>
                  <p:tags r:id="rId118"/>
                </p:custDataLst>
              </p:nvPr>
            </p:nvSpPr>
            <p:spPr>
              <a:xfrm>
                <a:off x="11184342" y="1379709"/>
                <a:ext cx="341065" cy="229371"/>
              </a:xfrm>
              <a:custGeom>
                <a:avLst/>
                <a:gdLst>
                  <a:gd name="connsiteX0" fmla="*/ 341043 w 341065"/>
                  <a:gd name="connsiteY0" fmla="*/ 229319 h 229371"/>
                  <a:gd name="connsiteX1" fmla="*/ 74449 w 341065"/>
                  <a:gd name="connsiteY1" fmla="*/ 42874 h 229371"/>
                  <a:gd name="connsiteX2" fmla="*/ 553 w 341065"/>
                  <a:gd name="connsiteY2" fmla="*/ 1379 h 229371"/>
                  <a:gd name="connsiteX3" fmla="*/ 67059 w 341065"/>
                  <a:gd name="connsiteY3" fmla="*/ 53674 h 229371"/>
                  <a:gd name="connsiteX4" fmla="*/ 341043 w 341065"/>
                  <a:gd name="connsiteY4" fmla="*/ 229319 h 22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065" h="229371">
                    <a:moveTo>
                      <a:pt x="341043" y="229319"/>
                    </a:moveTo>
                    <a:cubicBezTo>
                      <a:pt x="343317" y="226477"/>
                      <a:pt x="168240" y="105970"/>
                      <a:pt x="74449" y="42874"/>
                    </a:cubicBezTo>
                    <a:cubicBezTo>
                      <a:pt x="6237" y="-2600"/>
                      <a:pt x="2258" y="-2032"/>
                      <a:pt x="553" y="1379"/>
                    </a:cubicBezTo>
                    <a:cubicBezTo>
                      <a:pt x="-1721" y="4221"/>
                      <a:pt x="-16" y="8768"/>
                      <a:pt x="67059" y="53674"/>
                    </a:cubicBezTo>
                    <a:cubicBezTo>
                      <a:pt x="161419" y="116770"/>
                      <a:pt x="339338" y="232162"/>
                      <a:pt x="341043" y="229319"/>
                    </a:cubicBezTo>
                    <a:close/>
                  </a:path>
                </a:pathLst>
              </a:custGeom>
              <a:grpFill/>
              <a:ln w="5679" cap="flat">
                <a:noFill/>
                <a:prstDash val="solid"/>
                <a:miter/>
              </a:ln>
            </p:spPr>
            <p:txBody>
              <a:bodyPr rtlCol="0" anchor="ctr"/>
              <a:lstStyle/>
              <a:p>
                <a:endParaRPr lang="zh-CN" altLang="en-US"/>
              </a:p>
            </p:txBody>
          </p:sp>
          <p:sp>
            <p:nvSpPr>
              <p:cNvPr id="482" name="任意多边形: 形状 314"/>
              <p:cNvSpPr/>
              <p:nvPr>
                <p:custDataLst>
                  <p:tags r:id="rId119"/>
                </p:custDataLst>
              </p:nvPr>
            </p:nvSpPr>
            <p:spPr>
              <a:xfrm>
                <a:off x="11161599" y="1443584"/>
                <a:ext cx="328566" cy="220635"/>
              </a:xfrm>
              <a:custGeom>
                <a:avLst/>
                <a:gdLst>
                  <a:gd name="connsiteX0" fmla="*/ 328543 w 328566"/>
                  <a:gd name="connsiteY0" fmla="*/ 220583 h 220635"/>
                  <a:gd name="connsiteX1" fmla="*/ 71613 w 328566"/>
                  <a:gd name="connsiteY1" fmla="*/ 40958 h 220635"/>
                  <a:gd name="connsiteX2" fmla="*/ 559 w 328566"/>
                  <a:gd name="connsiteY2" fmla="*/ 1168 h 220635"/>
                  <a:gd name="connsiteX3" fmla="*/ 64792 w 328566"/>
                  <a:gd name="connsiteY3" fmla="*/ 51759 h 220635"/>
                  <a:gd name="connsiteX4" fmla="*/ 328543 w 328566"/>
                  <a:gd name="connsiteY4" fmla="*/ 220583 h 22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66" h="220635">
                    <a:moveTo>
                      <a:pt x="328543" y="220583"/>
                    </a:moveTo>
                    <a:cubicBezTo>
                      <a:pt x="330817" y="217740"/>
                      <a:pt x="162562" y="101212"/>
                      <a:pt x="71613" y="40958"/>
                    </a:cubicBezTo>
                    <a:cubicBezTo>
                      <a:pt x="5675" y="-2811"/>
                      <a:pt x="2264" y="-1674"/>
                      <a:pt x="559" y="1168"/>
                    </a:cubicBezTo>
                    <a:cubicBezTo>
                      <a:pt x="-1715" y="4010"/>
                      <a:pt x="-9" y="8558"/>
                      <a:pt x="64792" y="51759"/>
                    </a:cubicBezTo>
                    <a:cubicBezTo>
                      <a:pt x="155172" y="112012"/>
                      <a:pt x="326838" y="223425"/>
                      <a:pt x="328543" y="220583"/>
                    </a:cubicBezTo>
                    <a:close/>
                  </a:path>
                </a:pathLst>
              </a:custGeom>
              <a:grpFill/>
              <a:ln w="5679" cap="flat">
                <a:noFill/>
                <a:prstDash val="solid"/>
                <a:miter/>
              </a:ln>
            </p:spPr>
            <p:txBody>
              <a:bodyPr rtlCol="0" anchor="ctr"/>
              <a:lstStyle/>
              <a:p>
                <a:endParaRPr lang="zh-CN" altLang="en-US"/>
              </a:p>
            </p:txBody>
          </p:sp>
          <p:sp>
            <p:nvSpPr>
              <p:cNvPr id="483" name="任意多边形: 形状 315"/>
              <p:cNvSpPr/>
              <p:nvPr>
                <p:custDataLst>
                  <p:tags r:id="rId120"/>
                </p:custDataLst>
              </p:nvPr>
            </p:nvSpPr>
            <p:spPr>
              <a:xfrm>
                <a:off x="11133186" y="1491929"/>
                <a:ext cx="346746" cy="233109"/>
              </a:xfrm>
              <a:custGeom>
                <a:avLst/>
                <a:gdLst>
                  <a:gd name="connsiteX0" fmla="*/ 346724 w 346746"/>
                  <a:gd name="connsiteY0" fmla="*/ 233059 h 233109"/>
                  <a:gd name="connsiteX1" fmla="*/ 75582 w 346746"/>
                  <a:gd name="connsiteY1" fmla="*/ 43771 h 233109"/>
                  <a:gd name="connsiteX2" fmla="*/ 550 w 346746"/>
                  <a:gd name="connsiteY2" fmla="*/ 1139 h 233109"/>
                  <a:gd name="connsiteX3" fmla="*/ 68193 w 346746"/>
                  <a:gd name="connsiteY3" fmla="*/ 54572 h 233109"/>
                  <a:gd name="connsiteX4" fmla="*/ 346724 w 346746"/>
                  <a:gd name="connsiteY4" fmla="*/ 233059 h 233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746" h="233109">
                    <a:moveTo>
                      <a:pt x="346724" y="233059"/>
                    </a:moveTo>
                    <a:cubicBezTo>
                      <a:pt x="348998" y="230217"/>
                      <a:pt x="171079" y="107436"/>
                      <a:pt x="75582" y="43771"/>
                    </a:cubicBezTo>
                    <a:cubicBezTo>
                      <a:pt x="6234" y="-2840"/>
                      <a:pt x="2255" y="-1703"/>
                      <a:pt x="550" y="1139"/>
                    </a:cubicBezTo>
                    <a:cubicBezTo>
                      <a:pt x="-1724" y="3981"/>
                      <a:pt x="-19" y="8529"/>
                      <a:pt x="68193" y="54572"/>
                    </a:cubicBezTo>
                    <a:cubicBezTo>
                      <a:pt x="163689" y="118236"/>
                      <a:pt x="344451" y="235901"/>
                      <a:pt x="346724" y="233059"/>
                    </a:cubicBezTo>
                    <a:close/>
                  </a:path>
                </a:pathLst>
              </a:custGeom>
              <a:grpFill/>
              <a:ln w="5679" cap="flat">
                <a:noFill/>
                <a:prstDash val="solid"/>
                <a:miter/>
              </a:ln>
            </p:spPr>
            <p:txBody>
              <a:bodyPr rtlCol="0" anchor="ctr"/>
              <a:lstStyle/>
              <a:p>
                <a:endParaRPr lang="zh-CN" altLang="en-US"/>
              </a:p>
            </p:txBody>
          </p:sp>
          <p:sp>
            <p:nvSpPr>
              <p:cNvPr id="484" name="任意多边形: 形状 316"/>
              <p:cNvSpPr/>
              <p:nvPr>
                <p:custDataLst>
                  <p:tags r:id="rId121"/>
                </p:custDataLst>
              </p:nvPr>
            </p:nvSpPr>
            <p:spPr>
              <a:xfrm>
                <a:off x="11098511" y="1541951"/>
                <a:ext cx="342768" cy="234246"/>
              </a:xfrm>
              <a:custGeom>
                <a:avLst/>
                <a:gdLst>
                  <a:gd name="connsiteX0" fmla="*/ 342746 w 342768"/>
                  <a:gd name="connsiteY0" fmla="*/ 234196 h 234246"/>
                  <a:gd name="connsiteX1" fmla="*/ 75016 w 342768"/>
                  <a:gd name="connsiteY1" fmla="*/ 43771 h 234246"/>
                  <a:gd name="connsiteX2" fmla="*/ 551 w 342768"/>
                  <a:gd name="connsiteY2" fmla="*/ 1139 h 234246"/>
                  <a:gd name="connsiteX3" fmla="*/ 67626 w 342768"/>
                  <a:gd name="connsiteY3" fmla="*/ 54572 h 234246"/>
                  <a:gd name="connsiteX4" fmla="*/ 342746 w 342768"/>
                  <a:gd name="connsiteY4" fmla="*/ 234196 h 234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768" h="234246">
                    <a:moveTo>
                      <a:pt x="342746" y="234196"/>
                    </a:moveTo>
                    <a:cubicBezTo>
                      <a:pt x="345020" y="231354"/>
                      <a:pt x="169375" y="108004"/>
                      <a:pt x="75016" y="43771"/>
                    </a:cubicBezTo>
                    <a:cubicBezTo>
                      <a:pt x="6236" y="-2840"/>
                      <a:pt x="2825" y="-1703"/>
                      <a:pt x="551" y="1139"/>
                    </a:cubicBezTo>
                    <a:cubicBezTo>
                      <a:pt x="-1723" y="3981"/>
                      <a:pt x="-17" y="8529"/>
                      <a:pt x="67626" y="54572"/>
                    </a:cubicBezTo>
                    <a:cubicBezTo>
                      <a:pt x="161986" y="118804"/>
                      <a:pt x="341042" y="237038"/>
                      <a:pt x="342746" y="234196"/>
                    </a:cubicBezTo>
                    <a:close/>
                  </a:path>
                </a:pathLst>
              </a:custGeom>
              <a:grpFill/>
              <a:ln w="5679" cap="flat">
                <a:noFill/>
                <a:prstDash val="solid"/>
                <a:miter/>
              </a:ln>
            </p:spPr>
            <p:txBody>
              <a:bodyPr rtlCol="0" anchor="ctr"/>
              <a:lstStyle/>
              <a:p>
                <a:endParaRPr lang="zh-CN" altLang="en-US"/>
              </a:p>
            </p:txBody>
          </p:sp>
          <p:sp>
            <p:nvSpPr>
              <p:cNvPr id="485" name="任意多边形: 形状 317"/>
              <p:cNvSpPr/>
              <p:nvPr>
                <p:custDataLst>
                  <p:tags r:id="rId122"/>
                </p:custDataLst>
              </p:nvPr>
            </p:nvSpPr>
            <p:spPr>
              <a:xfrm>
                <a:off x="11057580" y="1589120"/>
                <a:ext cx="338792" cy="228006"/>
              </a:xfrm>
              <a:custGeom>
                <a:avLst/>
                <a:gdLst>
                  <a:gd name="connsiteX0" fmla="*/ 338771 w 338792"/>
                  <a:gd name="connsiteY0" fmla="*/ 227955 h 228006"/>
                  <a:gd name="connsiteX1" fmla="*/ 73882 w 338792"/>
                  <a:gd name="connsiteY1" fmla="*/ 42646 h 228006"/>
                  <a:gd name="connsiteX2" fmla="*/ 554 w 338792"/>
                  <a:gd name="connsiteY2" fmla="*/ 1150 h 228006"/>
                  <a:gd name="connsiteX3" fmla="*/ 66493 w 338792"/>
                  <a:gd name="connsiteY3" fmla="*/ 53446 h 228006"/>
                  <a:gd name="connsiteX4" fmla="*/ 338771 w 338792"/>
                  <a:gd name="connsiteY4" fmla="*/ 227955 h 228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792" h="228006">
                    <a:moveTo>
                      <a:pt x="338771" y="227955"/>
                    </a:moveTo>
                    <a:cubicBezTo>
                      <a:pt x="341044" y="225112"/>
                      <a:pt x="167105" y="105173"/>
                      <a:pt x="73882" y="42646"/>
                    </a:cubicBezTo>
                    <a:cubicBezTo>
                      <a:pt x="6238" y="-2829"/>
                      <a:pt x="2260" y="-1692"/>
                      <a:pt x="554" y="1150"/>
                    </a:cubicBezTo>
                    <a:cubicBezTo>
                      <a:pt x="-1719" y="3993"/>
                      <a:pt x="-14" y="8540"/>
                      <a:pt x="66493" y="53446"/>
                    </a:cubicBezTo>
                    <a:cubicBezTo>
                      <a:pt x="160284" y="115974"/>
                      <a:pt x="337066" y="230797"/>
                      <a:pt x="338771" y="227955"/>
                    </a:cubicBezTo>
                    <a:close/>
                  </a:path>
                </a:pathLst>
              </a:custGeom>
              <a:grpFill/>
              <a:ln w="5679" cap="flat">
                <a:noFill/>
                <a:prstDash val="solid"/>
                <a:miter/>
              </a:ln>
            </p:spPr>
            <p:txBody>
              <a:bodyPr rtlCol="0" anchor="ctr"/>
              <a:lstStyle/>
              <a:p>
                <a:endParaRPr lang="zh-CN" altLang="en-US"/>
              </a:p>
            </p:txBody>
          </p:sp>
          <p:sp>
            <p:nvSpPr>
              <p:cNvPr id="486" name="任意多边形: 形状 318"/>
              <p:cNvSpPr/>
              <p:nvPr>
                <p:custDataLst>
                  <p:tags r:id="rId123"/>
                </p:custDataLst>
              </p:nvPr>
            </p:nvSpPr>
            <p:spPr>
              <a:xfrm>
                <a:off x="11009258" y="1632871"/>
                <a:ext cx="326862" cy="219499"/>
              </a:xfrm>
              <a:custGeom>
                <a:avLst/>
                <a:gdLst>
                  <a:gd name="connsiteX0" fmla="*/ 326840 w 326862"/>
                  <a:gd name="connsiteY0" fmla="*/ 219446 h 219499"/>
                  <a:gd name="connsiteX1" fmla="*/ 71614 w 326862"/>
                  <a:gd name="connsiteY1" fmla="*/ 40958 h 219499"/>
                  <a:gd name="connsiteX2" fmla="*/ 560 w 326862"/>
                  <a:gd name="connsiteY2" fmla="*/ 1168 h 219499"/>
                  <a:gd name="connsiteX3" fmla="*/ 64225 w 326862"/>
                  <a:gd name="connsiteY3" fmla="*/ 51759 h 219499"/>
                  <a:gd name="connsiteX4" fmla="*/ 326840 w 326862"/>
                  <a:gd name="connsiteY4" fmla="*/ 219446 h 219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862" h="219499">
                    <a:moveTo>
                      <a:pt x="326840" y="219446"/>
                    </a:moveTo>
                    <a:cubicBezTo>
                      <a:pt x="329114" y="216604"/>
                      <a:pt x="161995" y="101212"/>
                      <a:pt x="71614" y="40958"/>
                    </a:cubicBezTo>
                    <a:cubicBezTo>
                      <a:pt x="6244" y="-2811"/>
                      <a:pt x="2834" y="-1674"/>
                      <a:pt x="560" y="1168"/>
                    </a:cubicBezTo>
                    <a:cubicBezTo>
                      <a:pt x="-1713" y="4010"/>
                      <a:pt x="-8" y="8558"/>
                      <a:pt x="64225" y="51759"/>
                    </a:cubicBezTo>
                    <a:cubicBezTo>
                      <a:pt x="154606" y="111444"/>
                      <a:pt x="325135" y="222288"/>
                      <a:pt x="326840" y="219446"/>
                    </a:cubicBezTo>
                    <a:close/>
                  </a:path>
                </a:pathLst>
              </a:custGeom>
              <a:grpFill/>
              <a:ln w="5679" cap="flat">
                <a:noFill/>
                <a:prstDash val="solid"/>
                <a:miter/>
              </a:ln>
            </p:spPr>
            <p:txBody>
              <a:bodyPr rtlCol="0" anchor="ctr"/>
              <a:lstStyle/>
              <a:p>
                <a:endParaRPr lang="zh-CN" altLang="en-US"/>
              </a:p>
            </p:txBody>
          </p:sp>
          <p:sp>
            <p:nvSpPr>
              <p:cNvPr id="487" name="任意多边形: 形状 319"/>
              <p:cNvSpPr/>
              <p:nvPr>
                <p:custDataLst>
                  <p:tags r:id="rId124"/>
                </p:custDataLst>
              </p:nvPr>
            </p:nvSpPr>
            <p:spPr>
              <a:xfrm>
                <a:off x="11195640" y="1893715"/>
                <a:ext cx="279749" cy="192288"/>
              </a:xfrm>
              <a:custGeom>
                <a:avLst/>
                <a:gdLst>
                  <a:gd name="connsiteX0" fmla="*/ 279723 w 279749"/>
                  <a:gd name="connsiteY0" fmla="*/ 192227 h 192288"/>
                  <a:gd name="connsiteX1" fmla="*/ 62014 w 279749"/>
                  <a:gd name="connsiteY1" fmla="*/ 35340 h 192288"/>
                  <a:gd name="connsiteX2" fmla="*/ 623 w 279749"/>
                  <a:gd name="connsiteY2" fmla="*/ 1234 h 192288"/>
                  <a:gd name="connsiteX3" fmla="*/ 54624 w 279749"/>
                  <a:gd name="connsiteY3" fmla="*/ 46140 h 192288"/>
                  <a:gd name="connsiteX4" fmla="*/ 279723 w 279749"/>
                  <a:gd name="connsiteY4" fmla="*/ 192227 h 192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49" h="192288">
                    <a:moveTo>
                      <a:pt x="279723" y="192227"/>
                    </a:moveTo>
                    <a:cubicBezTo>
                      <a:pt x="281997" y="189385"/>
                      <a:pt x="139320" y="87636"/>
                      <a:pt x="62014" y="35340"/>
                    </a:cubicBezTo>
                    <a:cubicBezTo>
                      <a:pt x="6307" y="-2745"/>
                      <a:pt x="2897" y="-1608"/>
                      <a:pt x="623" y="1234"/>
                    </a:cubicBezTo>
                    <a:cubicBezTo>
                      <a:pt x="-1651" y="4077"/>
                      <a:pt x="-513" y="8056"/>
                      <a:pt x="54624" y="46140"/>
                    </a:cubicBezTo>
                    <a:cubicBezTo>
                      <a:pt x="131931" y="98436"/>
                      <a:pt x="278018" y="195069"/>
                      <a:pt x="279723" y="192227"/>
                    </a:cubicBezTo>
                    <a:close/>
                  </a:path>
                </a:pathLst>
              </a:custGeom>
              <a:grpFill/>
              <a:ln w="5679" cap="flat">
                <a:noFill/>
                <a:prstDash val="solid"/>
                <a:miter/>
              </a:ln>
            </p:spPr>
            <p:txBody>
              <a:bodyPr rtlCol="0" anchor="ctr"/>
              <a:lstStyle/>
              <a:p>
                <a:endParaRPr lang="zh-CN" altLang="en-US"/>
              </a:p>
            </p:txBody>
          </p:sp>
          <p:sp>
            <p:nvSpPr>
              <p:cNvPr id="488" name="任意多边形: 形状 320"/>
              <p:cNvSpPr/>
              <p:nvPr>
                <p:custDataLst>
                  <p:tags r:id="rId125"/>
                </p:custDataLst>
              </p:nvPr>
            </p:nvSpPr>
            <p:spPr>
              <a:xfrm>
                <a:off x="11195103" y="1966234"/>
                <a:ext cx="324620" cy="218669"/>
              </a:xfrm>
              <a:custGeom>
                <a:avLst/>
                <a:gdLst>
                  <a:gd name="connsiteX0" fmla="*/ 324598 w 324620"/>
                  <a:gd name="connsiteY0" fmla="*/ 218615 h 218669"/>
                  <a:gd name="connsiteX1" fmla="*/ 71078 w 324620"/>
                  <a:gd name="connsiteY1" fmla="*/ 40696 h 218669"/>
                  <a:gd name="connsiteX2" fmla="*/ 592 w 324620"/>
                  <a:gd name="connsiteY2" fmla="*/ 1475 h 218669"/>
                  <a:gd name="connsiteX3" fmla="*/ 63688 w 324620"/>
                  <a:gd name="connsiteY3" fmla="*/ 51496 h 218669"/>
                  <a:gd name="connsiteX4" fmla="*/ 324598 w 324620"/>
                  <a:gd name="connsiteY4" fmla="*/ 218615 h 21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620" h="218669">
                    <a:moveTo>
                      <a:pt x="324598" y="218615"/>
                    </a:moveTo>
                    <a:cubicBezTo>
                      <a:pt x="326872" y="215773"/>
                      <a:pt x="160321" y="100950"/>
                      <a:pt x="71078" y="40696"/>
                    </a:cubicBezTo>
                    <a:cubicBezTo>
                      <a:pt x="6276" y="-3073"/>
                      <a:pt x="2866" y="-1936"/>
                      <a:pt x="592" y="1475"/>
                    </a:cubicBezTo>
                    <a:cubicBezTo>
                      <a:pt x="-1682" y="4317"/>
                      <a:pt x="-545" y="8864"/>
                      <a:pt x="63688" y="51496"/>
                    </a:cubicBezTo>
                    <a:cubicBezTo>
                      <a:pt x="152931" y="111750"/>
                      <a:pt x="322324" y="221457"/>
                      <a:pt x="324598" y="218615"/>
                    </a:cubicBezTo>
                    <a:close/>
                  </a:path>
                </a:pathLst>
              </a:custGeom>
              <a:grpFill/>
              <a:ln w="5679" cap="flat">
                <a:noFill/>
                <a:prstDash val="solid"/>
                <a:miter/>
              </a:ln>
            </p:spPr>
            <p:txBody>
              <a:bodyPr rtlCol="0" anchor="ctr"/>
              <a:lstStyle/>
              <a:p>
                <a:endParaRPr lang="zh-CN" altLang="en-US"/>
              </a:p>
            </p:txBody>
          </p:sp>
          <p:sp>
            <p:nvSpPr>
              <p:cNvPr id="489" name="任意多边形: 形状 321"/>
              <p:cNvSpPr/>
              <p:nvPr>
                <p:custDataLst>
                  <p:tags r:id="rId126"/>
                </p:custDataLst>
              </p:nvPr>
            </p:nvSpPr>
            <p:spPr>
              <a:xfrm>
                <a:off x="11193998" y="2039300"/>
                <a:ext cx="325726" cy="219499"/>
              </a:xfrm>
              <a:custGeom>
                <a:avLst/>
                <a:gdLst>
                  <a:gd name="connsiteX0" fmla="*/ 325703 w 325726"/>
                  <a:gd name="connsiteY0" fmla="*/ 219446 h 219499"/>
                  <a:gd name="connsiteX1" fmla="*/ 71046 w 325726"/>
                  <a:gd name="connsiteY1" fmla="*/ 40958 h 219499"/>
                  <a:gd name="connsiteX2" fmla="*/ 560 w 325726"/>
                  <a:gd name="connsiteY2" fmla="*/ 1168 h 219499"/>
                  <a:gd name="connsiteX3" fmla="*/ 64225 w 325726"/>
                  <a:gd name="connsiteY3" fmla="*/ 51759 h 219499"/>
                  <a:gd name="connsiteX4" fmla="*/ 325703 w 325726"/>
                  <a:gd name="connsiteY4" fmla="*/ 219446 h 219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26" h="219499">
                    <a:moveTo>
                      <a:pt x="325703" y="219446"/>
                    </a:moveTo>
                    <a:cubicBezTo>
                      <a:pt x="327977" y="216604"/>
                      <a:pt x="160858" y="101212"/>
                      <a:pt x="71046" y="40958"/>
                    </a:cubicBezTo>
                    <a:cubicBezTo>
                      <a:pt x="5676" y="-2811"/>
                      <a:pt x="2266" y="-1674"/>
                      <a:pt x="560" y="1168"/>
                    </a:cubicBezTo>
                    <a:cubicBezTo>
                      <a:pt x="-1713" y="4010"/>
                      <a:pt x="-8" y="8558"/>
                      <a:pt x="64225" y="51759"/>
                    </a:cubicBezTo>
                    <a:cubicBezTo>
                      <a:pt x="153468" y="112012"/>
                      <a:pt x="323429" y="222288"/>
                      <a:pt x="325703" y="219446"/>
                    </a:cubicBezTo>
                    <a:close/>
                  </a:path>
                </a:pathLst>
              </a:custGeom>
              <a:grpFill/>
              <a:ln w="5679" cap="flat">
                <a:noFill/>
                <a:prstDash val="solid"/>
                <a:miter/>
              </a:ln>
            </p:spPr>
            <p:txBody>
              <a:bodyPr rtlCol="0" anchor="ctr"/>
              <a:lstStyle/>
              <a:p>
                <a:endParaRPr lang="zh-CN" altLang="en-US"/>
              </a:p>
            </p:txBody>
          </p:sp>
          <p:sp>
            <p:nvSpPr>
              <p:cNvPr id="490" name="任意多边形: 形状 322"/>
              <p:cNvSpPr/>
              <p:nvPr>
                <p:custDataLst>
                  <p:tags r:id="rId127"/>
                </p:custDataLst>
              </p:nvPr>
            </p:nvSpPr>
            <p:spPr>
              <a:xfrm>
                <a:off x="11192293" y="2112627"/>
                <a:ext cx="327431" cy="220067"/>
              </a:xfrm>
              <a:custGeom>
                <a:avLst/>
                <a:gdLst>
                  <a:gd name="connsiteX0" fmla="*/ 327408 w 327431"/>
                  <a:gd name="connsiteY0" fmla="*/ 220014 h 220067"/>
                  <a:gd name="connsiteX1" fmla="*/ 71614 w 327431"/>
                  <a:gd name="connsiteY1" fmla="*/ 40958 h 220067"/>
                  <a:gd name="connsiteX2" fmla="*/ 560 w 327431"/>
                  <a:gd name="connsiteY2" fmla="*/ 1168 h 220067"/>
                  <a:gd name="connsiteX3" fmla="*/ 64224 w 327431"/>
                  <a:gd name="connsiteY3" fmla="*/ 51759 h 220067"/>
                  <a:gd name="connsiteX4" fmla="*/ 327408 w 327431"/>
                  <a:gd name="connsiteY4" fmla="*/ 220014 h 220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31" h="220067">
                    <a:moveTo>
                      <a:pt x="327408" y="220014"/>
                    </a:moveTo>
                    <a:cubicBezTo>
                      <a:pt x="329682" y="217172"/>
                      <a:pt x="161995" y="101212"/>
                      <a:pt x="71614" y="40958"/>
                    </a:cubicBezTo>
                    <a:cubicBezTo>
                      <a:pt x="6245" y="-2811"/>
                      <a:pt x="2834" y="-1674"/>
                      <a:pt x="560" y="1168"/>
                    </a:cubicBezTo>
                    <a:cubicBezTo>
                      <a:pt x="-1713" y="4010"/>
                      <a:pt x="-8" y="8558"/>
                      <a:pt x="64224" y="51759"/>
                    </a:cubicBezTo>
                    <a:cubicBezTo>
                      <a:pt x="154605" y="112012"/>
                      <a:pt x="325134" y="222856"/>
                      <a:pt x="327408" y="220014"/>
                    </a:cubicBezTo>
                    <a:close/>
                  </a:path>
                </a:pathLst>
              </a:custGeom>
              <a:grpFill/>
              <a:ln w="5679" cap="flat">
                <a:noFill/>
                <a:prstDash val="solid"/>
                <a:miter/>
              </a:ln>
            </p:spPr>
            <p:txBody>
              <a:bodyPr rtlCol="0" anchor="ctr"/>
              <a:lstStyle/>
              <a:p>
                <a:endParaRPr lang="zh-CN" altLang="en-US"/>
              </a:p>
            </p:txBody>
          </p:sp>
          <p:sp>
            <p:nvSpPr>
              <p:cNvPr id="491" name="任意多边形: 形状 323"/>
              <p:cNvSpPr/>
              <p:nvPr>
                <p:custDataLst>
                  <p:tags r:id="rId128"/>
                </p:custDataLst>
              </p:nvPr>
            </p:nvSpPr>
            <p:spPr>
              <a:xfrm>
                <a:off x="11191124" y="2185949"/>
                <a:ext cx="324052" cy="217800"/>
              </a:xfrm>
              <a:custGeom>
                <a:avLst/>
                <a:gdLst>
                  <a:gd name="connsiteX0" fmla="*/ 324029 w 324052"/>
                  <a:gd name="connsiteY0" fmla="*/ 217746 h 217800"/>
                  <a:gd name="connsiteX1" fmla="*/ 71077 w 324052"/>
                  <a:gd name="connsiteY1" fmla="*/ 40396 h 217800"/>
                  <a:gd name="connsiteX2" fmla="*/ 592 w 324052"/>
                  <a:gd name="connsiteY2" fmla="*/ 1174 h 217800"/>
                  <a:gd name="connsiteX3" fmla="*/ 63688 w 324052"/>
                  <a:gd name="connsiteY3" fmla="*/ 51196 h 217800"/>
                  <a:gd name="connsiteX4" fmla="*/ 324029 w 324052"/>
                  <a:gd name="connsiteY4" fmla="*/ 217746 h 21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052" h="217800">
                    <a:moveTo>
                      <a:pt x="324029" y="217746"/>
                    </a:moveTo>
                    <a:cubicBezTo>
                      <a:pt x="326303" y="214904"/>
                      <a:pt x="160322" y="100081"/>
                      <a:pt x="71077" y="40396"/>
                    </a:cubicBezTo>
                    <a:cubicBezTo>
                      <a:pt x="6276" y="-2805"/>
                      <a:pt x="2866" y="-1668"/>
                      <a:pt x="592" y="1174"/>
                    </a:cubicBezTo>
                    <a:cubicBezTo>
                      <a:pt x="-1681" y="4016"/>
                      <a:pt x="-545" y="8564"/>
                      <a:pt x="63688" y="51196"/>
                    </a:cubicBezTo>
                    <a:cubicBezTo>
                      <a:pt x="152932" y="110881"/>
                      <a:pt x="322324" y="220589"/>
                      <a:pt x="324029" y="217746"/>
                    </a:cubicBezTo>
                    <a:close/>
                  </a:path>
                </a:pathLst>
              </a:custGeom>
              <a:grpFill/>
              <a:ln w="5679" cap="flat">
                <a:noFill/>
                <a:prstDash val="solid"/>
                <a:miter/>
              </a:ln>
            </p:spPr>
            <p:txBody>
              <a:bodyPr rtlCol="0" anchor="ctr"/>
              <a:lstStyle/>
              <a:p>
                <a:endParaRPr lang="zh-CN" altLang="en-US"/>
              </a:p>
            </p:txBody>
          </p:sp>
          <p:sp>
            <p:nvSpPr>
              <p:cNvPr id="492" name="任意多边形: 形状 324"/>
              <p:cNvSpPr/>
              <p:nvPr>
                <p:custDataLst>
                  <p:tags r:id="rId129"/>
                </p:custDataLst>
              </p:nvPr>
            </p:nvSpPr>
            <p:spPr>
              <a:xfrm>
                <a:off x="11190019" y="2258976"/>
                <a:ext cx="325157" cy="218669"/>
              </a:xfrm>
              <a:custGeom>
                <a:avLst/>
                <a:gdLst>
                  <a:gd name="connsiteX0" fmla="*/ 325134 w 325157"/>
                  <a:gd name="connsiteY0" fmla="*/ 218615 h 218669"/>
                  <a:gd name="connsiteX1" fmla="*/ 71046 w 325157"/>
                  <a:gd name="connsiteY1" fmla="*/ 40696 h 218669"/>
                  <a:gd name="connsiteX2" fmla="*/ 560 w 325157"/>
                  <a:gd name="connsiteY2" fmla="*/ 1475 h 218669"/>
                  <a:gd name="connsiteX3" fmla="*/ 64224 w 325157"/>
                  <a:gd name="connsiteY3" fmla="*/ 52065 h 218669"/>
                  <a:gd name="connsiteX4" fmla="*/ 325134 w 325157"/>
                  <a:gd name="connsiteY4" fmla="*/ 218615 h 218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57" h="218669">
                    <a:moveTo>
                      <a:pt x="325134" y="218615"/>
                    </a:moveTo>
                    <a:cubicBezTo>
                      <a:pt x="327408" y="215773"/>
                      <a:pt x="160858" y="100382"/>
                      <a:pt x="71046" y="40696"/>
                    </a:cubicBezTo>
                    <a:cubicBezTo>
                      <a:pt x="5676" y="-3073"/>
                      <a:pt x="2266" y="-1936"/>
                      <a:pt x="560" y="1475"/>
                    </a:cubicBezTo>
                    <a:cubicBezTo>
                      <a:pt x="-1713" y="4317"/>
                      <a:pt x="-8" y="8864"/>
                      <a:pt x="64224" y="52065"/>
                    </a:cubicBezTo>
                    <a:cubicBezTo>
                      <a:pt x="153469" y="111750"/>
                      <a:pt x="323430" y="221457"/>
                      <a:pt x="325134" y="218615"/>
                    </a:cubicBezTo>
                    <a:close/>
                  </a:path>
                </a:pathLst>
              </a:custGeom>
              <a:grpFill/>
              <a:ln w="5679" cap="flat">
                <a:noFill/>
                <a:prstDash val="solid"/>
                <a:miter/>
              </a:ln>
            </p:spPr>
            <p:txBody>
              <a:bodyPr rtlCol="0" anchor="ctr"/>
              <a:lstStyle/>
              <a:p>
                <a:endParaRPr lang="zh-CN" altLang="en-US"/>
              </a:p>
            </p:txBody>
          </p:sp>
          <p:sp>
            <p:nvSpPr>
              <p:cNvPr id="493" name="任意多边形: 形状 325"/>
              <p:cNvSpPr/>
              <p:nvPr>
                <p:custDataLst>
                  <p:tags r:id="rId130"/>
                </p:custDataLst>
              </p:nvPr>
            </p:nvSpPr>
            <p:spPr>
              <a:xfrm>
                <a:off x="11188282" y="2332035"/>
                <a:ext cx="324052" cy="217800"/>
              </a:xfrm>
              <a:custGeom>
                <a:avLst/>
                <a:gdLst>
                  <a:gd name="connsiteX0" fmla="*/ 324029 w 324052"/>
                  <a:gd name="connsiteY0" fmla="*/ 217747 h 217800"/>
                  <a:gd name="connsiteX1" fmla="*/ 71077 w 324052"/>
                  <a:gd name="connsiteY1" fmla="*/ 40396 h 217800"/>
                  <a:gd name="connsiteX2" fmla="*/ 592 w 324052"/>
                  <a:gd name="connsiteY2" fmla="*/ 1174 h 217800"/>
                  <a:gd name="connsiteX3" fmla="*/ 63688 w 324052"/>
                  <a:gd name="connsiteY3" fmla="*/ 51196 h 217800"/>
                  <a:gd name="connsiteX4" fmla="*/ 324029 w 324052"/>
                  <a:gd name="connsiteY4" fmla="*/ 217747 h 21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052" h="217800">
                    <a:moveTo>
                      <a:pt x="324029" y="217747"/>
                    </a:moveTo>
                    <a:cubicBezTo>
                      <a:pt x="326303" y="214904"/>
                      <a:pt x="160322" y="100650"/>
                      <a:pt x="71077" y="40396"/>
                    </a:cubicBezTo>
                    <a:cubicBezTo>
                      <a:pt x="6276" y="-2805"/>
                      <a:pt x="2866" y="-1668"/>
                      <a:pt x="592" y="1174"/>
                    </a:cubicBezTo>
                    <a:cubicBezTo>
                      <a:pt x="-1681" y="4016"/>
                      <a:pt x="-545" y="8564"/>
                      <a:pt x="63688" y="51196"/>
                    </a:cubicBezTo>
                    <a:cubicBezTo>
                      <a:pt x="152932" y="110882"/>
                      <a:pt x="321755" y="220589"/>
                      <a:pt x="324029" y="217747"/>
                    </a:cubicBezTo>
                    <a:close/>
                  </a:path>
                </a:pathLst>
              </a:custGeom>
              <a:grpFill/>
              <a:ln w="5679" cap="flat">
                <a:noFill/>
                <a:prstDash val="solid"/>
                <a:miter/>
              </a:ln>
            </p:spPr>
            <p:txBody>
              <a:bodyPr rtlCol="0" anchor="ctr"/>
              <a:lstStyle/>
              <a:p>
                <a:endParaRPr lang="zh-CN" altLang="en-US"/>
              </a:p>
            </p:txBody>
          </p:sp>
          <p:sp>
            <p:nvSpPr>
              <p:cNvPr id="494" name="任意多边形: 形状 326"/>
              <p:cNvSpPr/>
              <p:nvPr>
                <p:custDataLst>
                  <p:tags r:id="rId131"/>
                </p:custDataLst>
              </p:nvPr>
            </p:nvSpPr>
            <p:spPr>
              <a:xfrm>
                <a:off x="11183768" y="2405369"/>
                <a:ext cx="328566" cy="220636"/>
              </a:xfrm>
              <a:custGeom>
                <a:avLst/>
                <a:gdLst>
                  <a:gd name="connsiteX0" fmla="*/ 328543 w 328566"/>
                  <a:gd name="connsiteY0" fmla="*/ 220583 h 220636"/>
                  <a:gd name="connsiteX1" fmla="*/ 71613 w 328566"/>
                  <a:gd name="connsiteY1" fmla="*/ 40958 h 220636"/>
                  <a:gd name="connsiteX2" fmla="*/ 559 w 328566"/>
                  <a:gd name="connsiteY2" fmla="*/ 1168 h 220636"/>
                  <a:gd name="connsiteX3" fmla="*/ 64791 w 328566"/>
                  <a:gd name="connsiteY3" fmla="*/ 51759 h 220636"/>
                  <a:gd name="connsiteX4" fmla="*/ 328543 w 328566"/>
                  <a:gd name="connsiteY4" fmla="*/ 220583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66" h="220636">
                    <a:moveTo>
                      <a:pt x="328543" y="220583"/>
                    </a:moveTo>
                    <a:cubicBezTo>
                      <a:pt x="330817" y="217741"/>
                      <a:pt x="162562" y="101212"/>
                      <a:pt x="71613" y="40958"/>
                    </a:cubicBezTo>
                    <a:cubicBezTo>
                      <a:pt x="5675" y="-2811"/>
                      <a:pt x="2264" y="-1674"/>
                      <a:pt x="559" y="1168"/>
                    </a:cubicBezTo>
                    <a:cubicBezTo>
                      <a:pt x="-1715" y="4010"/>
                      <a:pt x="-9" y="8558"/>
                      <a:pt x="64791" y="51759"/>
                    </a:cubicBezTo>
                    <a:cubicBezTo>
                      <a:pt x="155172" y="112012"/>
                      <a:pt x="326269" y="223425"/>
                      <a:pt x="328543" y="220583"/>
                    </a:cubicBezTo>
                    <a:close/>
                  </a:path>
                </a:pathLst>
              </a:custGeom>
              <a:grpFill/>
              <a:ln w="5679" cap="flat">
                <a:noFill/>
                <a:prstDash val="solid"/>
                <a:miter/>
              </a:ln>
            </p:spPr>
            <p:txBody>
              <a:bodyPr rtlCol="0" anchor="ctr"/>
              <a:lstStyle/>
              <a:p>
                <a:endParaRPr lang="zh-CN" altLang="en-US"/>
              </a:p>
            </p:txBody>
          </p:sp>
          <p:sp>
            <p:nvSpPr>
              <p:cNvPr id="495" name="任意多边形: 形状 327"/>
              <p:cNvSpPr/>
              <p:nvPr>
                <p:custDataLst>
                  <p:tags r:id="rId132"/>
                </p:custDataLst>
              </p:nvPr>
            </p:nvSpPr>
            <p:spPr>
              <a:xfrm>
                <a:off x="10457024" y="2454353"/>
                <a:ext cx="167443" cy="113156"/>
              </a:xfrm>
              <a:custGeom>
                <a:avLst/>
                <a:gdLst>
                  <a:gd name="connsiteX0" fmla="*/ 167398 w 167443"/>
                  <a:gd name="connsiteY0" fmla="*/ 113051 h 113156"/>
                  <a:gd name="connsiteX1" fmla="*/ 38933 w 167443"/>
                  <a:gd name="connsiteY1" fmla="*/ 19260 h 113156"/>
                  <a:gd name="connsiteX2" fmla="*/ 848 w 167443"/>
                  <a:gd name="connsiteY2" fmla="*/ 1638 h 113156"/>
                  <a:gd name="connsiteX3" fmla="*/ 31543 w 167443"/>
                  <a:gd name="connsiteY3" fmla="*/ 30060 h 113156"/>
                  <a:gd name="connsiteX4" fmla="*/ 167398 w 167443"/>
                  <a:gd name="connsiteY4" fmla="*/ 113051 h 113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443" h="113156">
                    <a:moveTo>
                      <a:pt x="167398" y="113051"/>
                    </a:moveTo>
                    <a:cubicBezTo>
                      <a:pt x="169672" y="110209"/>
                      <a:pt x="84976" y="49955"/>
                      <a:pt x="38933" y="19260"/>
                    </a:cubicBezTo>
                    <a:cubicBezTo>
                      <a:pt x="5395" y="-2909"/>
                      <a:pt x="3121" y="-1204"/>
                      <a:pt x="848" y="1638"/>
                    </a:cubicBezTo>
                    <a:cubicBezTo>
                      <a:pt x="-1426" y="4480"/>
                      <a:pt x="-1426" y="7891"/>
                      <a:pt x="31543" y="30060"/>
                    </a:cubicBezTo>
                    <a:cubicBezTo>
                      <a:pt x="77586" y="60755"/>
                      <a:pt x="165693" y="115893"/>
                      <a:pt x="167398" y="113051"/>
                    </a:cubicBezTo>
                    <a:close/>
                  </a:path>
                </a:pathLst>
              </a:custGeom>
              <a:grpFill/>
              <a:ln w="5679" cap="flat">
                <a:noFill/>
                <a:prstDash val="solid"/>
                <a:miter/>
              </a:ln>
            </p:spPr>
            <p:txBody>
              <a:bodyPr rtlCol="0" anchor="ctr"/>
              <a:lstStyle/>
              <a:p>
                <a:endParaRPr lang="zh-CN" altLang="en-US"/>
              </a:p>
            </p:txBody>
          </p:sp>
          <p:sp>
            <p:nvSpPr>
              <p:cNvPr id="496" name="任意多边形: 形状 328"/>
              <p:cNvSpPr/>
              <p:nvPr>
                <p:custDataLst>
                  <p:tags r:id="rId133"/>
                </p:custDataLst>
              </p:nvPr>
            </p:nvSpPr>
            <p:spPr>
              <a:xfrm>
                <a:off x="10455635" y="2526594"/>
                <a:ext cx="101218" cy="69409"/>
              </a:xfrm>
              <a:custGeom>
                <a:avLst/>
                <a:gdLst>
                  <a:gd name="connsiteX0" fmla="*/ 101143 w 101218"/>
                  <a:gd name="connsiteY0" fmla="*/ 69231 h 69409"/>
                  <a:gd name="connsiteX1" fmla="*/ 25542 w 101218"/>
                  <a:gd name="connsiteY1" fmla="*/ 10682 h 69409"/>
                  <a:gd name="connsiteX2" fmla="*/ 1100 w 101218"/>
                  <a:gd name="connsiteY2" fmla="*/ 2156 h 69409"/>
                  <a:gd name="connsiteX3" fmla="*/ 18153 w 101218"/>
                  <a:gd name="connsiteY3" fmla="*/ 21483 h 69409"/>
                  <a:gd name="connsiteX4" fmla="*/ 101143 w 101218"/>
                  <a:gd name="connsiteY4" fmla="*/ 69231 h 69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218" h="69409">
                    <a:moveTo>
                      <a:pt x="101143" y="69231"/>
                    </a:moveTo>
                    <a:cubicBezTo>
                      <a:pt x="103417" y="66389"/>
                      <a:pt x="53395" y="29441"/>
                      <a:pt x="25542" y="10682"/>
                    </a:cubicBezTo>
                    <a:cubicBezTo>
                      <a:pt x="5647" y="-2960"/>
                      <a:pt x="3373" y="-686"/>
                      <a:pt x="1100" y="2156"/>
                    </a:cubicBezTo>
                    <a:cubicBezTo>
                      <a:pt x="-1174" y="4998"/>
                      <a:pt x="-1743" y="8409"/>
                      <a:pt x="18153" y="21483"/>
                    </a:cubicBezTo>
                    <a:cubicBezTo>
                      <a:pt x="45437" y="40241"/>
                      <a:pt x="98870" y="72073"/>
                      <a:pt x="101143" y="69231"/>
                    </a:cubicBezTo>
                    <a:close/>
                  </a:path>
                </a:pathLst>
              </a:custGeom>
              <a:grpFill/>
              <a:ln w="5679" cap="flat">
                <a:noFill/>
                <a:prstDash val="solid"/>
                <a:miter/>
              </a:ln>
            </p:spPr>
            <p:txBody>
              <a:bodyPr rtlCol="0" anchor="ctr"/>
              <a:lstStyle/>
              <a:p>
                <a:endParaRPr lang="zh-CN" altLang="en-US"/>
              </a:p>
            </p:txBody>
          </p:sp>
          <p:sp>
            <p:nvSpPr>
              <p:cNvPr id="497" name="任意多边形: 形状 329"/>
              <p:cNvSpPr/>
              <p:nvPr>
                <p:custDataLst>
                  <p:tags r:id="rId134"/>
                </p:custDataLst>
              </p:nvPr>
            </p:nvSpPr>
            <p:spPr>
              <a:xfrm>
                <a:off x="11166716" y="2472789"/>
                <a:ext cx="333111" cy="223700"/>
              </a:xfrm>
              <a:custGeom>
                <a:avLst/>
                <a:gdLst>
                  <a:gd name="connsiteX0" fmla="*/ 333089 w 333111"/>
                  <a:gd name="connsiteY0" fmla="*/ 223648 h 223700"/>
                  <a:gd name="connsiteX1" fmla="*/ 72748 w 333111"/>
                  <a:gd name="connsiteY1" fmla="*/ 41750 h 223700"/>
                  <a:gd name="connsiteX2" fmla="*/ 557 w 333111"/>
                  <a:gd name="connsiteY2" fmla="*/ 1391 h 223700"/>
                  <a:gd name="connsiteX3" fmla="*/ 65359 w 333111"/>
                  <a:gd name="connsiteY3" fmla="*/ 52550 h 223700"/>
                  <a:gd name="connsiteX4" fmla="*/ 333089 w 333111"/>
                  <a:gd name="connsiteY4" fmla="*/ 223648 h 223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111" h="223700">
                    <a:moveTo>
                      <a:pt x="333089" y="223648"/>
                    </a:moveTo>
                    <a:cubicBezTo>
                      <a:pt x="335363" y="220806"/>
                      <a:pt x="164834" y="103141"/>
                      <a:pt x="72748" y="41750"/>
                    </a:cubicBezTo>
                    <a:cubicBezTo>
                      <a:pt x="6242" y="-2588"/>
                      <a:pt x="2262" y="-2019"/>
                      <a:pt x="557" y="1391"/>
                    </a:cubicBezTo>
                    <a:cubicBezTo>
                      <a:pt x="-1717" y="4234"/>
                      <a:pt x="-11" y="8781"/>
                      <a:pt x="65359" y="52550"/>
                    </a:cubicBezTo>
                    <a:cubicBezTo>
                      <a:pt x="157444" y="113941"/>
                      <a:pt x="331384" y="226490"/>
                      <a:pt x="333089" y="223648"/>
                    </a:cubicBezTo>
                    <a:close/>
                  </a:path>
                </a:pathLst>
              </a:custGeom>
              <a:grpFill/>
              <a:ln w="5679" cap="flat">
                <a:noFill/>
                <a:prstDash val="solid"/>
                <a:miter/>
              </a:ln>
            </p:spPr>
            <p:txBody>
              <a:bodyPr rtlCol="0" anchor="ctr"/>
              <a:lstStyle/>
              <a:p>
                <a:endParaRPr lang="zh-CN" altLang="en-US"/>
              </a:p>
            </p:txBody>
          </p:sp>
          <p:sp>
            <p:nvSpPr>
              <p:cNvPr id="498" name="任意多边形: 形状 330"/>
              <p:cNvSpPr/>
              <p:nvPr>
                <p:custDataLst>
                  <p:tags r:id="rId135"/>
                </p:custDataLst>
              </p:nvPr>
            </p:nvSpPr>
            <p:spPr>
              <a:xfrm>
                <a:off x="11152509" y="2530442"/>
                <a:ext cx="338792" cy="228006"/>
              </a:xfrm>
              <a:custGeom>
                <a:avLst/>
                <a:gdLst>
                  <a:gd name="connsiteX0" fmla="*/ 338771 w 338792"/>
                  <a:gd name="connsiteY0" fmla="*/ 227955 h 228006"/>
                  <a:gd name="connsiteX1" fmla="*/ 73882 w 338792"/>
                  <a:gd name="connsiteY1" fmla="*/ 42646 h 228006"/>
                  <a:gd name="connsiteX2" fmla="*/ 554 w 338792"/>
                  <a:gd name="connsiteY2" fmla="*/ 1150 h 228006"/>
                  <a:gd name="connsiteX3" fmla="*/ 66492 w 338792"/>
                  <a:gd name="connsiteY3" fmla="*/ 53446 h 228006"/>
                  <a:gd name="connsiteX4" fmla="*/ 338771 w 338792"/>
                  <a:gd name="connsiteY4" fmla="*/ 227955 h 228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792" h="228006">
                    <a:moveTo>
                      <a:pt x="338771" y="227955"/>
                    </a:moveTo>
                    <a:cubicBezTo>
                      <a:pt x="341045" y="225113"/>
                      <a:pt x="167104" y="105173"/>
                      <a:pt x="73882" y="42646"/>
                    </a:cubicBezTo>
                    <a:cubicBezTo>
                      <a:pt x="6239" y="-2828"/>
                      <a:pt x="2259" y="-1692"/>
                      <a:pt x="554" y="1150"/>
                    </a:cubicBezTo>
                    <a:cubicBezTo>
                      <a:pt x="-1720" y="3993"/>
                      <a:pt x="-14" y="8540"/>
                      <a:pt x="66492" y="53446"/>
                    </a:cubicBezTo>
                    <a:cubicBezTo>
                      <a:pt x="160283" y="115974"/>
                      <a:pt x="337065" y="230797"/>
                      <a:pt x="338771" y="227955"/>
                    </a:cubicBezTo>
                    <a:close/>
                  </a:path>
                </a:pathLst>
              </a:custGeom>
              <a:grpFill/>
              <a:ln w="5679" cap="flat">
                <a:noFill/>
                <a:prstDash val="solid"/>
                <a:miter/>
              </a:ln>
            </p:spPr>
            <p:txBody>
              <a:bodyPr rtlCol="0" anchor="ctr"/>
              <a:lstStyle/>
              <a:p>
                <a:endParaRPr lang="zh-CN" altLang="en-US"/>
              </a:p>
            </p:txBody>
          </p:sp>
          <p:sp>
            <p:nvSpPr>
              <p:cNvPr id="499" name="任意多边形: 形状 331"/>
              <p:cNvSpPr/>
              <p:nvPr>
                <p:custDataLst>
                  <p:tags r:id="rId136"/>
                </p:custDataLst>
              </p:nvPr>
            </p:nvSpPr>
            <p:spPr>
              <a:xfrm>
                <a:off x="10607601" y="1145694"/>
                <a:ext cx="138519" cy="93982"/>
              </a:xfrm>
              <a:custGeom>
                <a:avLst/>
                <a:gdLst>
                  <a:gd name="connsiteX0" fmla="*/ 138465 w 138519"/>
                  <a:gd name="connsiteY0" fmla="*/ 93854 h 93982"/>
                  <a:gd name="connsiteX1" fmla="*/ 32737 w 138519"/>
                  <a:gd name="connsiteY1" fmla="*/ 15411 h 93982"/>
                  <a:gd name="connsiteX2" fmla="*/ 905 w 138519"/>
                  <a:gd name="connsiteY2" fmla="*/ 1768 h 93982"/>
                  <a:gd name="connsiteX3" fmla="*/ 25916 w 138519"/>
                  <a:gd name="connsiteY3" fmla="*/ 26211 h 93982"/>
                  <a:gd name="connsiteX4" fmla="*/ 138465 w 138519"/>
                  <a:gd name="connsiteY4" fmla="*/ 93854 h 93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519" h="93982">
                    <a:moveTo>
                      <a:pt x="138465" y="93854"/>
                    </a:moveTo>
                    <a:cubicBezTo>
                      <a:pt x="140739" y="91012"/>
                      <a:pt x="70822" y="40990"/>
                      <a:pt x="32737" y="15411"/>
                    </a:cubicBezTo>
                    <a:cubicBezTo>
                      <a:pt x="4884" y="-2779"/>
                      <a:pt x="2610" y="-1074"/>
                      <a:pt x="905" y="1768"/>
                    </a:cubicBezTo>
                    <a:cubicBezTo>
                      <a:pt x="-1369" y="4611"/>
                      <a:pt x="-1369" y="8021"/>
                      <a:pt x="25916" y="26211"/>
                    </a:cubicBezTo>
                    <a:cubicBezTo>
                      <a:pt x="63432" y="51790"/>
                      <a:pt x="136760" y="96696"/>
                      <a:pt x="138465" y="93854"/>
                    </a:cubicBezTo>
                    <a:close/>
                  </a:path>
                </a:pathLst>
              </a:custGeom>
              <a:grpFill/>
              <a:ln w="5679" cap="flat">
                <a:noFill/>
                <a:prstDash val="solid"/>
                <a:miter/>
              </a:ln>
            </p:spPr>
            <p:txBody>
              <a:bodyPr rtlCol="0" anchor="ctr"/>
              <a:lstStyle/>
              <a:p>
                <a:endParaRPr lang="zh-CN" altLang="en-US"/>
              </a:p>
            </p:txBody>
          </p:sp>
          <p:sp>
            <p:nvSpPr>
              <p:cNvPr id="500" name="任意多边形: 形状 332"/>
              <p:cNvSpPr/>
              <p:nvPr>
                <p:custDataLst>
                  <p:tags r:id="rId137"/>
                </p:custDataLst>
              </p:nvPr>
            </p:nvSpPr>
            <p:spPr>
              <a:xfrm>
                <a:off x="10694475" y="1130336"/>
                <a:ext cx="51739" cy="40747"/>
              </a:xfrm>
              <a:custGeom>
                <a:avLst/>
                <a:gdLst>
                  <a:gd name="connsiteX0" fmla="*/ 51592 w 51739"/>
                  <a:gd name="connsiteY0" fmla="*/ 40433 h 40747"/>
                  <a:gd name="connsiteX1" fmla="*/ 15780 w 51739"/>
                  <a:gd name="connsiteY1" fmla="*/ 5190 h 40747"/>
                  <a:gd name="connsiteX2" fmla="*/ 1569 w 51739"/>
                  <a:gd name="connsiteY2" fmla="*/ 2916 h 40747"/>
                  <a:gd name="connsiteX3" fmla="*/ 7822 w 51739"/>
                  <a:gd name="connsiteY3" fmla="*/ 15990 h 40747"/>
                  <a:gd name="connsiteX4" fmla="*/ 51592 w 51739"/>
                  <a:gd name="connsiteY4" fmla="*/ 40433 h 40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39" h="40747">
                    <a:moveTo>
                      <a:pt x="51592" y="40433"/>
                    </a:moveTo>
                    <a:cubicBezTo>
                      <a:pt x="53865" y="37590"/>
                      <a:pt x="29423" y="15990"/>
                      <a:pt x="15780" y="5190"/>
                    </a:cubicBezTo>
                    <a:cubicBezTo>
                      <a:pt x="5548" y="-2200"/>
                      <a:pt x="3843" y="-495"/>
                      <a:pt x="1569" y="2916"/>
                    </a:cubicBezTo>
                    <a:cubicBezTo>
                      <a:pt x="-704" y="5758"/>
                      <a:pt x="-1841" y="8600"/>
                      <a:pt x="7822" y="15990"/>
                    </a:cubicBezTo>
                    <a:cubicBezTo>
                      <a:pt x="21464" y="26222"/>
                      <a:pt x="49318" y="43275"/>
                      <a:pt x="51592" y="40433"/>
                    </a:cubicBezTo>
                    <a:close/>
                  </a:path>
                </a:pathLst>
              </a:custGeom>
              <a:grpFill/>
              <a:ln w="5679" cap="flat">
                <a:noFill/>
                <a:prstDash val="solid"/>
                <a:miter/>
              </a:ln>
            </p:spPr>
            <p:txBody>
              <a:bodyPr rtlCol="0" anchor="ctr"/>
              <a:lstStyle/>
              <a:p>
                <a:endParaRPr lang="zh-CN" altLang="en-US"/>
              </a:p>
            </p:txBody>
          </p:sp>
          <p:sp>
            <p:nvSpPr>
              <p:cNvPr id="501" name="任意多边形: 形状 333"/>
              <p:cNvSpPr/>
              <p:nvPr>
                <p:custDataLst>
                  <p:tags r:id="rId138"/>
                </p:custDataLst>
              </p:nvPr>
            </p:nvSpPr>
            <p:spPr>
              <a:xfrm>
                <a:off x="10541263" y="1175512"/>
                <a:ext cx="204839" cy="138018"/>
              </a:xfrm>
              <a:custGeom>
                <a:avLst/>
                <a:gdLst>
                  <a:gd name="connsiteX0" fmla="*/ 204803 w 204839"/>
                  <a:gd name="connsiteY0" fmla="*/ 137932 h 138018"/>
                  <a:gd name="connsiteX1" fmla="*/ 46211 w 204839"/>
                  <a:gd name="connsiteY1" fmla="*/ 24246 h 138018"/>
                  <a:gd name="connsiteX2" fmla="*/ 736 w 204839"/>
                  <a:gd name="connsiteY2" fmla="*/ 1509 h 138018"/>
                  <a:gd name="connsiteX3" fmla="*/ 39389 w 204839"/>
                  <a:gd name="connsiteY3" fmla="*/ 35046 h 138018"/>
                  <a:gd name="connsiteX4" fmla="*/ 204803 w 204839"/>
                  <a:gd name="connsiteY4" fmla="*/ 137932 h 13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839" h="138018">
                    <a:moveTo>
                      <a:pt x="204803" y="137932"/>
                    </a:moveTo>
                    <a:cubicBezTo>
                      <a:pt x="207076" y="135090"/>
                      <a:pt x="103054" y="61762"/>
                      <a:pt x="46211" y="24246"/>
                    </a:cubicBezTo>
                    <a:cubicBezTo>
                      <a:pt x="5283" y="-3039"/>
                      <a:pt x="2441" y="-1334"/>
                      <a:pt x="736" y="1509"/>
                    </a:cubicBezTo>
                    <a:cubicBezTo>
                      <a:pt x="-1537" y="4351"/>
                      <a:pt x="-969" y="8330"/>
                      <a:pt x="39389" y="35046"/>
                    </a:cubicBezTo>
                    <a:cubicBezTo>
                      <a:pt x="95664" y="72563"/>
                      <a:pt x="203098" y="140774"/>
                      <a:pt x="204803" y="137932"/>
                    </a:cubicBezTo>
                    <a:close/>
                  </a:path>
                </a:pathLst>
              </a:custGeom>
              <a:grpFill/>
              <a:ln w="5679" cap="flat">
                <a:noFill/>
                <a:prstDash val="solid"/>
                <a:miter/>
              </a:ln>
            </p:spPr>
            <p:txBody>
              <a:bodyPr rtlCol="0" anchor="ctr"/>
              <a:lstStyle/>
              <a:p>
                <a:endParaRPr lang="zh-CN" altLang="en-US"/>
              </a:p>
            </p:txBody>
          </p:sp>
          <p:sp>
            <p:nvSpPr>
              <p:cNvPr id="502" name="任意多边形: 形状 334"/>
              <p:cNvSpPr/>
              <p:nvPr>
                <p:custDataLst>
                  <p:tags r:id="rId139"/>
                </p:custDataLst>
              </p:nvPr>
            </p:nvSpPr>
            <p:spPr>
              <a:xfrm>
                <a:off x="10496957" y="1219931"/>
                <a:ext cx="233792" cy="157252"/>
              </a:xfrm>
              <a:custGeom>
                <a:avLst/>
                <a:gdLst>
                  <a:gd name="connsiteX0" fmla="*/ 233761 w 233792"/>
                  <a:gd name="connsiteY0" fmla="*/ 157178 h 157252"/>
                  <a:gd name="connsiteX1" fmla="*/ 52431 w 233792"/>
                  <a:gd name="connsiteY1" fmla="*/ 28144 h 157252"/>
                  <a:gd name="connsiteX2" fmla="*/ 704 w 233792"/>
                  <a:gd name="connsiteY2" fmla="*/ 1428 h 157252"/>
                  <a:gd name="connsiteX3" fmla="*/ 45042 w 233792"/>
                  <a:gd name="connsiteY3" fmla="*/ 38944 h 157252"/>
                  <a:gd name="connsiteX4" fmla="*/ 233761 w 233792"/>
                  <a:gd name="connsiteY4" fmla="*/ 157178 h 157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792" h="157252">
                    <a:moveTo>
                      <a:pt x="233761" y="157178"/>
                    </a:moveTo>
                    <a:cubicBezTo>
                      <a:pt x="236035" y="154336"/>
                      <a:pt x="116664" y="71345"/>
                      <a:pt x="52431" y="28144"/>
                    </a:cubicBezTo>
                    <a:cubicBezTo>
                      <a:pt x="5820" y="-3120"/>
                      <a:pt x="2978" y="-1415"/>
                      <a:pt x="704" y="1428"/>
                    </a:cubicBezTo>
                    <a:cubicBezTo>
                      <a:pt x="-1570" y="4270"/>
                      <a:pt x="-1001" y="8249"/>
                      <a:pt x="45042" y="38944"/>
                    </a:cubicBezTo>
                    <a:cubicBezTo>
                      <a:pt x="109274" y="81576"/>
                      <a:pt x="231487" y="160020"/>
                      <a:pt x="233761" y="157178"/>
                    </a:cubicBezTo>
                    <a:close/>
                  </a:path>
                </a:pathLst>
              </a:custGeom>
              <a:grpFill/>
              <a:ln w="5679" cap="flat">
                <a:noFill/>
                <a:prstDash val="solid"/>
                <a:miter/>
              </a:ln>
            </p:spPr>
            <p:txBody>
              <a:bodyPr rtlCol="0" anchor="ctr"/>
              <a:lstStyle/>
              <a:p>
                <a:endParaRPr lang="zh-CN" altLang="en-US"/>
              </a:p>
            </p:txBody>
          </p:sp>
          <p:sp>
            <p:nvSpPr>
              <p:cNvPr id="503" name="任意多边形: 形状 335"/>
              <p:cNvSpPr/>
              <p:nvPr>
                <p:custDataLst>
                  <p:tags r:id="rId140"/>
                </p:custDataLst>
              </p:nvPr>
            </p:nvSpPr>
            <p:spPr>
              <a:xfrm>
                <a:off x="10471369" y="1273676"/>
                <a:ext cx="224708" cy="155804"/>
              </a:xfrm>
              <a:custGeom>
                <a:avLst/>
                <a:gdLst>
                  <a:gd name="connsiteX0" fmla="*/ 224675 w 224708"/>
                  <a:gd name="connsiteY0" fmla="*/ 155728 h 155804"/>
                  <a:gd name="connsiteX1" fmla="*/ 50736 w 224708"/>
                  <a:gd name="connsiteY1" fmla="*/ 27831 h 155804"/>
                  <a:gd name="connsiteX2" fmla="*/ 713 w 224708"/>
                  <a:gd name="connsiteY2" fmla="*/ 1684 h 155804"/>
                  <a:gd name="connsiteX3" fmla="*/ 43346 w 224708"/>
                  <a:gd name="connsiteY3" fmla="*/ 38632 h 155804"/>
                  <a:gd name="connsiteX4" fmla="*/ 224675 w 224708"/>
                  <a:gd name="connsiteY4" fmla="*/ 155728 h 15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08" h="155804">
                    <a:moveTo>
                      <a:pt x="224675" y="155728"/>
                    </a:moveTo>
                    <a:cubicBezTo>
                      <a:pt x="226949" y="152886"/>
                      <a:pt x="112695" y="70464"/>
                      <a:pt x="50736" y="27831"/>
                    </a:cubicBezTo>
                    <a:cubicBezTo>
                      <a:pt x="5829" y="-2864"/>
                      <a:pt x="2987" y="-1727"/>
                      <a:pt x="713" y="1684"/>
                    </a:cubicBezTo>
                    <a:cubicBezTo>
                      <a:pt x="-1561" y="4526"/>
                      <a:pt x="-992" y="8505"/>
                      <a:pt x="43346" y="38632"/>
                    </a:cubicBezTo>
                    <a:cubicBezTo>
                      <a:pt x="104736" y="81264"/>
                      <a:pt x="222401" y="158571"/>
                      <a:pt x="224675" y="155728"/>
                    </a:cubicBezTo>
                    <a:close/>
                  </a:path>
                </a:pathLst>
              </a:custGeom>
              <a:grpFill/>
              <a:ln w="5679" cap="flat">
                <a:noFill/>
                <a:prstDash val="solid"/>
                <a:miter/>
              </a:ln>
            </p:spPr>
            <p:txBody>
              <a:bodyPr rtlCol="0" anchor="ctr"/>
              <a:lstStyle/>
              <a:p>
                <a:endParaRPr lang="zh-CN" altLang="en-US"/>
              </a:p>
            </p:txBody>
          </p:sp>
          <p:sp>
            <p:nvSpPr>
              <p:cNvPr id="504" name="任意多边形: 形状 336"/>
              <p:cNvSpPr/>
              <p:nvPr>
                <p:custDataLst>
                  <p:tags r:id="rId141"/>
                </p:custDataLst>
              </p:nvPr>
            </p:nvSpPr>
            <p:spPr>
              <a:xfrm>
                <a:off x="10466152" y="1346752"/>
                <a:ext cx="185025" cy="125380"/>
              </a:xfrm>
              <a:custGeom>
                <a:avLst/>
                <a:gdLst>
                  <a:gd name="connsiteX0" fmla="*/ 184986 w 185025"/>
                  <a:gd name="connsiteY0" fmla="*/ 125285 h 125380"/>
                  <a:gd name="connsiteX1" fmla="*/ 42310 w 185025"/>
                  <a:gd name="connsiteY1" fmla="*/ 21830 h 125380"/>
                  <a:gd name="connsiteX2" fmla="*/ 814 w 185025"/>
                  <a:gd name="connsiteY2" fmla="*/ 1935 h 125380"/>
                  <a:gd name="connsiteX3" fmla="*/ 35489 w 185025"/>
                  <a:gd name="connsiteY3" fmla="*/ 32631 h 125380"/>
                  <a:gd name="connsiteX4" fmla="*/ 184986 w 185025"/>
                  <a:gd name="connsiteY4" fmla="*/ 125285 h 125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025" h="125380">
                    <a:moveTo>
                      <a:pt x="184986" y="125285"/>
                    </a:moveTo>
                    <a:cubicBezTo>
                      <a:pt x="187259" y="122443"/>
                      <a:pt x="92900" y="55936"/>
                      <a:pt x="42310" y="21830"/>
                    </a:cubicBezTo>
                    <a:cubicBezTo>
                      <a:pt x="5361" y="-3181"/>
                      <a:pt x="2519" y="-1475"/>
                      <a:pt x="814" y="1935"/>
                    </a:cubicBezTo>
                    <a:cubicBezTo>
                      <a:pt x="-1459" y="4777"/>
                      <a:pt x="-1459" y="8188"/>
                      <a:pt x="35489" y="32631"/>
                    </a:cubicBezTo>
                    <a:cubicBezTo>
                      <a:pt x="86078" y="66736"/>
                      <a:pt x="183281" y="128127"/>
                      <a:pt x="184986" y="125285"/>
                    </a:cubicBezTo>
                    <a:close/>
                  </a:path>
                </a:pathLst>
              </a:custGeom>
              <a:grpFill/>
              <a:ln w="5679" cap="flat">
                <a:noFill/>
                <a:prstDash val="solid"/>
                <a:miter/>
              </a:ln>
            </p:spPr>
            <p:txBody>
              <a:bodyPr rtlCol="0" anchor="ctr"/>
              <a:lstStyle/>
              <a:p>
                <a:endParaRPr lang="zh-CN" altLang="en-US"/>
              </a:p>
            </p:txBody>
          </p:sp>
          <p:sp>
            <p:nvSpPr>
              <p:cNvPr id="505" name="任意多边形: 形状 337"/>
              <p:cNvSpPr/>
              <p:nvPr>
                <p:custDataLst>
                  <p:tags r:id="rId142"/>
                </p:custDataLst>
              </p:nvPr>
            </p:nvSpPr>
            <p:spPr>
              <a:xfrm>
                <a:off x="10464330" y="1419634"/>
                <a:ext cx="130022" cy="87782"/>
              </a:xfrm>
              <a:custGeom>
                <a:avLst/>
                <a:gdLst>
                  <a:gd name="connsiteX0" fmla="*/ 129965 w 130022"/>
                  <a:gd name="connsiteY0" fmla="*/ 87645 h 87782"/>
                  <a:gd name="connsiteX1" fmla="*/ 31058 w 130022"/>
                  <a:gd name="connsiteY1" fmla="*/ 14318 h 87782"/>
                  <a:gd name="connsiteX2" fmla="*/ 932 w 130022"/>
                  <a:gd name="connsiteY2" fmla="*/ 1812 h 87782"/>
                  <a:gd name="connsiteX3" fmla="*/ 23669 w 130022"/>
                  <a:gd name="connsiteY3" fmla="*/ 25118 h 87782"/>
                  <a:gd name="connsiteX4" fmla="*/ 129965 w 130022"/>
                  <a:gd name="connsiteY4" fmla="*/ 87645 h 87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22" h="87782">
                    <a:moveTo>
                      <a:pt x="129965" y="87645"/>
                    </a:moveTo>
                    <a:cubicBezTo>
                      <a:pt x="132239" y="84803"/>
                      <a:pt x="66869" y="37623"/>
                      <a:pt x="31058" y="14318"/>
                    </a:cubicBezTo>
                    <a:cubicBezTo>
                      <a:pt x="5479" y="-2735"/>
                      <a:pt x="2636" y="-1030"/>
                      <a:pt x="932" y="1812"/>
                    </a:cubicBezTo>
                    <a:cubicBezTo>
                      <a:pt x="-1342" y="4654"/>
                      <a:pt x="-1342" y="8065"/>
                      <a:pt x="23669" y="25118"/>
                    </a:cubicBezTo>
                    <a:cubicBezTo>
                      <a:pt x="60049" y="48424"/>
                      <a:pt x="128260" y="90488"/>
                      <a:pt x="129965" y="87645"/>
                    </a:cubicBezTo>
                    <a:close/>
                  </a:path>
                </a:pathLst>
              </a:custGeom>
              <a:grpFill/>
              <a:ln w="5679" cap="flat">
                <a:noFill/>
                <a:prstDash val="solid"/>
                <a:miter/>
              </a:ln>
            </p:spPr>
            <p:txBody>
              <a:bodyPr rtlCol="0" anchor="ctr"/>
              <a:lstStyle/>
              <a:p>
                <a:endParaRPr lang="zh-CN" altLang="en-US"/>
              </a:p>
            </p:txBody>
          </p:sp>
        </p:grpSp>
      </p:grpSp>
      <p:grpSp>
        <p:nvGrpSpPr>
          <p:cNvPr id="506" name="组合 505"/>
          <p:cNvGrpSpPr/>
          <p:nvPr/>
        </p:nvGrpSpPr>
        <p:grpSpPr>
          <a:xfrm>
            <a:off x="10513491" y="5228007"/>
            <a:ext cx="521226" cy="722589"/>
            <a:chOff x="7731440" y="1201031"/>
            <a:chExt cx="1230926" cy="1706465"/>
          </a:xfrm>
        </p:grpSpPr>
        <p:grpSp>
          <p:nvGrpSpPr>
            <p:cNvPr id="507" name="图形 826"/>
            <p:cNvGrpSpPr/>
            <p:nvPr/>
          </p:nvGrpSpPr>
          <p:grpSpPr>
            <a:xfrm>
              <a:off x="7731440" y="1201031"/>
              <a:ext cx="1230926" cy="1706465"/>
              <a:chOff x="1999048" y="6007549"/>
              <a:chExt cx="1762705" cy="2443685"/>
            </a:xfrm>
            <a:solidFill>
              <a:srgbClr val="2346F5">
                <a:lumMod val="20000"/>
                <a:lumOff val="80000"/>
              </a:srgbClr>
            </a:solidFill>
          </p:grpSpPr>
          <p:sp>
            <p:nvSpPr>
              <p:cNvPr id="508" name="任意多边形: 形状 379"/>
              <p:cNvSpPr/>
              <p:nvPr>
                <p:custDataLst>
                  <p:tags r:id="rId143"/>
                </p:custDataLst>
              </p:nvPr>
            </p:nvSpPr>
            <p:spPr>
              <a:xfrm>
                <a:off x="2401497" y="6690235"/>
                <a:ext cx="405291" cy="715654"/>
              </a:xfrm>
              <a:custGeom>
                <a:avLst/>
                <a:gdLst>
                  <a:gd name="connsiteX0" fmla="*/ 405291 w 405291"/>
                  <a:gd name="connsiteY0" fmla="*/ 0 h 715654"/>
                  <a:gd name="connsiteX1" fmla="*/ 0 w 405291"/>
                  <a:gd name="connsiteY1" fmla="*/ 715655 h 715654"/>
                  <a:gd name="connsiteX2" fmla="*/ 393354 w 405291"/>
                  <a:gd name="connsiteY2" fmla="*/ 623000 h 715654"/>
                </a:gdLst>
                <a:ahLst/>
                <a:cxnLst>
                  <a:cxn ang="0">
                    <a:pos x="connsiteX0" y="connsiteY0"/>
                  </a:cxn>
                  <a:cxn ang="0">
                    <a:pos x="connsiteX1" y="connsiteY1"/>
                  </a:cxn>
                  <a:cxn ang="0">
                    <a:pos x="connsiteX2" y="connsiteY2"/>
                  </a:cxn>
                </a:cxnLst>
                <a:rect l="l" t="t" r="r" b="b"/>
                <a:pathLst>
                  <a:path w="405291" h="715654">
                    <a:moveTo>
                      <a:pt x="405291" y="0"/>
                    </a:moveTo>
                    <a:lnTo>
                      <a:pt x="0" y="715655"/>
                    </a:lnTo>
                    <a:lnTo>
                      <a:pt x="393354" y="623000"/>
                    </a:lnTo>
                    <a:close/>
                  </a:path>
                </a:pathLst>
              </a:custGeom>
              <a:grpFill/>
              <a:ln w="5679" cap="flat">
                <a:noFill/>
                <a:prstDash val="solid"/>
                <a:miter/>
              </a:ln>
            </p:spPr>
            <p:txBody>
              <a:bodyPr rtlCol="0" anchor="ctr"/>
              <a:lstStyle/>
              <a:p>
                <a:endParaRPr lang="zh-CN" altLang="en-US"/>
              </a:p>
            </p:txBody>
          </p:sp>
          <p:sp>
            <p:nvSpPr>
              <p:cNvPr id="509" name="任意多边形: 形状 380"/>
              <p:cNvSpPr/>
              <p:nvPr>
                <p:custDataLst>
                  <p:tags r:id="rId144"/>
                </p:custDataLst>
              </p:nvPr>
            </p:nvSpPr>
            <p:spPr>
              <a:xfrm>
                <a:off x="1999048" y="7604272"/>
                <a:ext cx="790119" cy="489419"/>
              </a:xfrm>
              <a:custGeom>
                <a:avLst/>
                <a:gdLst>
                  <a:gd name="connsiteX0" fmla="*/ 790119 w 790119"/>
                  <a:gd name="connsiteY0" fmla="*/ 0 h 489419"/>
                  <a:gd name="connsiteX1" fmla="*/ 0 w 790119"/>
                  <a:gd name="connsiteY1" fmla="*/ 185309 h 489419"/>
                  <a:gd name="connsiteX2" fmla="*/ 449061 w 790119"/>
                  <a:gd name="connsiteY2" fmla="*/ 489420 h 489419"/>
                  <a:gd name="connsiteX3" fmla="*/ 782161 w 790119"/>
                  <a:gd name="connsiteY3" fmla="*/ 411544 h 489419"/>
                </a:gdLst>
                <a:ahLst/>
                <a:cxnLst>
                  <a:cxn ang="0">
                    <a:pos x="connsiteX0" y="connsiteY0"/>
                  </a:cxn>
                  <a:cxn ang="0">
                    <a:pos x="connsiteX1" y="connsiteY1"/>
                  </a:cxn>
                  <a:cxn ang="0">
                    <a:pos x="connsiteX2" y="connsiteY2"/>
                  </a:cxn>
                  <a:cxn ang="0">
                    <a:pos x="connsiteX3" y="connsiteY3"/>
                  </a:cxn>
                </a:cxnLst>
                <a:rect l="l" t="t" r="r" b="b"/>
                <a:pathLst>
                  <a:path w="790119" h="489419">
                    <a:moveTo>
                      <a:pt x="790119" y="0"/>
                    </a:moveTo>
                    <a:lnTo>
                      <a:pt x="0" y="185309"/>
                    </a:lnTo>
                    <a:lnTo>
                      <a:pt x="449061" y="489420"/>
                    </a:lnTo>
                    <a:lnTo>
                      <a:pt x="782161" y="411544"/>
                    </a:lnTo>
                    <a:close/>
                  </a:path>
                </a:pathLst>
              </a:custGeom>
              <a:grpFill/>
              <a:ln w="5679" cap="flat">
                <a:noFill/>
                <a:prstDash val="solid"/>
                <a:miter/>
              </a:ln>
            </p:spPr>
            <p:txBody>
              <a:bodyPr rtlCol="0" anchor="ctr"/>
              <a:lstStyle/>
              <a:p>
                <a:endParaRPr lang="zh-CN" altLang="en-US"/>
              </a:p>
            </p:txBody>
          </p:sp>
          <p:sp>
            <p:nvSpPr>
              <p:cNvPr id="510" name="任意多边形: 形状 381"/>
              <p:cNvSpPr/>
              <p:nvPr>
                <p:custDataLst>
                  <p:tags r:id="rId145"/>
                </p:custDataLst>
              </p:nvPr>
            </p:nvSpPr>
            <p:spPr>
              <a:xfrm>
                <a:off x="2778935" y="6007549"/>
                <a:ext cx="982817" cy="2443685"/>
              </a:xfrm>
              <a:custGeom>
                <a:avLst/>
                <a:gdLst>
                  <a:gd name="connsiteX0" fmla="*/ 982818 w 982817"/>
                  <a:gd name="connsiteY0" fmla="*/ 1476784 h 2443685"/>
                  <a:gd name="connsiteX1" fmla="*/ 817404 w 982817"/>
                  <a:gd name="connsiteY1" fmla="*/ 1364804 h 2443685"/>
                  <a:gd name="connsiteX2" fmla="*/ 837299 w 982817"/>
                  <a:gd name="connsiteY2" fmla="*/ 304679 h 2443685"/>
                  <a:gd name="connsiteX3" fmla="*/ 388239 w 982817"/>
                  <a:gd name="connsiteY3" fmla="*/ 0 h 2443685"/>
                  <a:gd name="connsiteX4" fmla="*/ 370617 w 982817"/>
                  <a:gd name="connsiteY4" fmla="*/ 914606 h 2443685"/>
                  <a:gd name="connsiteX5" fmla="*/ 365501 w 982817"/>
                  <a:gd name="connsiteY5" fmla="*/ 1183474 h 2443685"/>
                  <a:gd name="connsiteX6" fmla="*/ 364933 w 982817"/>
                  <a:gd name="connsiteY6" fmla="*/ 1212464 h 2443685"/>
                  <a:gd name="connsiteX7" fmla="*/ 533188 w 982817"/>
                  <a:gd name="connsiteY7" fmla="*/ 1172673 h 2443685"/>
                  <a:gd name="connsiteX8" fmla="*/ 530346 w 982817"/>
                  <a:gd name="connsiteY8" fmla="*/ 1324445 h 2443685"/>
                  <a:gd name="connsiteX9" fmla="*/ 527504 w 982817"/>
                  <a:gd name="connsiteY9" fmla="*/ 1478490 h 2443685"/>
                  <a:gd name="connsiteX10" fmla="*/ 527504 w 982817"/>
                  <a:gd name="connsiteY10" fmla="*/ 1478490 h 2443685"/>
                  <a:gd name="connsiteX11" fmla="*/ 527504 w 982817"/>
                  <a:gd name="connsiteY11" fmla="*/ 1478490 h 2443685"/>
                  <a:gd name="connsiteX12" fmla="*/ 359248 w 982817"/>
                  <a:gd name="connsiteY12" fmla="*/ 1518280 h 2443685"/>
                  <a:gd name="connsiteX13" fmla="*/ 349017 w 982817"/>
                  <a:gd name="connsiteY13" fmla="*/ 2057152 h 2443685"/>
                  <a:gd name="connsiteX14" fmla="*/ 0 w 982817"/>
                  <a:gd name="connsiteY14" fmla="*/ 2139575 h 2443685"/>
                  <a:gd name="connsiteX15" fmla="*/ 449061 w 982817"/>
                  <a:gd name="connsiteY15" fmla="*/ 2443686 h 2443685"/>
                  <a:gd name="connsiteX16" fmla="*/ 798077 w 982817"/>
                  <a:gd name="connsiteY16" fmla="*/ 2361832 h 2443685"/>
                  <a:gd name="connsiteX17" fmla="*/ 808309 w 982817"/>
                  <a:gd name="connsiteY17" fmla="*/ 1822391 h 2443685"/>
                  <a:gd name="connsiteX18" fmla="*/ 976565 w 982817"/>
                  <a:gd name="connsiteY18" fmla="*/ 1783169 h 2443685"/>
                  <a:gd name="connsiteX19" fmla="*/ 976565 w 982817"/>
                  <a:gd name="connsiteY19" fmla="*/ 1782600 h 2443685"/>
                  <a:gd name="connsiteX20" fmla="*/ 976565 w 982817"/>
                  <a:gd name="connsiteY20" fmla="*/ 1783169 h 244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2817" h="2443685">
                    <a:moveTo>
                      <a:pt x="982818" y="1476784"/>
                    </a:moveTo>
                    <a:lnTo>
                      <a:pt x="817404" y="1364804"/>
                    </a:lnTo>
                    <a:lnTo>
                      <a:pt x="837299" y="304679"/>
                    </a:lnTo>
                    <a:lnTo>
                      <a:pt x="388239" y="0"/>
                    </a:lnTo>
                    <a:lnTo>
                      <a:pt x="370617" y="914606"/>
                    </a:lnTo>
                    <a:lnTo>
                      <a:pt x="365501" y="1183474"/>
                    </a:lnTo>
                    <a:lnTo>
                      <a:pt x="364933" y="1212464"/>
                    </a:lnTo>
                    <a:lnTo>
                      <a:pt x="533188" y="1172673"/>
                    </a:lnTo>
                    <a:lnTo>
                      <a:pt x="530346" y="1324445"/>
                    </a:lnTo>
                    <a:lnTo>
                      <a:pt x="527504" y="1478490"/>
                    </a:lnTo>
                    <a:lnTo>
                      <a:pt x="527504" y="1478490"/>
                    </a:lnTo>
                    <a:lnTo>
                      <a:pt x="527504" y="1478490"/>
                    </a:lnTo>
                    <a:lnTo>
                      <a:pt x="359248" y="1518280"/>
                    </a:lnTo>
                    <a:lnTo>
                      <a:pt x="349017" y="2057152"/>
                    </a:lnTo>
                    <a:lnTo>
                      <a:pt x="0" y="2139575"/>
                    </a:lnTo>
                    <a:lnTo>
                      <a:pt x="449061" y="2443686"/>
                    </a:lnTo>
                    <a:lnTo>
                      <a:pt x="798077" y="2361832"/>
                    </a:lnTo>
                    <a:lnTo>
                      <a:pt x="808309" y="1822391"/>
                    </a:lnTo>
                    <a:lnTo>
                      <a:pt x="976565" y="1783169"/>
                    </a:lnTo>
                    <a:lnTo>
                      <a:pt x="976565" y="1782600"/>
                    </a:lnTo>
                    <a:lnTo>
                      <a:pt x="976565" y="1783169"/>
                    </a:lnTo>
                    <a:close/>
                  </a:path>
                </a:pathLst>
              </a:custGeom>
              <a:grpFill/>
              <a:ln w="5679" cap="flat">
                <a:noFill/>
                <a:prstDash val="solid"/>
                <a:miter/>
              </a:ln>
            </p:spPr>
            <p:txBody>
              <a:bodyPr rtlCol="0" anchor="ctr"/>
              <a:lstStyle/>
              <a:p>
                <a:endParaRPr lang="zh-CN" altLang="en-US"/>
              </a:p>
            </p:txBody>
          </p:sp>
        </p:grpSp>
        <p:grpSp>
          <p:nvGrpSpPr>
            <p:cNvPr id="511" name="图形 826"/>
            <p:cNvGrpSpPr/>
            <p:nvPr/>
          </p:nvGrpSpPr>
          <p:grpSpPr>
            <a:xfrm>
              <a:off x="8124570" y="1280398"/>
              <a:ext cx="792560" cy="1471550"/>
              <a:chOff x="2562016" y="6121204"/>
              <a:chExt cx="1134958" cy="2107283"/>
            </a:xfrm>
            <a:solidFill>
              <a:srgbClr val="2346F5">
                <a:lumMod val="60000"/>
                <a:lumOff val="40000"/>
              </a:srgbClr>
            </a:solidFill>
          </p:grpSpPr>
          <p:grpSp>
            <p:nvGrpSpPr>
              <p:cNvPr id="512" name="图形 826"/>
              <p:cNvGrpSpPr/>
              <p:nvPr/>
            </p:nvGrpSpPr>
            <p:grpSpPr>
              <a:xfrm>
                <a:off x="3193864" y="6121204"/>
                <a:ext cx="503110" cy="2107283"/>
                <a:chOff x="3193864" y="6121204"/>
                <a:chExt cx="503110" cy="2107283"/>
              </a:xfrm>
              <a:grpFill/>
            </p:grpSpPr>
            <p:grpSp>
              <p:nvGrpSpPr>
                <p:cNvPr id="513" name="图形 826"/>
                <p:cNvGrpSpPr/>
                <p:nvPr/>
              </p:nvGrpSpPr>
              <p:grpSpPr>
                <a:xfrm>
                  <a:off x="3212054" y="6121204"/>
                  <a:ext cx="337128" cy="1098293"/>
                  <a:chOff x="3212054" y="6121204"/>
                  <a:chExt cx="337128" cy="1098293"/>
                </a:xfrm>
                <a:grpFill/>
              </p:grpSpPr>
              <p:sp>
                <p:nvSpPr>
                  <p:cNvPr id="514" name="任意多边形: 形状 366"/>
                  <p:cNvSpPr/>
                  <p:nvPr>
                    <p:custDataLst>
                      <p:tags r:id="rId146"/>
                    </p:custDataLst>
                  </p:nvPr>
                </p:nvSpPr>
                <p:spPr>
                  <a:xfrm>
                    <a:off x="3227402" y="6121204"/>
                    <a:ext cx="321780" cy="220635"/>
                  </a:xfrm>
                  <a:custGeom>
                    <a:avLst/>
                    <a:gdLst>
                      <a:gd name="connsiteX0" fmla="*/ 321758 w 321780"/>
                      <a:gd name="connsiteY0" fmla="*/ 220583 h 220635"/>
                      <a:gd name="connsiteX1" fmla="*/ 70511 w 321780"/>
                      <a:gd name="connsiteY1" fmla="*/ 40958 h 220635"/>
                      <a:gd name="connsiteX2" fmla="*/ 594 w 321780"/>
                      <a:gd name="connsiteY2" fmla="*/ 1168 h 220635"/>
                      <a:gd name="connsiteX3" fmla="*/ 63121 w 321780"/>
                      <a:gd name="connsiteY3" fmla="*/ 51759 h 220635"/>
                      <a:gd name="connsiteX4" fmla="*/ 321758 w 321780"/>
                      <a:gd name="connsiteY4" fmla="*/ 220583 h 22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5">
                        <a:moveTo>
                          <a:pt x="321758" y="220583"/>
                        </a:moveTo>
                        <a:cubicBezTo>
                          <a:pt x="324031" y="217740"/>
                          <a:pt x="159186" y="101781"/>
                          <a:pt x="70511" y="40958"/>
                        </a:cubicBezTo>
                        <a:cubicBezTo>
                          <a:pt x="6278" y="-2811"/>
                          <a:pt x="2868" y="-1674"/>
                          <a:pt x="594" y="1168"/>
                        </a:cubicBezTo>
                        <a:cubicBezTo>
                          <a:pt x="-1680" y="4010"/>
                          <a:pt x="-543" y="8558"/>
                          <a:pt x="63121" y="51759"/>
                        </a:cubicBezTo>
                        <a:cubicBezTo>
                          <a:pt x="151797" y="112012"/>
                          <a:pt x="320052" y="223425"/>
                          <a:pt x="321758" y="220583"/>
                        </a:cubicBezTo>
                        <a:close/>
                      </a:path>
                    </a:pathLst>
                  </a:custGeom>
                  <a:grpFill/>
                  <a:ln w="5679" cap="flat">
                    <a:noFill/>
                    <a:prstDash val="solid"/>
                    <a:miter/>
                  </a:ln>
                </p:spPr>
                <p:txBody>
                  <a:bodyPr rtlCol="0" anchor="ctr"/>
                  <a:lstStyle/>
                  <a:p>
                    <a:endParaRPr lang="zh-CN" altLang="en-US"/>
                  </a:p>
                </p:txBody>
              </p:sp>
              <p:sp>
                <p:nvSpPr>
                  <p:cNvPr id="515" name="任意多边形: 形状 367"/>
                  <p:cNvSpPr/>
                  <p:nvPr>
                    <p:custDataLst>
                      <p:tags r:id="rId147"/>
                    </p:custDataLst>
                  </p:nvPr>
                </p:nvSpPr>
                <p:spPr>
                  <a:xfrm>
                    <a:off x="3226265" y="6193963"/>
                    <a:ext cx="321780" cy="220636"/>
                  </a:xfrm>
                  <a:custGeom>
                    <a:avLst/>
                    <a:gdLst>
                      <a:gd name="connsiteX0" fmla="*/ 321757 w 321780"/>
                      <a:gd name="connsiteY0" fmla="*/ 220583 h 220636"/>
                      <a:gd name="connsiteX1" fmla="*/ 70511 w 321780"/>
                      <a:gd name="connsiteY1" fmla="*/ 40958 h 220636"/>
                      <a:gd name="connsiteX2" fmla="*/ 594 w 321780"/>
                      <a:gd name="connsiteY2" fmla="*/ 1168 h 220636"/>
                      <a:gd name="connsiteX3" fmla="*/ 63121 w 321780"/>
                      <a:gd name="connsiteY3" fmla="*/ 51759 h 220636"/>
                      <a:gd name="connsiteX4" fmla="*/ 321757 w 321780"/>
                      <a:gd name="connsiteY4" fmla="*/ 220583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7" y="220583"/>
                        </a:moveTo>
                        <a:cubicBezTo>
                          <a:pt x="324031" y="217741"/>
                          <a:pt x="159186" y="101781"/>
                          <a:pt x="70511" y="40958"/>
                        </a:cubicBezTo>
                        <a:cubicBezTo>
                          <a:pt x="6278" y="-2811"/>
                          <a:pt x="2868" y="-1674"/>
                          <a:pt x="594" y="1168"/>
                        </a:cubicBezTo>
                        <a:cubicBezTo>
                          <a:pt x="-1680" y="4010"/>
                          <a:pt x="-543" y="8558"/>
                          <a:pt x="63121" y="51759"/>
                        </a:cubicBezTo>
                        <a:cubicBezTo>
                          <a:pt x="151797" y="112581"/>
                          <a:pt x="319484" y="223425"/>
                          <a:pt x="321757" y="220583"/>
                        </a:cubicBezTo>
                        <a:close/>
                      </a:path>
                    </a:pathLst>
                  </a:custGeom>
                  <a:grpFill/>
                  <a:ln w="5679" cap="flat">
                    <a:noFill/>
                    <a:prstDash val="solid"/>
                    <a:miter/>
                  </a:ln>
                </p:spPr>
                <p:txBody>
                  <a:bodyPr rtlCol="0" anchor="ctr"/>
                  <a:lstStyle/>
                  <a:p>
                    <a:endParaRPr lang="zh-CN" altLang="en-US"/>
                  </a:p>
                </p:txBody>
              </p:sp>
              <p:sp>
                <p:nvSpPr>
                  <p:cNvPr id="516" name="任意多边形: 形状 368"/>
                  <p:cNvSpPr/>
                  <p:nvPr>
                    <p:custDataLst>
                      <p:tags r:id="rId148"/>
                    </p:custDataLst>
                  </p:nvPr>
                </p:nvSpPr>
                <p:spPr>
                  <a:xfrm>
                    <a:off x="3225128" y="6267291"/>
                    <a:ext cx="321780" cy="220636"/>
                  </a:xfrm>
                  <a:custGeom>
                    <a:avLst/>
                    <a:gdLst>
                      <a:gd name="connsiteX0" fmla="*/ 321757 w 321780"/>
                      <a:gd name="connsiteY0" fmla="*/ 220583 h 220636"/>
                      <a:gd name="connsiteX1" fmla="*/ 70511 w 321780"/>
                      <a:gd name="connsiteY1" fmla="*/ 40958 h 220636"/>
                      <a:gd name="connsiteX2" fmla="*/ 594 w 321780"/>
                      <a:gd name="connsiteY2" fmla="*/ 1168 h 220636"/>
                      <a:gd name="connsiteX3" fmla="*/ 63121 w 321780"/>
                      <a:gd name="connsiteY3" fmla="*/ 51758 h 220636"/>
                      <a:gd name="connsiteX4" fmla="*/ 321757 w 321780"/>
                      <a:gd name="connsiteY4" fmla="*/ 220583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7" y="220583"/>
                        </a:moveTo>
                        <a:cubicBezTo>
                          <a:pt x="324031" y="217740"/>
                          <a:pt x="159186" y="101781"/>
                          <a:pt x="70511" y="40958"/>
                        </a:cubicBezTo>
                        <a:cubicBezTo>
                          <a:pt x="6278" y="-2811"/>
                          <a:pt x="2868" y="-1674"/>
                          <a:pt x="594" y="1168"/>
                        </a:cubicBezTo>
                        <a:cubicBezTo>
                          <a:pt x="-1680" y="4010"/>
                          <a:pt x="-543" y="8558"/>
                          <a:pt x="63121" y="51758"/>
                        </a:cubicBezTo>
                        <a:cubicBezTo>
                          <a:pt x="151796" y="112581"/>
                          <a:pt x="319484" y="223425"/>
                          <a:pt x="321757" y="220583"/>
                        </a:cubicBezTo>
                        <a:close/>
                      </a:path>
                    </a:pathLst>
                  </a:custGeom>
                  <a:grpFill/>
                  <a:ln w="5679" cap="flat">
                    <a:noFill/>
                    <a:prstDash val="solid"/>
                    <a:miter/>
                  </a:ln>
                </p:spPr>
                <p:txBody>
                  <a:bodyPr rtlCol="0" anchor="ctr"/>
                  <a:lstStyle/>
                  <a:p>
                    <a:endParaRPr lang="zh-CN" altLang="en-US"/>
                  </a:p>
                </p:txBody>
              </p:sp>
              <p:sp>
                <p:nvSpPr>
                  <p:cNvPr id="517" name="任意多边形: 形状 369"/>
                  <p:cNvSpPr/>
                  <p:nvPr>
                    <p:custDataLst>
                      <p:tags r:id="rId149"/>
                    </p:custDataLst>
                  </p:nvPr>
                </p:nvSpPr>
                <p:spPr>
                  <a:xfrm>
                    <a:off x="3223991" y="6340618"/>
                    <a:ext cx="321780" cy="220635"/>
                  </a:xfrm>
                  <a:custGeom>
                    <a:avLst/>
                    <a:gdLst>
                      <a:gd name="connsiteX0" fmla="*/ 321757 w 321780"/>
                      <a:gd name="connsiteY0" fmla="*/ 220582 h 220635"/>
                      <a:gd name="connsiteX1" fmla="*/ 70511 w 321780"/>
                      <a:gd name="connsiteY1" fmla="*/ 40958 h 220635"/>
                      <a:gd name="connsiteX2" fmla="*/ 594 w 321780"/>
                      <a:gd name="connsiteY2" fmla="*/ 1168 h 220635"/>
                      <a:gd name="connsiteX3" fmla="*/ 63121 w 321780"/>
                      <a:gd name="connsiteY3" fmla="*/ 51759 h 220635"/>
                      <a:gd name="connsiteX4" fmla="*/ 321757 w 321780"/>
                      <a:gd name="connsiteY4" fmla="*/ 220582 h 22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5">
                        <a:moveTo>
                          <a:pt x="321757" y="220582"/>
                        </a:moveTo>
                        <a:cubicBezTo>
                          <a:pt x="324031" y="217740"/>
                          <a:pt x="159186" y="101781"/>
                          <a:pt x="70511" y="40958"/>
                        </a:cubicBezTo>
                        <a:cubicBezTo>
                          <a:pt x="6278" y="-2811"/>
                          <a:pt x="2868" y="-1674"/>
                          <a:pt x="594" y="1168"/>
                        </a:cubicBezTo>
                        <a:cubicBezTo>
                          <a:pt x="-1680" y="4010"/>
                          <a:pt x="-543" y="8558"/>
                          <a:pt x="63121" y="51759"/>
                        </a:cubicBezTo>
                        <a:cubicBezTo>
                          <a:pt x="151796" y="112012"/>
                          <a:pt x="319484" y="223425"/>
                          <a:pt x="321757" y="220582"/>
                        </a:cubicBezTo>
                        <a:close/>
                      </a:path>
                    </a:pathLst>
                  </a:custGeom>
                  <a:grpFill/>
                  <a:ln w="5679" cap="flat">
                    <a:noFill/>
                    <a:prstDash val="solid"/>
                    <a:miter/>
                  </a:ln>
                </p:spPr>
                <p:txBody>
                  <a:bodyPr rtlCol="0" anchor="ctr"/>
                  <a:lstStyle/>
                  <a:p>
                    <a:endParaRPr lang="zh-CN" altLang="en-US"/>
                  </a:p>
                </p:txBody>
              </p:sp>
              <p:sp>
                <p:nvSpPr>
                  <p:cNvPr id="518" name="任意多边形: 形状 370"/>
                  <p:cNvSpPr/>
                  <p:nvPr>
                    <p:custDataLst>
                      <p:tags r:id="rId150"/>
                    </p:custDataLst>
                  </p:nvPr>
                </p:nvSpPr>
                <p:spPr>
                  <a:xfrm>
                    <a:off x="3222286" y="6413378"/>
                    <a:ext cx="321780" cy="220636"/>
                  </a:xfrm>
                  <a:custGeom>
                    <a:avLst/>
                    <a:gdLst>
                      <a:gd name="connsiteX0" fmla="*/ 321757 w 321780"/>
                      <a:gd name="connsiteY0" fmla="*/ 220583 h 220636"/>
                      <a:gd name="connsiteX1" fmla="*/ 70511 w 321780"/>
                      <a:gd name="connsiteY1" fmla="*/ 40958 h 220636"/>
                      <a:gd name="connsiteX2" fmla="*/ 594 w 321780"/>
                      <a:gd name="connsiteY2" fmla="*/ 1168 h 220636"/>
                      <a:gd name="connsiteX3" fmla="*/ 63121 w 321780"/>
                      <a:gd name="connsiteY3" fmla="*/ 51758 h 220636"/>
                      <a:gd name="connsiteX4" fmla="*/ 321757 w 321780"/>
                      <a:gd name="connsiteY4" fmla="*/ 220583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7" y="220583"/>
                        </a:moveTo>
                        <a:cubicBezTo>
                          <a:pt x="324031" y="217740"/>
                          <a:pt x="159186" y="101780"/>
                          <a:pt x="70511" y="40958"/>
                        </a:cubicBezTo>
                        <a:cubicBezTo>
                          <a:pt x="6278" y="-2811"/>
                          <a:pt x="2868" y="-1674"/>
                          <a:pt x="594" y="1168"/>
                        </a:cubicBezTo>
                        <a:cubicBezTo>
                          <a:pt x="-1680" y="4010"/>
                          <a:pt x="-543" y="8558"/>
                          <a:pt x="63121" y="51758"/>
                        </a:cubicBezTo>
                        <a:cubicBezTo>
                          <a:pt x="151796" y="112581"/>
                          <a:pt x="320052" y="223425"/>
                          <a:pt x="321757" y="220583"/>
                        </a:cubicBezTo>
                        <a:close/>
                      </a:path>
                    </a:pathLst>
                  </a:custGeom>
                  <a:grpFill/>
                  <a:ln w="5679" cap="flat">
                    <a:noFill/>
                    <a:prstDash val="solid"/>
                    <a:miter/>
                  </a:ln>
                </p:spPr>
                <p:txBody>
                  <a:bodyPr rtlCol="0" anchor="ctr"/>
                  <a:lstStyle/>
                  <a:p>
                    <a:endParaRPr lang="zh-CN" altLang="en-US"/>
                  </a:p>
                </p:txBody>
              </p:sp>
              <p:sp>
                <p:nvSpPr>
                  <p:cNvPr id="519" name="任意多边形: 形状 371"/>
                  <p:cNvSpPr/>
                  <p:nvPr>
                    <p:custDataLst>
                      <p:tags r:id="rId151"/>
                    </p:custDataLst>
                  </p:nvPr>
                </p:nvSpPr>
                <p:spPr>
                  <a:xfrm>
                    <a:off x="3221149" y="6486705"/>
                    <a:ext cx="321780" cy="220636"/>
                  </a:xfrm>
                  <a:custGeom>
                    <a:avLst/>
                    <a:gdLst>
                      <a:gd name="connsiteX0" fmla="*/ 321757 w 321780"/>
                      <a:gd name="connsiteY0" fmla="*/ 220583 h 220636"/>
                      <a:gd name="connsiteX1" fmla="*/ 70511 w 321780"/>
                      <a:gd name="connsiteY1" fmla="*/ 40959 h 220636"/>
                      <a:gd name="connsiteX2" fmla="*/ 594 w 321780"/>
                      <a:gd name="connsiteY2" fmla="*/ 1168 h 220636"/>
                      <a:gd name="connsiteX3" fmla="*/ 63121 w 321780"/>
                      <a:gd name="connsiteY3" fmla="*/ 51758 h 220636"/>
                      <a:gd name="connsiteX4" fmla="*/ 321757 w 321780"/>
                      <a:gd name="connsiteY4" fmla="*/ 220583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7" y="220583"/>
                        </a:moveTo>
                        <a:cubicBezTo>
                          <a:pt x="324031" y="217741"/>
                          <a:pt x="159186" y="101781"/>
                          <a:pt x="70511" y="40959"/>
                        </a:cubicBezTo>
                        <a:cubicBezTo>
                          <a:pt x="6278" y="-2811"/>
                          <a:pt x="2868" y="-1674"/>
                          <a:pt x="594" y="1168"/>
                        </a:cubicBezTo>
                        <a:cubicBezTo>
                          <a:pt x="-1680" y="4010"/>
                          <a:pt x="-543" y="8558"/>
                          <a:pt x="63121" y="51758"/>
                        </a:cubicBezTo>
                        <a:cubicBezTo>
                          <a:pt x="151796" y="112581"/>
                          <a:pt x="319484" y="223425"/>
                          <a:pt x="321757" y="220583"/>
                        </a:cubicBezTo>
                        <a:close/>
                      </a:path>
                    </a:pathLst>
                  </a:custGeom>
                  <a:grpFill/>
                  <a:ln w="5679" cap="flat">
                    <a:noFill/>
                    <a:prstDash val="solid"/>
                    <a:miter/>
                  </a:ln>
                </p:spPr>
                <p:txBody>
                  <a:bodyPr rtlCol="0" anchor="ctr"/>
                  <a:lstStyle/>
                  <a:p>
                    <a:endParaRPr lang="zh-CN" altLang="en-US"/>
                  </a:p>
                </p:txBody>
              </p:sp>
              <p:sp>
                <p:nvSpPr>
                  <p:cNvPr id="520" name="任意多边形: 形状 372"/>
                  <p:cNvSpPr/>
                  <p:nvPr>
                    <p:custDataLst>
                      <p:tags r:id="rId152"/>
                    </p:custDataLst>
                  </p:nvPr>
                </p:nvSpPr>
                <p:spPr>
                  <a:xfrm>
                    <a:off x="3220012" y="6560032"/>
                    <a:ext cx="321780" cy="220636"/>
                  </a:xfrm>
                  <a:custGeom>
                    <a:avLst/>
                    <a:gdLst>
                      <a:gd name="connsiteX0" fmla="*/ 321757 w 321780"/>
                      <a:gd name="connsiteY0" fmla="*/ 220583 h 220636"/>
                      <a:gd name="connsiteX1" fmla="*/ 70511 w 321780"/>
                      <a:gd name="connsiteY1" fmla="*/ 40958 h 220636"/>
                      <a:gd name="connsiteX2" fmla="*/ 594 w 321780"/>
                      <a:gd name="connsiteY2" fmla="*/ 1168 h 220636"/>
                      <a:gd name="connsiteX3" fmla="*/ 63121 w 321780"/>
                      <a:gd name="connsiteY3" fmla="*/ 51759 h 220636"/>
                      <a:gd name="connsiteX4" fmla="*/ 321757 w 321780"/>
                      <a:gd name="connsiteY4" fmla="*/ 220583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7" y="220583"/>
                        </a:moveTo>
                        <a:cubicBezTo>
                          <a:pt x="324031" y="217741"/>
                          <a:pt x="159186" y="101781"/>
                          <a:pt x="70511" y="40958"/>
                        </a:cubicBezTo>
                        <a:cubicBezTo>
                          <a:pt x="6278" y="-2811"/>
                          <a:pt x="2868" y="-1674"/>
                          <a:pt x="594" y="1168"/>
                        </a:cubicBezTo>
                        <a:cubicBezTo>
                          <a:pt x="-1680" y="4010"/>
                          <a:pt x="-543" y="8558"/>
                          <a:pt x="63121" y="51759"/>
                        </a:cubicBezTo>
                        <a:cubicBezTo>
                          <a:pt x="151797" y="112012"/>
                          <a:pt x="319484" y="223425"/>
                          <a:pt x="321757" y="220583"/>
                        </a:cubicBezTo>
                        <a:close/>
                      </a:path>
                    </a:pathLst>
                  </a:custGeom>
                  <a:grpFill/>
                  <a:ln w="5679" cap="flat">
                    <a:noFill/>
                    <a:prstDash val="solid"/>
                    <a:miter/>
                  </a:ln>
                </p:spPr>
                <p:txBody>
                  <a:bodyPr rtlCol="0" anchor="ctr"/>
                  <a:lstStyle/>
                  <a:p>
                    <a:endParaRPr lang="zh-CN" altLang="en-US"/>
                  </a:p>
                </p:txBody>
              </p:sp>
              <p:sp>
                <p:nvSpPr>
                  <p:cNvPr id="521" name="任意多边形: 形状 373"/>
                  <p:cNvSpPr/>
                  <p:nvPr>
                    <p:custDataLst>
                      <p:tags r:id="rId153"/>
                    </p:custDataLst>
                  </p:nvPr>
                </p:nvSpPr>
                <p:spPr>
                  <a:xfrm>
                    <a:off x="3218875" y="6632792"/>
                    <a:ext cx="321780" cy="220636"/>
                  </a:xfrm>
                  <a:custGeom>
                    <a:avLst/>
                    <a:gdLst>
                      <a:gd name="connsiteX0" fmla="*/ 321758 w 321780"/>
                      <a:gd name="connsiteY0" fmla="*/ 220582 h 220636"/>
                      <a:gd name="connsiteX1" fmla="*/ 70511 w 321780"/>
                      <a:gd name="connsiteY1" fmla="*/ 40958 h 220636"/>
                      <a:gd name="connsiteX2" fmla="*/ 594 w 321780"/>
                      <a:gd name="connsiteY2" fmla="*/ 1168 h 220636"/>
                      <a:gd name="connsiteX3" fmla="*/ 63121 w 321780"/>
                      <a:gd name="connsiteY3" fmla="*/ 51759 h 220636"/>
                      <a:gd name="connsiteX4" fmla="*/ 321758 w 321780"/>
                      <a:gd name="connsiteY4" fmla="*/ 220582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8" y="220582"/>
                        </a:moveTo>
                        <a:cubicBezTo>
                          <a:pt x="324031" y="217740"/>
                          <a:pt x="159186" y="101780"/>
                          <a:pt x="70511" y="40958"/>
                        </a:cubicBezTo>
                        <a:cubicBezTo>
                          <a:pt x="6278" y="-2811"/>
                          <a:pt x="2868" y="-1674"/>
                          <a:pt x="594" y="1168"/>
                        </a:cubicBezTo>
                        <a:cubicBezTo>
                          <a:pt x="-1680" y="4010"/>
                          <a:pt x="-543" y="8558"/>
                          <a:pt x="63121" y="51759"/>
                        </a:cubicBezTo>
                        <a:cubicBezTo>
                          <a:pt x="151797" y="112581"/>
                          <a:pt x="319484" y="223425"/>
                          <a:pt x="321758" y="220582"/>
                        </a:cubicBezTo>
                        <a:close/>
                      </a:path>
                    </a:pathLst>
                  </a:custGeom>
                  <a:grpFill/>
                  <a:ln w="5679" cap="flat">
                    <a:noFill/>
                    <a:prstDash val="solid"/>
                    <a:miter/>
                  </a:ln>
                </p:spPr>
                <p:txBody>
                  <a:bodyPr rtlCol="0" anchor="ctr"/>
                  <a:lstStyle/>
                  <a:p>
                    <a:endParaRPr lang="zh-CN" altLang="en-US"/>
                  </a:p>
                </p:txBody>
              </p:sp>
              <p:sp>
                <p:nvSpPr>
                  <p:cNvPr id="522" name="任意多边形: 形状 374"/>
                  <p:cNvSpPr/>
                  <p:nvPr>
                    <p:custDataLst>
                      <p:tags r:id="rId154"/>
                    </p:custDataLst>
                  </p:nvPr>
                </p:nvSpPr>
                <p:spPr>
                  <a:xfrm>
                    <a:off x="3217170" y="6706120"/>
                    <a:ext cx="321780" cy="220636"/>
                  </a:xfrm>
                  <a:custGeom>
                    <a:avLst/>
                    <a:gdLst>
                      <a:gd name="connsiteX0" fmla="*/ 321757 w 321780"/>
                      <a:gd name="connsiteY0" fmla="*/ 220583 h 220636"/>
                      <a:gd name="connsiteX1" fmla="*/ 70511 w 321780"/>
                      <a:gd name="connsiteY1" fmla="*/ 40958 h 220636"/>
                      <a:gd name="connsiteX2" fmla="*/ 594 w 321780"/>
                      <a:gd name="connsiteY2" fmla="*/ 1168 h 220636"/>
                      <a:gd name="connsiteX3" fmla="*/ 63121 w 321780"/>
                      <a:gd name="connsiteY3" fmla="*/ 51759 h 220636"/>
                      <a:gd name="connsiteX4" fmla="*/ 321757 w 321780"/>
                      <a:gd name="connsiteY4" fmla="*/ 220583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7" y="220583"/>
                        </a:moveTo>
                        <a:cubicBezTo>
                          <a:pt x="324031" y="217740"/>
                          <a:pt x="159186" y="101780"/>
                          <a:pt x="70511" y="40958"/>
                        </a:cubicBezTo>
                        <a:cubicBezTo>
                          <a:pt x="6278" y="-2811"/>
                          <a:pt x="2868" y="-1674"/>
                          <a:pt x="594" y="1168"/>
                        </a:cubicBezTo>
                        <a:cubicBezTo>
                          <a:pt x="-1680" y="4010"/>
                          <a:pt x="-543" y="8557"/>
                          <a:pt x="63121" y="51759"/>
                        </a:cubicBezTo>
                        <a:cubicBezTo>
                          <a:pt x="152365" y="112581"/>
                          <a:pt x="320052" y="223425"/>
                          <a:pt x="321757" y="220583"/>
                        </a:cubicBezTo>
                        <a:close/>
                      </a:path>
                    </a:pathLst>
                  </a:custGeom>
                  <a:grpFill/>
                  <a:ln w="5679" cap="flat">
                    <a:noFill/>
                    <a:prstDash val="solid"/>
                    <a:miter/>
                  </a:ln>
                </p:spPr>
                <p:txBody>
                  <a:bodyPr rtlCol="0" anchor="ctr"/>
                  <a:lstStyle/>
                  <a:p>
                    <a:endParaRPr lang="zh-CN" altLang="en-US"/>
                  </a:p>
                </p:txBody>
              </p:sp>
              <p:sp>
                <p:nvSpPr>
                  <p:cNvPr id="523" name="任意多边形: 形状 375"/>
                  <p:cNvSpPr/>
                  <p:nvPr>
                    <p:custDataLst>
                      <p:tags r:id="rId155"/>
                    </p:custDataLst>
                  </p:nvPr>
                </p:nvSpPr>
                <p:spPr>
                  <a:xfrm>
                    <a:off x="3216033" y="6779447"/>
                    <a:ext cx="321780" cy="220635"/>
                  </a:xfrm>
                  <a:custGeom>
                    <a:avLst/>
                    <a:gdLst>
                      <a:gd name="connsiteX0" fmla="*/ 321758 w 321780"/>
                      <a:gd name="connsiteY0" fmla="*/ 220583 h 220635"/>
                      <a:gd name="connsiteX1" fmla="*/ 70511 w 321780"/>
                      <a:gd name="connsiteY1" fmla="*/ 40958 h 220635"/>
                      <a:gd name="connsiteX2" fmla="*/ 594 w 321780"/>
                      <a:gd name="connsiteY2" fmla="*/ 1168 h 220635"/>
                      <a:gd name="connsiteX3" fmla="*/ 63121 w 321780"/>
                      <a:gd name="connsiteY3" fmla="*/ 51758 h 220635"/>
                      <a:gd name="connsiteX4" fmla="*/ 321758 w 321780"/>
                      <a:gd name="connsiteY4" fmla="*/ 220583 h 22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5">
                        <a:moveTo>
                          <a:pt x="321758" y="220583"/>
                        </a:moveTo>
                        <a:cubicBezTo>
                          <a:pt x="324031" y="217740"/>
                          <a:pt x="159186" y="101780"/>
                          <a:pt x="70511" y="40958"/>
                        </a:cubicBezTo>
                        <a:cubicBezTo>
                          <a:pt x="6278" y="-2811"/>
                          <a:pt x="2868" y="-1674"/>
                          <a:pt x="594" y="1168"/>
                        </a:cubicBezTo>
                        <a:cubicBezTo>
                          <a:pt x="-1680" y="4010"/>
                          <a:pt x="-543" y="8557"/>
                          <a:pt x="63121" y="51758"/>
                        </a:cubicBezTo>
                        <a:cubicBezTo>
                          <a:pt x="151797" y="112012"/>
                          <a:pt x="320052" y="223425"/>
                          <a:pt x="321758" y="220583"/>
                        </a:cubicBezTo>
                        <a:close/>
                      </a:path>
                    </a:pathLst>
                  </a:custGeom>
                  <a:grpFill/>
                  <a:ln w="5679" cap="flat">
                    <a:noFill/>
                    <a:prstDash val="solid"/>
                    <a:miter/>
                  </a:ln>
                </p:spPr>
                <p:txBody>
                  <a:bodyPr rtlCol="0" anchor="ctr"/>
                  <a:lstStyle/>
                  <a:p>
                    <a:endParaRPr lang="zh-CN" altLang="en-US"/>
                  </a:p>
                </p:txBody>
              </p:sp>
              <p:sp>
                <p:nvSpPr>
                  <p:cNvPr id="524" name="任意多边形: 形状 376"/>
                  <p:cNvSpPr/>
                  <p:nvPr>
                    <p:custDataLst>
                      <p:tags r:id="rId156"/>
                    </p:custDataLst>
                  </p:nvPr>
                </p:nvSpPr>
                <p:spPr>
                  <a:xfrm>
                    <a:off x="3214896" y="6852206"/>
                    <a:ext cx="321780" cy="220636"/>
                  </a:xfrm>
                  <a:custGeom>
                    <a:avLst/>
                    <a:gdLst>
                      <a:gd name="connsiteX0" fmla="*/ 321757 w 321780"/>
                      <a:gd name="connsiteY0" fmla="*/ 220582 h 220636"/>
                      <a:gd name="connsiteX1" fmla="*/ 70511 w 321780"/>
                      <a:gd name="connsiteY1" fmla="*/ 40958 h 220636"/>
                      <a:gd name="connsiteX2" fmla="*/ 594 w 321780"/>
                      <a:gd name="connsiteY2" fmla="*/ 1168 h 220636"/>
                      <a:gd name="connsiteX3" fmla="*/ 63121 w 321780"/>
                      <a:gd name="connsiteY3" fmla="*/ 51759 h 220636"/>
                      <a:gd name="connsiteX4" fmla="*/ 321757 w 321780"/>
                      <a:gd name="connsiteY4" fmla="*/ 220582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7" y="220582"/>
                        </a:moveTo>
                        <a:cubicBezTo>
                          <a:pt x="324031" y="217740"/>
                          <a:pt x="159186" y="101781"/>
                          <a:pt x="70511" y="40958"/>
                        </a:cubicBezTo>
                        <a:cubicBezTo>
                          <a:pt x="6278" y="-2811"/>
                          <a:pt x="2868" y="-1674"/>
                          <a:pt x="594" y="1168"/>
                        </a:cubicBezTo>
                        <a:cubicBezTo>
                          <a:pt x="-1680" y="4010"/>
                          <a:pt x="-543" y="8558"/>
                          <a:pt x="63121" y="51759"/>
                        </a:cubicBezTo>
                        <a:cubicBezTo>
                          <a:pt x="151797" y="112581"/>
                          <a:pt x="319484" y="223425"/>
                          <a:pt x="321757" y="220582"/>
                        </a:cubicBezTo>
                        <a:close/>
                      </a:path>
                    </a:pathLst>
                  </a:custGeom>
                  <a:grpFill/>
                  <a:ln w="5679" cap="flat">
                    <a:noFill/>
                    <a:prstDash val="solid"/>
                    <a:miter/>
                  </a:ln>
                </p:spPr>
                <p:txBody>
                  <a:bodyPr rtlCol="0" anchor="ctr"/>
                  <a:lstStyle/>
                  <a:p>
                    <a:endParaRPr lang="zh-CN" altLang="en-US"/>
                  </a:p>
                </p:txBody>
              </p:sp>
              <p:sp>
                <p:nvSpPr>
                  <p:cNvPr id="525" name="任意多边形: 形状 377"/>
                  <p:cNvSpPr/>
                  <p:nvPr>
                    <p:custDataLst>
                      <p:tags r:id="rId157"/>
                    </p:custDataLst>
                  </p:nvPr>
                </p:nvSpPr>
                <p:spPr>
                  <a:xfrm>
                    <a:off x="3213759" y="6925534"/>
                    <a:ext cx="321780" cy="220636"/>
                  </a:xfrm>
                  <a:custGeom>
                    <a:avLst/>
                    <a:gdLst>
                      <a:gd name="connsiteX0" fmla="*/ 321757 w 321780"/>
                      <a:gd name="connsiteY0" fmla="*/ 220582 h 220636"/>
                      <a:gd name="connsiteX1" fmla="*/ 70511 w 321780"/>
                      <a:gd name="connsiteY1" fmla="*/ 40958 h 220636"/>
                      <a:gd name="connsiteX2" fmla="*/ 594 w 321780"/>
                      <a:gd name="connsiteY2" fmla="*/ 1168 h 220636"/>
                      <a:gd name="connsiteX3" fmla="*/ 63121 w 321780"/>
                      <a:gd name="connsiteY3" fmla="*/ 51759 h 220636"/>
                      <a:gd name="connsiteX4" fmla="*/ 321757 w 321780"/>
                      <a:gd name="connsiteY4" fmla="*/ 220582 h 220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6">
                        <a:moveTo>
                          <a:pt x="321757" y="220582"/>
                        </a:moveTo>
                        <a:cubicBezTo>
                          <a:pt x="324031" y="217740"/>
                          <a:pt x="159186" y="101780"/>
                          <a:pt x="70511" y="40958"/>
                        </a:cubicBezTo>
                        <a:cubicBezTo>
                          <a:pt x="6278" y="-2811"/>
                          <a:pt x="2868" y="-1674"/>
                          <a:pt x="594" y="1168"/>
                        </a:cubicBezTo>
                        <a:cubicBezTo>
                          <a:pt x="-1680" y="4010"/>
                          <a:pt x="-543" y="8558"/>
                          <a:pt x="63121" y="51759"/>
                        </a:cubicBezTo>
                        <a:cubicBezTo>
                          <a:pt x="151796" y="112581"/>
                          <a:pt x="319484" y="223425"/>
                          <a:pt x="321757" y="220582"/>
                        </a:cubicBezTo>
                        <a:close/>
                      </a:path>
                    </a:pathLst>
                  </a:custGeom>
                  <a:grpFill/>
                  <a:ln w="5679" cap="flat">
                    <a:noFill/>
                    <a:prstDash val="solid"/>
                    <a:miter/>
                  </a:ln>
                </p:spPr>
                <p:txBody>
                  <a:bodyPr rtlCol="0" anchor="ctr"/>
                  <a:lstStyle/>
                  <a:p>
                    <a:endParaRPr lang="zh-CN" altLang="en-US"/>
                  </a:p>
                </p:txBody>
              </p:sp>
              <p:sp>
                <p:nvSpPr>
                  <p:cNvPr id="526" name="任意多边形: 形状 378"/>
                  <p:cNvSpPr/>
                  <p:nvPr>
                    <p:custDataLst>
                      <p:tags r:id="rId158"/>
                    </p:custDataLst>
                  </p:nvPr>
                </p:nvSpPr>
                <p:spPr>
                  <a:xfrm>
                    <a:off x="3212054" y="6998862"/>
                    <a:ext cx="321780" cy="220635"/>
                  </a:xfrm>
                  <a:custGeom>
                    <a:avLst/>
                    <a:gdLst>
                      <a:gd name="connsiteX0" fmla="*/ 321757 w 321780"/>
                      <a:gd name="connsiteY0" fmla="*/ 220583 h 220635"/>
                      <a:gd name="connsiteX1" fmla="*/ 70511 w 321780"/>
                      <a:gd name="connsiteY1" fmla="*/ 40958 h 220635"/>
                      <a:gd name="connsiteX2" fmla="*/ 594 w 321780"/>
                      <a:gd name="connsiteY2" fmla="*/ 1168 h 220635"/>
                      <a:gd name="connsiteX3" fmla="*/ 63121 w 321780"/>
                      <a:gd name="connsiteY3" fmla="*/ 51759 h 220635"/>
                      <a:gd name="connsiteX4" fmla="*/ 321757 w 321780"/>
                      <a:gd name="connsiteY4" fmla="*/ 220583 h 22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80" h="220635">
                        <a:moveTo>
                          <a:pt x="321757" y="220583"/>
                        </a:moveTo>
                        <a:cubicBezTo>
                          <a:pt x="324031" y="217740"/>
                          <a:pt x="159186" y="101780"/>
                          <a:pt x="70511" y="40958"/>
                        </a:cubicBezTo>
                        <a:cubicBezTo>
                          <a:pt x="6278" y="-2811"/>
                          <a:pt x="2868" y="-1674"/>
                          <a:pt x="594" y="1168"/>
                        </a:cubicBezTo>
                        <a:cubicBezTo>
                          <a:pt x="-1680" y="4010"/>
                          <a:pt x="-543" y="8557"/>
                          <a:pt x="63121" y="51759"/>
                        </a:cubicBezTo>
                        <a:cubicBezTo>
                          <a:pt x="152365" y="112012"/>
                          <a:pt x="320052" y="223425"/>
                          <a:pt x="321757" y="220583"/>
                        </a:cubicBezTo>
                        <a:close/>
                      </a:path>
                    </a:pathLst>
                  </a:custGeom>
                  <a:grpFill/>
                  <a:ln w="5679" cap="flat">
                    <a:noFill/>
                    <a:prstDash val="solid"/>
                    <a:miter/>
                  </a:ln>
                </p:spPr>
                <p:txBody>
                  <a:bodyPr rtlCol="0" anchor="ctr"/>
                  <a:lstStyle/>
                  <a:p>
                    <a:endParaRPr lang="zh-CN" altLang="en-US"/>
                  </a:p>
                </p:txBody>
              </p:sp>
            </p:grpSp>
            <p:grpSp>
              <p:nvGrpSpPr>
                <p:cNvPr id="527" name="图形 826"/>
                <p:cNvGrpSpPr/>
                <p:nvPr/>
              </p:nvGrpSpPr>
              <p:grpSpPr>
                <a:xfrm>
                  <a:off x="3370110" y="7296974"/>
                  <a:ext cx="326864" cy="362490"/>
                  <a:chOff x="3370110" y="7296974"/>
                  <a:chExt cx="326864" cy="362490"/>
                </a:xfrm>
                <a:grpFill/>
              </p:grpSpPr>
              <p:sp>
                <p:nvSpPr>
                  <p:cNvPr id="528" name="任意多边形: 形状 363"/>
                  <p:cNvSpPr/>
                  <p:nvPr>
                    <p:custDataLst>
                      <p:tags r:id="rId159"/>
                    </p:custDataLst>
                  </p:nvPr>
                </p:nvSpPr>
                <p:spPr>
                  <a:xfrm>
                    <a:off x="3372952" y="7296974"/>
                    <a:ext cx="324022" cy="216403"/>
                  </a:xfrm>
                  <a:custGeom>
                    <a:avLst/>
                    <a:gdLst>
                      <a:gd name="connsiteX0" fmla="*/ 323999 w 324022"/>
                      <a:gd name="connsiteY0" fmla="*/ 216348 h 216403"/>
                      <a:gd name="connsiteX1" fmla="*/ 71047 w 324022"/>
                      <a:gd name="connsiteY1" fmla="*/ 40135 h 216403"/>
                      <a:gd name="connsiteX2" fmla="*/ 562 w 324022"/>
                      <a:gd name="connsiteY2" fmla="*/ 1482 h 216403"/>
                      <a:gd name="connsiteX3" fmla="*/ 63658 w 324022"/>
                      <a:gd name="connsiteY3" fmla="*/ 51503 h 216403"/>
                      <a:gd name="connsiteX4" fmla="*/ 323999 w 324022"/>
                      <a:gd name="connsiteY4" fmla="*/ 216348 h 216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022" h="216403">
                        <a:moveTo>
                          <a:pt x="323999" y="216348"/>
                        </a:moveTo>
                        <a:cubicBezTo>
                          <a:pt x="326273" y="213506"/>
                          <a:pt x="160291" y="99820"/>
                          <a:pt x="71047" y="40135"/>
                        </a:cubicBezTo>
                        <a:cubicBezTo>
                          <a:pt x="6246" y="-3066"/>
                          <a:pt x="2836" y="-1929"/>
                          <a:pt x="562" y="1482"/>
                        </a:cubicBezTo>
                        <a:cubicBezTo>
                          <a:pt x="-1712" y="4324"/>
                          <a:pt x="-7" y="8871"/>
                          <a:pt x="63658" y="51503"/>
                        </a:cubicBezTo>
                        <a:cubicBezTo>
                          <a:pt x="152902" y="110620"/>
                          <a:pt x="321725" y="219191"/>
                          <a:pt x="323999" y="216348"/>
                        </a:cubicBezTo>
                        <a:close/>
                      </a:path>
                    </a:pathLst>
                  </a:custGeom>
                  <a:grpFill/>
                  <a:ln w="5679" cap="flat">
                    <a:noFill/>
                    <a:prstDash val="solid"/>
                    <a:miter/>
                  </a:ln>
                </p:spPr>
                <p:txBody>
                  <a:bodyPr rtlCol="0" anchor="ctr"/>
                  <a:lstStyle/>
                  <a:p>
                    <a:endParaRPr lang="zh-CN" altLang="en-US"/>
                  </a:p>
                </p:txBody>
              </p:sp>
              <p:sp>
                <p:nvSpPr>
                  <p:cNvPr id="529" name="任意多边形: 形状 364"/>
                  <p:cNvSpPr/>
                  <p:nvPr>
                    <p:custDataLst>
                      <p:tags r:id="rId160"/>
                    </p:custDataLst>
                  </p:nvPr>
                </p:nvSpPr>
                <p:spPr>
                  <a:xfrm>
                    <a:off x="3371247" y="7369733"/>
                    <a:ext cx="324022" cy="216427"/>
                  </a:xfrm>
                  <a:custGeom>
                    <a:avLst/>
                    <a:gdLst>
                      <a:gd name="connsiteX0" fmla="*/ 323999 w 324022"/>
                      <a:gd name="connsiteY0" fmla="*/ 216349 h 216427"/>
                      <a:gd name="connsiteX1" fmla="*/ 71047 w 324022"/>
                      <a:gd name="connsiteY1" fmla="*/ 40135 h 216427"/>
                      <a:gd name="connsiteX2" fmla="*/ 562 w 324022"/>
                      <a:gd name="connsiteY2" fmla="*/ 1482 h 216427"/>
                      <a:gd name="connsiteX3" fmla="*/ 63658 w 324022"/>
                      <a:gd name="connsiteY3" fmla="*/ 51504 h 216427"/>
                      <a:gd name="connsiteX4" fmla="*/ 323999 w 324022"/>
                      <a:gd name="connsiteY4" fmla="*/ 216349 h 216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022" h="216427">
                        <a:moveTo>
                          <a:pt x="323999" y="216349"/>
                        </a:moveTo>
                        <a:cubicBezTo>
                          <a:pt x="326273" y="213507"/>
                          <a:pt x="160291" y="99821"/>
                          <a:pt x="71047" y="40135"/>
                        </a:cubicBezTo>
                        <a:cubicBezTo>
                          <a:pt x="6246" y="-3065"/>
                          <a:pt x="2836" y="-1929"/>
                          <a:pt x="562" y="1482"/>
                        </a:cubicBezTo>
                        <a:cubicBezTo>
                          <a:pt x="-1712" y="4324"/>
                          <a:pt x="-7" y="8872"/>
                          <a:pt x="63658" y="51504"/>
                        </a:cubicBezTo>
                        <a:cubicBezTo>
                          <a:pt x="153470" y="110621"/>
                          <a:pt x="322294" y="219759"/>
                          <a:pt x="323999" y="216349"/>
                        </a:cubicBezTo>
                        <a:close/>
                      </a:path>
                    </a:pathLst>
                  </a:custGeom>
                  <a:grpFill/>
                  <a:ln w="5679" cap="flat">
                    <a:noFill/>
                    <a:prstDash val="solid"/>
                    <a:miter/>
                  </a:ln>
                </p:spPr>
                <p:txBody>
                  <a:bodyPr rtlCol="0" anchor="ctr"/>
                  <a:lstStyle/>
                  <a:p>
                    <a:endParaRPr lang="zh-CN" altLang="en-US"/>
                  </a:p>
                </p:txBody>
              </p:sp>
              <p:sp>
                <p:nvSpPr>
                  <p:cNvPr id="530" name="任意多边形: 形状 365"/>
                  <p:cNvSpPr/>
                  <p:nvPr>
                    <p:custDataLst>
                      <p:tags r:id="rId161"/>
                    </p:custDataLst>
                  </p:nvPr>
                </p:nvSpPr>
                <p:spPr>
                  <a:xfrm>
                    <a:off x="3370110" y="7443061"/>
                    <a:ext cx="324022" cy="216403"/>
                  </a:xfrm>
                  <a:custGeom>
                    <a:avLst/>
                    <a:gdLst>
                      <a:gd name="connsiteX0" fmla="*/ 323999 w 324022"/>
                      <a:gd name="connsiteY0" fmla="*/ 216349 h 216403"/>
                      <a:gd name="connsiteX1" fmla="*/ 71047 w 324022"/>
                      <a:gd name="connsiteY1" fmla="*/ 40135 h 216403"/>
                      <a:gd name="connsiteX2" fmla="*/ 562 w 324022"/>
                      <a:gd name="connsiteY2" fmla="*/ 1482 h 216403"/>
                      <a:gd name="connsiteX3" fmla="*/ 63658 w 324022"/>
                      <a:gd name="connsiteY3" fmla="*/ 51504 h 216403"/>
                      <a:gd name="connsiteX4" fmla="*/ 323999 w 324022"/>
                      <a:gd name="connsiteY4" fmla="*/ 216349 h 216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022" h="216403">
                        <a:moveTo>
                          <a:pt x="323999" y="216349"/>
                        </a:moveTo>
                        <a:cubicBezTo>
                          <a:pt x="326273" y="213507"/>
                          <a:pt x="160291" y="99821"/>
                          <a:pt x="71047" y="40135"/>
                        </a:cubicBezTo>
                        <a:cubicBezTo>
                          <a:pt x="6246" y="-3065"/>
                          <a:pt x="2836" y="-1929"/>
                          <a:pt x="562" y="1482"/>
                        </a:cubicBezTo>
                        <a:cubicBezTo>
                          <a:pt x="-1712" y="4324"/>
                          <a:pt x="-7" y="8872"/>
                          <a:pt x="63658" y="51504"/>
                        </a:cubicBezTo>
                        <a:cubicBezTo>
                          <a:pt x="152902" y="110621"/>
                          <a:pt x="322294" y="219191"/>
                          <a:pt x="323999" y="216349"/>
                        </a:cubicBezTo>
                        <a:close/>
                      </a:path>
                    </a:pathLst>
                  </a:custGeom>
                  <a:grpFill/>
                  <a:ln w="5679" cap="flat">
                    <a:noFill/>
                    <a:prstDash val="solid"/>
                    <a:miter/>
                  </a:ln>
                </p:spPr>
                <p:txBody>
                  <a:bodyPr rtlCol="0" anchor="ctr"/>
                  <a:lstStyle/>
                  <a:p>
                    <a:endParaRPr lang="zh-CN" altLang="en-US"/>
                  </a:p>
                </p:txBody>
              </p:sp>
            </p:grpSp>
            <p:sp>
              <p:nvSpPr>
                <p:cNvPr id="531" name="任意多边形: 形状 357"/>
                <p:cNvSpPr/>
                <p:nvPr>
                  <p:custDataLst>
                    <p:tags r:id="rId162"/>
                  </p:custDataLst>
                </p:nvPr>
              </p:nvSpPr>
              <p:spPr>
                <a:xfrm>
                  <a:off x="3200117" y="7645730"/>
                  <a:ext cx="322349" cy="217232"/>
                </a:xfrm>
                <a:custGeom>
                  <a:avLst/>
                  <a:gdLst>
                    <a:gd name="connsiteX0" fmla="*/ 322326 w 322349"/>
                    <a:gd name="connsiteY0" fmla="*/ 217178 h 217232"/>
                    <a:gd name="connsiteX1" fmla="*/ 70511 w 322349"/>
                    <a:gd name="connsiteY1" fmla="*/ 40396 h 217232"/>
                    <a:gd name="connsiteX2" fmla="*/ 594 w 322349"/>
                    <a:gd name="connsiteY2" fmla="*/ 1174 h 217232"/>
                    <a:gd name="connsiteX3" fmla="*/ 63121 w 322349"/>
                    <a:gd name="connsiteY3" fmla="*/ 51197 h 217232"/>
                    <a:gd name="connsiteX4" fmla="*/ 322326 w 322349"/>
                    <a:gd name="connsiteY4" fmla="*/ 217178 h 217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349" h="217232">
                      <a:moveTo>
                        <a:pt x="322326" y="217178"/>
                      </a:moveTo>
                      <a:cubicBezTo>
                        <a:pt x="324600" y="214336"/>
                        <a:pt x="159186" y="100081"/>
                        <a:pt x="70511" y="40396"/>
                      </a:cubicBezTo>
                      <a:cubicBezTo>
                        <a:pt x="6278" y="-2804"/>
                        <a:pt x="2299" y="-1668"/>
                        <a:pt x="594" y="1174"/>
                      </a:cubicBezTo>
                      <a:cubicBezTo>
                        <a:pt x="-1680" y="4016"/>
                        <a:pt x="-543" y="8564"/>
                        <a:pt x="63121" y="51197"/>
                      </a:cubicBezTo>
                      <a:cubicBezTo>
                        <a:pt x="152365" y="110882"/>
                        <a:pt x="320621" y="220020"/>
                        <a:pt x="322326" y="217178"/>
                      </a:cubicBezTo>
                      <a:close/>
                    </a:path>
                  </a:pathLst>
                </a:custGeom>
                <a:grpFill/>
                <a:ln w="5679" cap="flat">
                  <a:noFill/>
                  <a:prstDash val="solid"/>
                  <a:miter/>
                </a:ln>
              </p:spPr>
              <p:txBody>
                <a:bodyPr rtlCol="0" anchor="ctr"/>
                <a:lstStyle/>
                <a:p>
                  <a:endParaRPr lang="zh-CN" altLang="en-US"/>
                </a:p>
              </p:txBody>
            </p:sp>
            <p:sp>
              <p:nvSpPr>
                <p:cNvPr id="532" name="任意多边形: 形状 358"/>
                <p:cNvSpPr/>
                <p:nvPr>
                  <p:custDataLst>
                    <p:tags r:id="rId163"/>
                  </p:custDataLst>
                </p:nvPr>
              </p:nvSpPr>
              <p:spPr>
                <a:xfrm>
                  <a:off x="3198980" y="7719058"/>
                  <a:ext cx="322348" cy="217232"/>
                </a:xfrm>
                <a:custGeom>
                  <a:avLst/>
                  <a:gdLst>
                    <a:gd name="connsiteX0" fmla="*/ 322326 w 322348"/>
                    <a:gd name="connsiteY0" fmla="*/ 217178 h 217232"/>
                    <a:gd name="connsiteX1" fmla="*/ 70511 w 322348"/>
                    <a:gd name="connsiteY1" fmla="*/ 40396 h 217232"/>
                    <a:gd name="connsiteX2" fmla="*/ 594 w 322348"/>
                    <a:gd name="connsiteY2" fmla="*/ 1174 h 217232"/>
                    <a:gd name="connsiteX3" fmla="*/ 63121 w 322348"/>
                    <a:gd name="connsiteY3" fmla="*/ 51197 h 217232"/>
                    <a:gd name="connsiteX4" fmla="*/ 322326 w 322348"/>
                    <a:gd name="connsiteY4" fmla="*/ 217178 h 217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348" h="217232">
                      <a:moveTo>
                        <a:pt x="322326" y="217178"/>
                      </a:moveTo>
                      <a:cubicBezTo>
                        <a:pt x="324600" y="214336"/>
                        <a:pt x="159186" y="100081"/>
                        <a:pt x="70511" y="40396"/>
                      </a:cubicBezTo>
                      <a:cubicBezTo>
                        <a:pt x="6278" y="-2804"/>
                        <a:pt x="2299" y="-1668"/>
                        <a:pt x="594" y="1174"/>
                      </a:cubicBezTo>
                      <a:cubicBezTo>
                        <a:pt x="-1680" y="4016"/>
                        <a:pt x="-543" y="8564"/>
                        <a:pt x="63121" y="51197"/>
                      </a:cubicBezTo>
                      <a:cubicBezTo>
                        <a:pt x="151797" y="110882"/>
                        <a:pt x="320052" y="220020"/>
                        <a:pt x="322326" y="217178"/>
                      </a:cubicBezTo>
                      <a:close/>
                    </a:path>
                  </a:pathLst>
                </a:custGeom>
                <a:grpFill/>
                <a:ln w="5679" cap="flat">
                  <a:noFill/>
                  <a:prstDash val="solid"/>
                  <a:miter/>
                </a:ln>
              </p:spPr>
              <p:txBody>
                <a:bodyPr rtlCol="0" anchor="ctr"/>
                <a:lstStyle/>
                <a:p>
                  <a:endParaRPr lang="zh-CN" altLang="en-US"/>
                </a:p>
              </p:txBody>
            </p:sp>
            <p:sp>
              <p:nvSpPr>
                <p:cNvPr id="533" name="任意多边形: 形状 359"/>
                <p:cNvSpPr/>
                <p:nvPr>
                  <p:custDataLst>
                    <p:tags r:id="rId164"/>
                  </p:custDataLst>
                </p:nvPr>
              </p:nvSpPr>
              <p:spPr>
                <a:xfrm>
                  <a:off x="3197843" y="7791817"/>
                  <a:ext cx="322349" cy="217255"/>
                </a:xfrm>
                <a:custGeom>
                  <a:avLst/>
                  <a:gdLst>
                    <a:gd name="connsiteX0" fmla="*/ 322326 w 322349"/>
                    <a:gd name="connsiteY0" fmla="*/ 217178 h 217255"/>
                    <a:gd name="connsiteX1" fmla="*/ 70511 w 322349"/>
                    <a:gd name="connsiteY1" fmla="*/ 40396 h 217255"/>
                    <a:gd name="connsiteX2" fmla="*/ 594 w 322349"/>
                    <a:gd name="connsiteY2" fmla="*/ 1174 h 217255"/>
                    <a:gd name="connsiteX3" fmla="*/ 63121 w 322349"/>
                    <a:gd name="connsiteY3" fmla="*/ 51196 h 217255"/>
                    <a:gd name="connsiteX4" fmla="*/ 322326 w 322349"/>
                    <a:gd name="connsiteY4" fmla="*/ 217178 h 217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349" h="217255">
                      <a:moveTo>
                        <a:pt x="322326" y="217178"/>
                      </a:moveTo>
                      <a:cubicBezTo>
                        <a:pt x="324600" y="214336"/>
                        <a:pt x="159186" y="100082"/>
                        <a:pt x="70511" y="40396"/>
                      </a:cubicBezTo>
                      <a:cubicBezTo>
                        <a:pt x="6278" y="-2805"/>
                        <a:pt x="2299" y="-1668"/>
                        <a:pt x="594" y="1174"/>
                      </a:cubicBezTo>
                      <a:cubicBezTo>
                        <a:pt x="-1680" y="4017"/>
                        <a:pt x="-543" y="8564"/>
                        <a:pt x="63121" y="51196"/>
                      </a:cubicBezTo>
                      <a:cubicBezTo>
                        <a:pt x="151797" y="110881"/>
                        <a:pt x="320052" y="220589"/>
                        <a:pt x="322326" y="217178"/>
                      </a:cubicBezTo>
                      <a:close/>
                    </a:path>
                  </a:pathLst>
                </a:custGeom>
                <a:grpFill/>
                <a:ln w="5679" cap="flat">
                  <a:noFill/>
                  <a:prstDash val="solid"/>
                  <a:miter/>
                </a:ln>
              </p:spPr>
              <p:txBody>
                <a:bodyPr rtlCol="0" anchor="ctr"/>
                <a:lstStyle/>
                <a:p>
                  <a:endParaRPr lang="zh-CN" altLang="en-US"/>
                </a:p>
              </p:txBody>
            </p:sp>
            <p:sp>
              <p:nvSpPr>
                <p:cNvPr id="534" name="任意多边形: 形状 360"/>
                <p:cNvSpPr/>
                <p:nvPr>
                  <p:custDataLst>
                    <p:tags r:id="rId165"/>
                  </p:custDataLst>
                </p:nvPr>
              </p:nvSpPr>
              <p:spPr>
                <a:xfrm>
                  <a:off x="3196138" y="7865145"/>
                  <a:ext cx="322348" cy="217232"/>
                </a:xfrm>
                <a:custGeom>
                  <a:avLst/>
                  <a:gdLst>
                    <a:gd name="connsiteX0" fmla="*/ 322326 w 322348"/>
                    <a:gd name="connsiteY0" fmla="*/ 217178 h 217232"/>
                    <a:gd name="connsiteX1" fmla="*/ 70511 w 322348"/>
                    <a:gd name="connsiteY1" fmla="*/ 40396 h 217232"/>
                    <a:gd name="connsiteX2" fmla="*/ 594 w 322348"/>
                    <a:gd name="connsiteY2" fmla="*/ 1174 h 217232"/>
                    <a:gd name="connsiteX3" fmla="*/ 63121 w 322348"/>
                    <a:gd name="connsiteY3" fmla="*/ 51196 h 217232"/>
                    <a:gd name="connsiteX4" fmla="*/ 322326 w 322348"/>
                    <a:gd name="connsiteY4" fmla="*/ 217178 h 217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348" h="217232">
                      <a:moveTo>
                        <a:pt x="322326" y="217178"/>
                      </a:moveTo>
                      <a:cubicBezTo>
                        <a:pt x="324600" y="214336"/>
                        <a:pt x="159186" y="100081"/>
                        <a:pt x="70511" y="40396"/>
                      </a:cubicBezTo>
                      <a:cubicBezTo>
                        <a:pt x="6278" y="-2805"/>
                        <a:pt x="2299" y="-1668"/>
                        <a:pt x="594" y="1174"/>
                      </a:cubicBezTo>
                      <a:cubicBezTo>
                        <a:pt x="-1680" y="4017"/>
                        <a:pt x="-543" y="8564"/>
                        <a:pt x="63121" y="51196"/>
                      </a:cubicBezTo>
                      <a:cubicBezTo>
                        <a:pt x="152365" y="110881"/>
                        <a:pt x="320621" y="220020"/>
                        <a:pt x="322326" y="217178"/>
                      </a:cubicBezTo>
                      <a:close/>
                    </a:path>
                  </a:pathLst>
                </a:custGeom>
                <a:grpFill/>
                <a:ln w="5679" cap="flat">
                  <a:noFill/>
                  <a:prstDash val="solid"/>
                  <a:miter/>
                </a:ln>
              </p:spPr>
              <p:txBody>
                <a:bodyPr rtlCol="0" anchor="ctr"/>
                <a:lstStyle/>
                <a:p>
                  <a:endParaRPr lang="zh-CN" altLang="en-US"/>
                </a:p>
              </p:txBody>
            </p:sp>
            <p:sp>
              <p:nvSpPr>
                <p:cNvPr id="535" name="任意多边形: 形状 361"/>
                <p:cNvSpPr/>
                <p:nvPr>
                  <p:custDataLst>
                    <p:tags r:id="rId166"/>
                  </p:custDataLst>
                </p:nvPr>
              </p:nvSpPr>
              <p:spPr>
                <a:xfrm>
                  <a:off x="3195001" y="7938472"/>
                  <a:ext cx="322349" cy="217232"/>
                </a:xfrm>
                <a:custGeom>
                  <a:avLst/>
                  <a:gdLst>
                    <a:gd name="connsiteX0" fmla="*/ 322326 w 322349"/>
                    <a:gd name="connsiteY0" fmla="*/ 217178 h 217232"/>
                    <a:gd name="connsiteX1" fmla="*/ 70511 w 322349"/>
                    <a:gd name="connsiteY1" fmla="*/ 40396 h 217232"/>
                    <a:gd name="connsiteX2" fmla="*/ 594 w 322349"/>
                    <a:gd name="connsiteY2" fmla="*/ 1174 h 217232"/>
                    <a:gd name="connsiteX3" fmla="*/ 63121 w 322349"/>
                    <a:gd name="connsiteY3" fmla="*/ 51197 h 217232"/>
                    <a:gd name="connsiteX4" fmla="*/ 322326 w 322349"/>
                    <a:gd name="connsiteY4" fmla="*/ 217178 h 217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349" h="217232">
                      <a:moveTo>
                        <a:pt x="322326" y="217178"/>
                      </a:moveTo>
                      <a:cubicBezTo>
                        <a:pt x="324600" y="214336"/>
                        <a:pt x="159186" y="100081"/>
                        <a:pt x="70511" y="40396"/>
                      </a:cubicBezTo>
                      <a:cubicBezTo>
                        <a:pt x="6278" y="-2804"/>
                        <a:pt x="2299" y="-1668"/>
                        <a:pt x="594" y="1174"/>
                      </a:cubicBezTo>
                      <a:cubicBezTo>
                        <a:pt x="-1680" y="4016"/>
                        <a:pt x="-543" y="8564"/>
                        <a:pt x="63121" y="51197"/>
                      </a:cubicBezTo>
                      <a:cubicBezTo>
                        <a:pt x="152365" y="110882"/>
                        <a:pt x="320620" y="220020"/>
                        <a:pt x="322326" y="217178"/>
                      </a:cubicBezTo>
                      <a:close/>
                    </a:path>
                  </a:pathLst>
                </a:custGeom>
                <a:grpFill/>
                <a:ln w="5679" cap="flat">
                  <a:noFill/>
                  <a:prstDash val="solid"/>
                  <a:miter/>
                </a:ln>
              </p:spPr>
              <p:txBody>
                <a:bodyPr rtlCol="0" anchor="ctr"/>
                <a:lstStyle/>
                <a:p>
                  <a:endParaRPr lang="zh-CN" altLang="en-US"/>
                </a:p>
              </p:txBody>
            </p:sp>
            <p:sp>
              <p:nvSpPr>
                <p:cNvPr id="536" name="任意多边形: 形状 362"/>
                <p:cNvSpPr/>
                <p:nvPr>
                  <p:custDataLst>
                    <p:tags r:id="rId167"/>
                  </p:custDataLst>
                </p:nvPr>
              </p:nvSpPr>
              <p:spPr>
                <a:xfrm>
                  <a:off x="3193864" y="8011231"/>
                  <a:ext cx="322349" cy="217255"/>
                </a:xfrm>
                <a:custGeom>
                  <a:avLst/>
                  <a:gdLst>
                    <a:gd name="connsiteX0" fmla="*/ 322326 w 322349"/>
                    <a:gd name="connsiteY0" fmla="*/ 217178 h 217255"/>
                    <a:gd name="connsiteX1" fmla="*/ 70511 w 322349"/>
                    <a:gd name="connsiteY1" fmla="*/ 40396 h 217255"/>
                    <a:gd name="connsiteX2" fmla="*/ 594 w 322349"/>
                    <a:gd name="connsiteY2" fmla="*/ 1174 h 217255"/>
                    <a:gd name="connsiteX3" fmla="*/ 63121 w 322349"/>
                    <a:gd name="connsiteY3" fmla="*/ 51197 h 217255"/>
                    <a:gd name="connsiteX4" fmla="*/ 322326 w 322349"/>
                    <a:gd name="connsiteY4" fmla="*/ 217178 h 217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349" h="217255">
                      <a:moveTo>
                        <a:pt x="322326" y="217178"/>
                      </a:moveTo>
                      <a:cubicBezTo>
                        <a:pt x="324600" y="214336"/>
                        <a:pt x="159186" y="100081"/>
                        <a:pt x="70511" y="40396"/>
                      </a:cubicBezTo>
                      <a:cubicBezTo>
                        <a:pt x="6278" y="-2804"/>
                        <a:pt x="2299" y="-1668"/>
                        <a:pt x="594" y="1174"/>
                      </a:cubicBezTo>
                      <a:cubicBezTo>
                        <a:pt x="-1680" y="4016"/>
                        <a:pt x="-543" y="8564"/>
                        <a:pt x="63121" y="51197"/>
                      </a:cubicBezTo>
                      <a:cubicBezTo>
                        <a:pt x="151796" y="110882"/>
                        <a:pt x="320052" y="220589"/>
                        <a:pt x="322326" y="217178"/>
                      </a:cubicBezTo>
                      <a:close/>
                    </a:path>
                  </a:pathLst>
                </a:custGeom>
                <a:grpFill/>
                <a:ln w="5679" cap="flat">
                  <a:noFill/>
                  <a:prstDash val="solid"/>
                  <a:miter/>
                </a:ln>
              </p:spPr>
              <p:txBody>
                <a:bodyPr rtlCol="0" anchor="ctr"/>
                <a:lstStyle/>
                <a:p>
                  <a:endParaRPr lang="zh-CN" altLang="en-US"/>
                </a:p>
              </p:txBody>
            </p:sp>
          </p:grpSp>
          <p:grpSp>
            <p:nvGrpSpPr>
              <p:cNvPr id="537" name="图形 826"/>
              <p:cNvGrpSpPr/>
              <p:nvPr/>
            </p:nvGrpSpPr>
            <p:grpSpPr>
              <a:xfrm>
                <a:off x="2562016" y="7031720"/>
                <a:ext cx="174425" cy="256819"/>
                <a:chOff x="2562016" y="7031720"/>
                <a:chExt cx="174425" cy="256819"/>
              </a:xfrm>
              <a:grpFill/>
            </p:grpSpPr>
            <p:sp>
              <p:nvSpPr>
                <p:cNvPr id="538" name="任意多边形: 形状 350"/>
                <p:cNvSpPr/>
                <p:nvPr>
                  <p:custDataLst>
                    <p:tags r:id="rId168"/>
                  </p:custDataLst>
                </p:nvPr>
              </p:nvSpPr>
              <p:spPr>
                <a:xfrm>
                  <a:off x="2681928" y="7031720"/>
                  <a:ext cx="54513" cy="38561"/>
                </a:xfrm>
                <a:custGeom>
                  <a:avLst/>
                  <a:gdLst>
                    <a:gd name="connsiteX0" fmla="*/ 54374 w 54513"/>
                    <a:gd name="connsiteY0" fmla="*/ 38227 h 38561"/>
                    <a:gd name="connsiteX1" fmla="*/ 16289 w 54513"/>
                    <a:gd name="connsiteY1" fmla="*/ 4690 h 38561"/>
                    <a:gd name="connsiteX2" fmla="*/ 1510 w 54513"/>
                    <a:gd name="connsiteY2" fmla="*/ 2984 h 38561"/>
                    <a:gd name="connsiteX3" fmla="*/ 8900 w 54513"/>
                    <a:gd name="connsiteY3" fmla="*/ 15489 h 38561"/>
                    <a:gd name="connsiteX4" fmla="*/ 54374 w 54513"/>
                    <a:gd name="connsiteY4" fmla="*/ 38227 h 38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13" h="38561">
                      <a:moveTo>
                        <a:pt x="54374" y="38227"/>
                      </a:moveTo>
                      <a:cubicBezTo>
                        <a:pt x="56648" y="35385"/>
                        <a:pt x="30500" y="14353"/>
                        <a:pt x="16289" y="4690"/>
                      </a:cubicBezTo>
                      <a:cubicBezTo>
                        <a:pt x="5489" y="-2132"/>
                        <a:pt x="3784" y="-426"/>
                        <a:pt x="1510" y="2984"/>
                      </a:cubicBezTo>
                      <a:cubicBezTo>
                        <a:pt x="-764" y="5826"/>
                        <a:pt x="-1900" y="8669"/>
                        <a:pt x="8900" y="15489"/>
                      </a:cubicBezTo>
                      <a:cubicBezTo>
                        <a:pt x="23111" y="25153"/>
                        <a:pt x="52101" y="41069"/>
                        <a:pt x="54374" y="38227"/>
                      </a:cubicBezTo>
                      <a:close/>
                    </a:path>
                  </a:pathLst>
                </a:custGeom>
                <a:grpFill/>
                <a:ln w="5679" cap="flat">
                  <a:noFill/>
                  <a:prstDash val="solid"/>
                  <a:miter/>
                </a:ln>
              </p:spPr>
              <p:txBody>
                <a:bodyPr rtlCol="0" anchor="ctr"/>
                <a:lstStyle/>
                <a:p>
                  <a:endParaRPr lang="zh-CN" altLang="en-US"/>
                </a:p>
              </p:txBody>
            </p:sp>
            <p:sp>
              <p:nvSpPr>
                <p:cNvPr id="539" name="任意多边形: 形状 351"/>
                <p:cNvSpPr/>
                <p:nvPr>
                  <p:custDataLst>
                    <p:tags r:id="rId169"/>
                  </p:custDataLst>
                </p:nvPr>
              </p:nvSpPr>
              <p:spPr>
                <a:xfrm>
                  <a:off x="2654936" y="7088053"/>
                  <a:ext cx="76917" cy="56011"/>
                </a:xfrm>
                <a:custGeom>
                  <a:avLst/>
                  <a:gdLst>
                    <a:gd name="connsiteX0" fmla="*/ 76819 w 76917"/>
                    <a:gd name="connsiteY0" fmla="*/ 55789 h 56011"/>
                    <a:gd name="connsiteX1" fmla="*/ 20544 w 76917"/>
                    <a:gd name="connsiteY1" fmla="*/ 8041 h 56011"/>
                    <a:gd name="connsiteX2" fmla="*/ 1218 w 76917"/>
                    <a:gd name="connsiteY2" fmla="*/ 2357 h 56011"/>
                    <a:gd name="connsiteX3" fmla="*/ 13155 w 76917"/>
                    <a:gd name="connsiteY3" fmla="*/ 18841 h 56011"/>
                    <a:gd name="connsiteX4" fmla="*/ 76819 w 76917"/>
                    <a:gd name="connsiteY4" fmla="*/ 55789 h 56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917" h="56011">
                      <a:moveTo>
                        <a:pt x="76819" y="55789"/>
                      </a:moveTo>
                      <a:cubicBezTo>
                        <a:pt x="79093" y="52947"/>
                        <a:pt x="41576" y="22820"/>
                        <a:pt x="20544" y="8041"/>
                      </a:cubicBezTo>
                      <a:cubicBezTo>
                        <a:pt x="5197" y="-2759"/>
                        <a:pt x="2923" y="-485"/>
                        <a:pt x="1218" y="2357"/>
                      </a:cubicBezTo>
                      <a:cubicBezTo>
                        <a:pt x="-1056" y="5199"/>
                        <a:pt x="-1625" y="8041"/>
                        <a:pt x="13155" y="18841"/>
                      </a:cubicBezTo>
                      <a:cubicBezTo>
                        <a:pt x="33618" y="33621"/>
                        <a:pt x="74545" y="58631"/>
                        <a:pt x="76819" y="55789"/>
                      </a:cubicBezTo>
                      <a:close/>
                    </a:path>
                  </a:pathLst>
                </a:custGeom>
                <a:grpFill/>
                <a:ln w="5679" cap="flat">
                  <a:noFill/>
                  <a:prstDash val="solid"/>
                  <a:miter/>
                </a:ln>
              </p:spPr>
              <p:txBody>
                <a:bodyPr rtlCol="0" anchor="ctr"/>
                <a:lstStyle/>
                <a:p>
                  <a:endParaRPr lang="zh-CN" altLang="en-US"/>
                </a:p>
              </p:txBody>
            </p:sp>
            <p:sp>
              <p:nvSpPr>
                <p:cNvPr id="540" name="任意多边形: 形状 352"/>
                <p:cNvSpPr/>
                <p:nvPr>
                  <p:custDataLst>
                    <p:tags r:id="rId170"/>
                  </p:custDataLst>
                </p:nvPr>
              </p:nvSpPr>
              <p:spPr>
                <a:xfrm>
                  <a:off x="2624380" y="7141473"/>
                  <a:ext cx="107445" cy="73590"/>
                </a:xfrm>
                <a:custGeom>
                  <a:avLst/>
                  <a:gdLst>
                    <a:gd name="connsiteX0" fmla="*/ 107375 w 107445"/>
                    <a:gd name="connsiteY0" fmla="*/ 73424 h 73590"/>
                    <a:gd name="connsiteX1" fmla="*/ 26658 w 107445"/>
                    <a:gd name="connsiteY1" fmla="*/ 11465 h 73590"/>
                    <a:gd name="connsiteX2" fmla="*/ 1078 w 107445"/>
                    <a:gd name="connsiteY2" fmla="*/ 2370 h 73590"/>
                    <a:gd name="connsiteX3" fmla="*/ 19268 w 107445"/>
                    <a:gd name="connsiteY3" fmla="*/ 22265 h 73590"/>
                    <a:gd name="connsiteX4" fmla="*/ 107375 w 107445"/>
                    <a:gd name="connsiteY4" fmla="*/ 73424 h 7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45" h="73590">
                      <a:moveTo>
                        <a:pt x="107375" y="73424"/>
                      </a:moveTo>
                      <a:cubicBezTo>
                        <a:pt x="109649" y="70581"/>
                        <a:pt x="56216" y="31360"/>
                        <a:pt x="26658" y="11465"/>
                      </a:cubicBezTo>
                      <a:cubicBezTo>
                        <a:pt x="5626" y="-2746"/>
                        <a:pt x="3352" y="-1041"/>
                        <a:pt x="1078" y="2370"/>
                      </a:cubicBezTo>
                      <a:cubicBezTo>
                        <a:pt x="-1196" y="5212"/>
                        <a:pt x="-1764" y="8623"/>
                        <a:pt x="19268" y="22265"/>
                      </a:cubicBezTo>
                      <a:cubicBezTo>
                        <a:pt x="48826" y="42160"/>
                        <a:pt x="105101" y="76266"/>
                        <a:pt x="107375" y="73424"/>
                      </a:cubicBezTo>
                      <a:close/>
                    </a:path>
                  </a:pathLst>
                </a:custGeom>
                <a:grpFill/>
                <a:ln w="5679" cap="flat">
                  <a:noFill/>
                  <a:prstDash val="solid"/>
                  <a:miter/>
                </a:ln>
              </p:spPr>
              <p:txBody>
                <a:bodyPr rtlCol="0" anchor="ctr"/>
                <a:lstStyle/>
                <a:p>
                  <a:endParaRPr lang="zh-CN" altLang="en-US"/>
                </a:p>
              </p:txBody>
            </p:sp>
            <p:sp>
              <p:nvSpPr>
                <p:cNvPr id="541" name="任意多边形: 形状 353"/>
                <p:cNvSpPr/>
                <p:nvPr>
                  <p:custDataLst>
                    <p:tags r:id="rId171"/>
                  </p:custDataLst>
                </p:nvPr>
              </p:nvSpPr>
              <p:spPr>
                <a:xfrm>
                  <a:off x="2590527" y="7196042"/>
                  <a:ext cx="108867" cy="73591"/>
                </a:xfrm>
                <a:custGeom>
                  <a:avLst/>
                  <a:gdLst>
                    <a:gd name="connsiteX0" fmla="*/ 108828 w 108867"/>
                    <a:gd name="connsiteY0" fmla="*/ 73424 h 73591"/>
                    <a:gd name="connsiteX1" fmla="*/ 26974 w 108867"/>
                    <a:gd name="connsiteY1" fmla="*/ 11465 h 73591"/>
                    <a:gd name="connsiteX2" fmla="*/ 826 w 108867"/>
                    <a:gd name="connsiteY2" fmla="*/ 2370 h 73591"/>
                    <a:gd name="connsiteX3" fmla="*/ 19584 w 108867"/>
                    <a:gd name="connsiteY3" fmla="*/ 22265 h 73591"/>
                    <a:gd name="connsiteX4" fmla="*/ 108828 w 108867"/>
                    <a:gd name="connsiteY4" fmla="*/ 73424 h 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67" h="73591">
                      <a:moveTo>
                        <a:pt x="108828" y="73424"/>
                      </a:moveTo>
                      <a:cubicBezTo>
                        <a:pt x="110533" y="70582"/>
                        <a:pt x="56532" y="31360"/>
                        <a:pt x="26974" y="11465"/>
                      </a:cubicBezTo>
                      <a:cubicBezTo>
                        <a:pt x="5374" y="-2746"/>
                        <a:pt x="3100" y="-1041"/>
                        <a:pt x="826" y="2370"/>
                      </a:cubicBezTo>
                      <a:cubicBezTo>
                        <a:pt x="-879" y="5212"/>
                        <a:pt x="-2016" y="8623"/>
                        <a:pt x="19584" y="22265"/>
                      </a:cubicBezTo>
                      <a:cubicBezTo>
                        <a:pt x="49711" y="42160"/>
                        <a:pt x="107123" y="76266"/>
                        <a:pt x="108828" y="73424"/>
                      </a:cubicBezTo>
                      <a:close/>
                    </a:path>
                  </a:pathLst>
                </a:custGeom>
                <a:grpFill/>
                <a:ln w="5679" cap="flat">
                  <a:noFill/>
                  <a:prstDash val="solid"/>
                  <a:miter/>
                </a:ln>
              </p:spPr>
              <p:txBody>
                <a:bodyPr rtlCol="0" anchor="ctr"/>
                <a:lstStyle/>
                <a:p>
                  <a:endParaRPr lang="zh-CN" altLang="en-US"/>
                </a:p>
              </p:txBody>
            </p:sp>
            <p:sp>
              <p:nvSpPr>
                <p:cNvPr id="542" name="任意多边形: 形状 354"/>
                <p:cNvSpPr/>
                <p:nvPr>
                  <p:custDataLst>
                    <p:tags r:id="rId172"/>
                  </p:custDataLst>
                </p:nvPr>
              </p:nvSpPr>
              <p:spPr>
                <a:xfrm>
                  <a:off x="2562016" y="7248008"/>
                  <a:ext cx="57888" cy="40531"/>
                </a:xfrm>
                <a:custGeom>
                  <a:avLst/>
                  <a:gdLst>
                    <a:gd name="connsiteX0" fmla="*/ 57758 w 57888"/>
                    <a:gd name="connsiteY0" fmla="*/ 40216 h 40531"/>
                    <a:gd name="connsiteX1" fmla="*/ 16831 w 57888"/>
                    <a:gd name="connsiteY1" fmla="*/ 4974 h 40531"/>
                    <a:gd name="connsiteX2" fmla="*/ 1483 w 57888"/>
                    <a:gd name="connsiteY2" fmla="*/ 2700 h 40531"/>
                    <a:gd name="connsiteX3" fmla="*/ 9441 w 57888"/>
                    <a:gd name="connsiteY3" fmla="*/ 15774 h 40531"/>
                    <a:gd name="connsiteX4" fmla="*/ 57758 w 57888"/>
                    <a:gd name="connsiteY4" fmla="*/ 40216 h 40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8" h="40531">
                      <a:moveTo>
                        <a:pt x="57758" y="40216"/>
                      </a:moveTo>
                      <a:cubicBezTo>
                        <a:pt x="60032" y="37374"/>
                        <a:pt x="32179" y="15205"/>
                        <a:pt x="16831" y="4974"/>
                      </a:cubicBezTo>
                      <a:cubicBezTo>
                        <a:pt x="5462" y="-2416"/>
                        <a:pt x="3757" y="-142"/>
                        <a:pt x="1483" y="2700"/>
                      </a:cubicBezTo>
                      <a:cubicBezTo>
                        <a:pt x="-790" y="5542"/>
                        <a:pt x="-1927" y="8384"/>
                        <a:pt x="9441" y="15774"/>
                      </a:cubicBezTo>
                      <a:cubicBezTo>
                        <a:pt x="24789" y="26006"/>
                        <a:pt x="55484" y="43059"/>
                        <a:pt x="57758" y="40216"/>
                      </a:cubicBezTo>
                      <a:close/>
                    </a:path>
                  </a:pathLst>
                </a:custGeom>
                <a:grpFill/>
                <a:ln w="5679" cap="flat">
                  <a:noFill/>
                  <a:prstDash val="solid"/>
                  <a:miter/>
                </a:ln>
              </p:spPr>
              <p:txBody>
                <a:bodyPr rtlCol="0" anchor="ctr"/>
                <a:lstStyle/>
                <a:p>
                  <a:endParaRPr lang="zh-CN" altLang="en-US"/>
                </a:p>
              </p:txBody>
            </p:sp>
          </p:grpSp>
        </p:grpSp>
        <p:sp>
          <p:nvSpPr>
            <p:cNvPr id="543" name="任意多边形: 形状 346"/>
            <p:cNvSpPr/>
            <p:nvPr>
              <p:custDataLst>
                <p:tags r:id="rId173"/>
              </p:custDataLst>
            </p:nvPr>
          </p:nvSpPr>
          <p:spPr>
            <a:xfrm>
              <a:off x="7731440" y="1201031"/>
              <a:ext cx="917339" cy="1494099"/>
            </a:xfrm>
            <a:custGeom>
              <a:avLst/>
              <a:gdLst>
                <a:gd name="connsiteX0" fmla="*/ 1224969 w 1313644"/>
                <a:gd name="connsiteY0" fmla="*/ 1193137 h 2139574"/>
                <a:gd name="connsiteX1" fmla="*/ 1144820 w 1313644"/>
                <a:gd name="connsiteY1" fmla="*/ 1211895 h 2139574"/>
                <a:gd name="connsiteX2" fmla="*/ 1145389 w 1313644"/>
                <a:gd name="connsiteY2" fmla="*/ 1183474 h 2139574"/>
                <a:gd name="connsiteX3" fmla="*/ 1150505 w 1313644"/>
                <a:gd name="connsiteY3" fmla="*/ 914606 h 2139574"/>
                <a:gd name="connsiteX4" fmla="*/ 1166989 w 1313644"/>
                <a:gd name="connsiteY4" fmla="*/ 68780 h 2139574"/>
                <a:gd name="connsiteX5" fmla="*/ 1168126 w 1313644"/>
                <a:gd name="connsiteY5" fmla="*/ 0 h 2139574"/>
                <a:gd name="connsiteX6" fmla="*/ 835025 w 1313644"/>
                <a:gd name="connsiteY6" fmla="*/ 78443 h 2139574"/>
                <a:gd name="connsiteX7" fmla="*/ 5116 w 1313644"/>
                <a:gd name="connsiteY7" fmla="*/ 1518280 h 2139574"/>
                <a:gd name="connsiteX8" fmla="*/ 0 w 1313644"/>
                <a:gd name="connsiteY8" fmla="*/ 1782032 h 2139574"/>
                <a:gd name="connsiteX9" fmla="*/ 80149 w 1313644"/>
                <a:gd name="connsiteY9" fmla="*/ 1763274 h 2139574"/>
                <a:gd name="connsiteX10" fmla="*/ 720202 w 1313644"/>
                <a:gd name="connsiteY10" fmla="*/ 1613208 h 2139574"/>
                <a:gd name="connsiteX11" fmla="*/ 790688 w 1313644"/>
                <a:gd name="connsiteY11" fmla="*/ 1596723 h 2139574"/>
                <a:gd name="connsiteX12" fmla="*/ 789551 w 1313644"/>
                <a:gd name="connsiteY12" fmla="*/ 1659819 h 2139574"/>
                <a:gd name="connsiteX13" fmla="*/ 789551 w 1313644"/>
                <a:gd name="connsiteY13" fmla="*/ 1665504 h 2139574"/>
                <a:gd name="connsiteX14" fmla="*/ 782730 w 1313644"/>
                <a:gd name="connsiteY14" fmla="*/ 2008267 h 2139574"/>
                <a:gd name="connsiteX15" fmla="*/ 780456 w 1313644"/>
                <a:gd name="connsiteY15" fmla="*/ 2139575 h 2139574"/>
                <a:gd name="connsiteX16" fmla="*/ 860605 w 1313644"/>
                <a:gd name="connsiteY16" fmla="*/ 2120817 h 2139574"/>
                <a:gd name="connsiteX17" fmla="*/ 1129473 w 1313644"/>
                <a:gd name="connsiteY17" fmla="*/ 2057721 h 2139574"/>
                <a:gd name="connsiteX18" fmla="*/ 1131747 w 1313644"/>
                <a:gd name="connsiteY18" fmla="*/ 1926413 h 2139574"/>
                <a:gd name="connsiteX19" fmla="*/ 1134020 w 1313644"/>
                <a:gd name="connsiteY19" fmla="*/ 1828643 h 2139574"/>
                <a:gd name="connsiteX20" fmla="*/ 1139705 w 1313644"/>
                <a:gd name="connsiteY20" fmla="*/ 1518280 h 2139574"/>
                <a:gd name="connsiteX21" fmla="*/ 1307960 w 1313644"/>
                <a:gd name="connsiteY21" fmla="*/ 1478490 h 2139574"/>
                <a:gd name="connsiteX22" fmla="*/ 1310802 w 1313644"/>
                <a:gd name="connsiteY22" fmla="*/ 1324445 h 2139574"/>
                <a:gd name="connsiteX23" fmla="*/ 1312508 w 1313644"/>
                <a:gd name="connsiteY23" fmla="*/ 1240885 h 2139574"/>
                <a:gd name="connsiteX24" fmla="*/ 1313644 w 1313644"/>
                <a:gd name="connsiteY24" fmla="*/ 1172105 h 2139574"/>
                <a:gd name="connsiteX25" fmla="*/ 1224969 w 1313644"/>
                <a:gd name="connsiteY25" fmla="*/ 1193137 h 2139574"/>
                <a:gd name="connsiteX26" fmla="*/ 1268738 w 1313644"/>
                <a:gd name="connsiteY26" fmla="*/ 1323876 h 2139574"/>
                <a:gd name="connsiteX27" fmla="*/ 1266465 w 1313644"/>
                <a:gd name="connsiteY27" fmla="*/ 1445520 h 2139574"/>
                <a:gd name="connsiteX28" fmla="*/ 1130041 w 1313644"/>
                <a:gd name="connsiteY28" fmla="*/ 1478490 h 2139574"/>
                <a:gd name="connsiteX29" fmla="*/ 1097641 w 1313644"/>
                <a:gd name="connsiteY29" fmla="*/ 1518280 h 2139574"/>
                <a:gd name="connsiteX30" fmla="*/ 1091956 w 1313644"/>
                <a:gd name="connsiteY30" fmla="*/ 1828643 h 2139574"/>
                <a:gd name="connsiteX31" fmla="*/ 1089683 w 1313644"/>
                <a:gd name="connsiteY31" fmla="*/ 1926413 h 2139574"/>
                <a:gd name="connsiteX32" fmla="*/ 1087409 w 1313644"/>
                <a:gd name="connsiteY32" fmla="*/ 2024752 h 2139574"/>
                <a:gd name="connsiteX33" fmla="*/ 861173 w 1313644"/>
                <a:gd name="connsiteY33" fmla="*/ 2078185 h 2139574"/>
                <a:gd name="connsiteX34" fmla="*/ 823088 w 1313644"/>
                <a:gd name="connsiteY34" fmla="*/ 2087279 h 2139574"/>
                <a:gd name="connsiteX35" fmla="*/ 824794 w 1313644"/>
                <a:gd name="connsiteY35" fmla="*/ 2009973 h 2139574"/>
                <a:gd name="connsiteX36" fmla="*/ 831615 w 1313644"/>
                <a:gd name="connsiteY36" fmla="*/ 1661524 h 2139574"/>
                <a:gd name="connsiteX37" fmla="*/ 831615 w 1313644"/>
                <a:gd name="connsiteY37" fmla="*/ 1656408 h 2139574"/>
                <a:gd name="connsiteX38" fmla="*/ 832752 w 1313644"/>
                <a:gd name="connsiteY38" fmla="*/ 1598429 h 2139574"/>
                <a:gd name="connsiteX39" fmla="*/ 817404 w 1313644"/>
                <a:gd name="connsiteY39" fmla="*/ 1564891 h 2139574"/>
                <a:gd name="connsiteX40" fmla="*/ 791256 w 1313644"/>
                <a:gd name="connsiteY40" fmla="*/ 1555796 h 2139574"/>
                <a:gd name="connsiteX41" fmla="*/ 781593 w 1313644"/>
                <a:gd name="connsiteY41" fmla="*/ 1556933 h 2139574"/>
                <a:gd name="connsiteX42" fmla="*/ 710539 w 1313644"/>
                <a:gd name="connsiteY42" fmla="*/ 1572849 h 2139574"/>
                <a:gd name="connsiteX43" fmla="*/ 81286 w 1313644"/>
                <a:gd name="connsiteY43" fmla="*/ 1720641 h 2139574"/>
                <a:gd name="connsiteX44" fmla="*/ 43201 w 1313644"/>
                <a:gd name="connsiteY44" fmla="*/ 1729168 h 2139574"/>
                <a:gd name="connsiteX45" fmla="*/ 47180 w 1313644"/>
                <a:gd name="connsiteY45" fmla="*/ 1530217 h 2139574"/>
                <a:gd name="connsiteX46" fmla="*/ 862879 w 1313644"/>
                <a:gd name="connsiteY46" fmla="*/ 114823 h 2139574"/>
                <a:gd name="connsiteX47" fmla="*/ 1125494 w 1313644"/>
                <a:gd name="connsiteY47" fmla="*/ 53433 h 2139574"/>
                <a:gd name="connsiteX48" fmla="*/ 1124925 w 1313644"/>
                <a:gd name="connsiteY48" fmla="*/ 79012 h 2139574"/>
                <a:gd name="connsiteX49" fmla="*/ 1109009 w 1313644"/>
                <a:gd name="connsiteY49" fmla="*/ 914037 h 2139574"/>
                <a:gd name="connsiteX50" fmla="*/ 1103893 w 1313644"/>
                <a:gd name="connsiteY50" fmla="*/ 1182906 h 2139574"/>
                <a:gd name="connsiteX51" fmla="*/ 1103325 w 1313644"/>
                <a:gd name="connsiteY51" fmla="*/ 1211327 h 2139574"/>
                <a:gd name="connsiteX52" fmla="*/ 1118673 w 1313644"/>
                <a:gd name="connsiteY52" fmla="*/ 1244865 h 2139574"/>
                <a:gd name="connsiteX53" fmla="*/ 1144820 w 1313644"/>
                <a:gd name="connsiteY53" fmla="*/ 1253959 h 2139574"/>
                <a:gd name="connsiteX54" fmla="*/ 1154484 w 1313644"/>
                <a:gd name="connsiteY54" fmla="*/ 1252822 h 2139574"/>
                <a:gd name="connsiteX55" fmla="*/ 1223832 w 1313644"/>
                <a:gd name="connsiteY55" fmla="*/ 1236338 h 2139574"/>
                <a:gd name="connsiteX56" fmla="*/ 1269875 w 1313644"/>
                <a:gd name="connsiteY56" fmla="*/ 1225538 h 2139574"/>
                <a:gd name="connsiteX57" fmla="*/ 1269307 w 1313644"/>
                <a:gd name="connsiteY57" fmla="*/ 1251117 h 2139574"/>
                <a:gd name="connsiteX58" fmla="*/ 1268738 w 1313644"/>
                <a:gd name="connsiteY58" fmla="*/ 1323876 h 2139574"/>
                <a:gd name="connsiteX59" fmla="*/ 818541 w 1313644"/>
                <a:gd name="connsiteY59" fmla="*/ 641759 h 2139574"/>
                <a:gd name="connsiteX60" fmla="*/ 807741 w 1313644"/>
                <a:gd name="connsiteY60" fmla="*/ 640622 h 2139574"/>
                <a:gd name="connsiteX61" fmla="*/ 771361 w 1313644"/>
                <a:gd name="connsiteY61" fmla="*/ 662223 h 2139574"/>
                <a:gd name="connsiteX62" fmla="*/ 366638 w 1313644"/>
                <a:gd name="connsiteY62" fmla="*/ 1377877 h 2139574"/>
                <a:gd name="connsiteX63" fmla="*/ 369480 w 1313644"/>
                <a:gd name="connsiteY63" fmla="*/ 1423351 h 2139574"/>
                <a:gd name="connsiteX64" fmla="*/ 403018 w 1313644"/>
                <a:gd name="connsiteY64" fmla="*/ 1439836 h 2139574"/>
                <a:gd name="connsiteX65" fmla="*/ 412681 w 1313644"/>
                <a:gd name="connsiteY65" fmla="*/ 1438700 h 2139574"/>
                <a:gd name="connsiteX66" fmla="*/ 498514 w 1313644"/>
                <a:gd name="connsiteY66" fmla="*/ 1418804 h 2139574"/>
                <a:gd name="connsiteX67" fmla="*/ 805467 w 1313644"/>
                <a:gd name="connsiteY67" fmla="*/ 1346045 h 2139574"/>
                <a:gd name="connsiteX68" fmla="*/ 837868 w 1313644"/>
                <a:gd name="connsiteY68" fmla="*/ 1306255 h 2139574"/>
                <a:gd name="connsiteX69" fmla="*/ 847531 w 1313644"/>
                <a:gd name="connsiteY69" fmla="*/ 801488 h 2139574"/>
                <a:gd name="connsiteX70" fmla="*/ 849805 w 1313644"/>
                <a:gd name="connsiteY70" fmla="*/ 683254 h 2139574"/>
                <a:gd name="connsiteX71" fmla="*/ 818541 w 1313644"/>
                <a:gd name="connsiteY71" fmla="*/ 641759 h 2139574"/>
                <a:gd name="connsiteX72" fmla="*/ 795804 w 1313644"/>
                <a:gd name="connsiteY72" fmla="*/ 1305687 h 2139574"/>
                <a:gd name="connsiteX73" fmla="*/ 526367 w 1313644"/>
                <a:gd name="connsiteY73" fmla="*/ 1369351 h 2139574"/>
                <a:gd name="connsiteX74" fmla="*/ 403018 w 1313644"/>
                <a:gd name="connsiteY74" fmla="*/ 1398341 h 2139574"/>
                <a:gd name="connsiteX75" fmla="*/ 807741 w 1313644"/>
                <a:gd name="connsiteY75" fmla="*/ 682686 h 2139574"/>
                <a:gd name="connsiteX76" fmla="*/ 803762 w 1313644"/>
                <a:gd name="connsiteY76" fmla="*/ 878227 h 2139574"/>
                <a:gd name="connsiteX77" fmla="*/ 795804 w 1313644"/>
                <a:gd name="connsiteY77" fmla="*/ 1305687 h 2139574"/>
                <a:gd name="connsiteX78" fmla="*/ 818541 w 1313644"/>
                <a:gd name="connsiteY78" fmla="*/ 641759 h 2139574"/>
                <a:gd name="connsiteX79" fmla="*/ 807741 w 1313644"/>
                <a:gd name="connsiteY79" fmla="*/ 640622 h 2139574"/>
                <a:gd name="connsiteX80" fmla="*/ 771361 w 1313644"/>
                <a:gd name="connsiteY80" fmla="*/ 662223 h 2139574"/>
                <a:gd name="connsiteX81" fmla="*/ 366638 w 1313644"/>
                <a:gd name="connsiteY81" fmla="*/ 1377877 h 2139574"/>
                <a:gd name="connsiteX82" fmla="*/ 369480 w 1313644"/>
                <a:gd name="connsiteY82" fmla="*/ 1423351 h 2139574"/>
                <a:gd name="connsiteX83" fmla="*/ 403018 w 1313644"/>
                <a:gd name="connsiteY83" fmla="*/ 1439836 h 2139574"/>
                <a:gd name="connsiteX84" fmla="*/ 412681 w 1313644"/>
                <a:gd name="connsiteY84" fmla="*/ 1438700 h 2139574"/>
                <a:gd name="connsiteX85" fmla="*/ 498514 w 1313644"/>
                <a:gd name="connsiteY85" fmla="*/ 1418804 h 2139574"/>
                <a:gd name="connsiteX86" fmla="*/ 805467 w 1313644"/>
                <a:gd name="connsiteY86" fmla="*/ 1346045 h 2139574"/>
                <a:gd name="connsiteX87" fmla="*/ 837868 w 1313644"/>
                <a:gd name="connsiteY87" fmla="*/ 1306255 h 2139574"/>
                <a:gd name="connsiteX88" fmla="*/ 847531 w 1313644"/>
                <a:gd name="connsiteY88" fmla="*/ 801488 h 2139574"/>
                <a:gd name="connsiteX89" fmla="*/ 849805 w 1313644"/>
                <a:gd name="connsiteY89" fmla="*/ 683254 h 2139574"/>
                <a:gd name="connsiteX90" fmla="*/ 818541 w 1313644"/>
                <a:gd name="connsiteY90" fmla="*/ 641759 h 2139574"/>
                <a:gd name="connsiteX91" fmla="*/ 795804 w 1313644"/>
                <a:gd name="connsiteY91" fmla="*/ 1305687 h 2139574"/>
                <a:gd name="connsiteX92" fmla="*/ 526367 w 1313644"/>
                <a:gd name="connsiteY92" fmla="*/ 1369351 h 2139574"/>
                <a:gd name="connsiteX93" fmla="*/ 403018 w 1313644"/>
                <a:gd name="connsiteY93" fmla="*/ 1398341 h 2139574"/>
                <a:gd name="connsiteX94" fmla="*/ 807741 w 1313644"/>
                <a:gd name="connsiteY94" fmla="*/ 682686 h 2139574"/>
                <a:gd name="connsiteX95" fmla="*/ 803762 w 1313644"/>
                <a:gd name="connsiteY95" fmla="*/ 878227 h 2139574"/>
                <a:gd name="connsiteX96" fmla="*/ 795804 w 1313644"/>
                <a:gd name="connsiteY96" fmla="*/ 1305687 h 2139574"/>
                <a:gd name="connsiteX97" fmla="*/ 818541 w 1313644"/>
                <a:gd name="connsiteY97" fmla="*/ 641759 h 2139574"/>
                <a:gd name="connsiteX98" fmla="*/ 807741 w 1313644"/>
                <a:gd name="connsiteY98" fmla="*/ 640622 h 2139574"/>
                <a:gd name="connsiteX99" fmla="*/ 771361 w 1313644"/>
                <a:gd name="connsiteY99" fmla="*/ 662223 h 2139574"/>
                <a:gd name="connsiteX100" fmla="*/ 366638 w 1313644"/>
                <a:gd name="connsiteY100" fmla="*/ 1377877 h 2139574"/>
                <a:gd name="connsiteX101" fmla="*/ 369480 w 1313644"/>
                <a:gd name="connsiteY101" fmla="*/ 1423351 h 2139574"/>
                <a:gd name="connsiteX102" fmla="*/ 403018 w 1313644"/>
                <a:gd name="connsiteY102" fmla="*/ 1439836 h 2139574"/>
                <a:gd name="connsiteX103" fmla="*/ 412681 w 1313644"/>
                <a:gd name="connsiteY103" fmla="*/ 1438700 h 2139574"/>
                <a:gd name="connsiteX104" fmla="*/ 498514 w 1313644"/>
                <a:gd name="connsiteY104" fmla="*/ 1418804 h 2139574"/>
                <a:gd name="connsiteX105" fmla="*/ 805467 w 1313644"/>
                <a:gd name="connsiteY105" fmla="*/ 1346045 h 2139574"/>
                <a:gd name="connsiteX106" fmla="*/ 837868 w 1313644"/>
                <a:gd name="connsiteY106" fmla="*/ 1306255 h 2139574"/>
                <a:gd name="connsiteX107" fmla="*/ 847531 w 1313644"/>
                <a:gd name="connsiteY107" fmla="*/ 801488 h 2139574"/>
                <a:gd name="connsiteX108" fmla="*/ 849805 w 1313644"/>
                <a:gd name="connsiteY108" fmla="*/ 683254 h 2139574"/>
                <a:gd name="connsiteX109" fmla="*/ 818541 w 1313644"/>
                <a:gd name="connsiteY109" fmla="*/ 641759 h 2139574"/>
                <a:gd name="connsiteX110" fmla="*/ 795804 w 1313644"/>
                <a:gd name="connsiteY110" fmla="*/ 1305687 h 2139574"/>
                <a:gd name="connsiteX111" fmla="*/ 526367 w 1313644"/>
                <a:gd name="connsiteY111" fmla="*/ 1369351 h 2139574"/>
                <a:gd name="connsiteX112" fmla="*/ 403018 w 1313644"/>
                <a:gd name="connsiteY112" fmla="*/ 1398341 h 2139574"/>
                <a:gd name="connsiteX113" fmla="*/ 807741 w 1313644"/>
                <a:gd name="connsiteY113" fmla="*/ 682686 h 2139574"/>
                <a:gd name="connsiteX114" fmla="*/ 803762 w 1313644"/>
                <a:gd name="connsiteY114" fmla="*/ 878227 h 2139574"/>
                <a:gd name="connsiteX115" fmla="*/ 795804 w 1313644"/>
                <a:gd name="connsiteY115" fmla="*/ 1305687 h 213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13644" h="2139574">
                  <a:moveTo>
                    <a:pt x="1224969" y="1193137"/>
                  </a:moveTo>
                  <a:lnTo>
                    <a:pt x="1144820" y="1211895"/>
                  </a:lnTo>
                  <a:lnTo>
                    <a:pt x="1145389" y="1183474"/>
                  </a:lnTo>
                  <a:lnTo>
                    <a:pt x="1150505" y="914606"/>
                  </a:lnTo>
                  <a:lnTo>
                    <a:pt x="1166989" y="68780"/>
                  </a:lnTo>
                  <a:lnTo>
                    <a:pt x="1168126" y="0"/>
                  </a:lnTo>
                  <a:lnTo>
                    <a:pt x="835025" y="78443"/>
                  </a:lnTo>
                  <a:lnTo>
                    <a:pt x="5116" y="1518280"/>
                  </a:lnTo>
                  <a:lnTo>
                    <a:pt x="0" y="1782032"/>
                  </a:lnTo>
                  <a:lnTo>
                    <a:pt x="80149" y="1763274"/>
                  </a:lnTo>
                  <a:lnTo>
                    <a:pt x="720202" y="1613208"/>
                  </a:lnTo>
                  <a:lnTo>
                    <a:pt x="790688" y="1596723"/>
                  </a:lnTo>
                  <a:lnTo>
                    <a:pt x="789551" y="1659819"/>
                  </a:lnTo>
                  <a:lnTo>
                    <a:pt x="789551" y="1665504"/>
                  </a:lnTo>
                  <a:lnTo>
                    <a:pt x="782730" y="2008267"/>
                  </a:lnTo>
                  <a:lnTo>
                    <a:pt x="780456" y="2139575"/>
                  </a:lnTo>
                  <a:lnTo>
                    <a:pt x="860605" y="2120817"/>
                  </a:lnTo>
                  <a:lnTo>
                    <a:pt x="1129473" y="2057721"/>
                  </a:lnTo>
                  <a:lnTo>
                    <a:pt x="1131747" y="1926413"/>
                  </a:lnTo>
                  <a:lnTo>
                    <a:pt x="1134020" y="1828643"/>
                  </a:lnTo>
                  <a:lnTo>
                    <a:pt x="1139705" y="1518280"/>
                  </a:lnTo>
                  <a:lnTo>
                    <a:pt x="1307960" y="1478490"/>
                  </a:lnTo>
                  <a:lnTo>
                    <a:pt x="1310802" y="1324445"/>
                  </a:lnTo>
                  <a:lnTo>
                    <a:pt x="1312508" y="1240885"/>
                  </a:lnTo>
                  <a:lnTo>
                    <a:pt x="1313644" y="1172105"/>
                  </a:lnTo>
                  <a:lnTo>
                    <a:pt x="1224969" y="1193137"/>
                  </a:lnTo>
                  <a:close/>
                  <a:moveTo>
                    <a:pt x="1268738" y="1323876"/>
                  </a:moveTo>
                  <a:lnTo>
                    <a:pt x="1266465" y="1445520"/>
                  </a:lnTo>
                  <a:lnTo>
                    <a:pt x="1130041" y="1478490"/>
                  </a:lnTo>
                  <a:cubicBezTo>
                    <a:pt x="1111283" y="1482468"/>
                    <a:pt x="1098209" y="1498953"/>
                    <a:pt x="1097641" y="1518280"/>
                  </a:cubicBezTo>
                  <a:lnTo>
                    <a:pt x="1091956" y="1828643"/>
                  </a:lnTo>
                  <a:lnTo>
                    <a:pt x="1089683" y="1926413"/>
                  </a:lnTo>
                  <a:lnTo>
                    <a:pt x="1087409" y="2024752"/>
                  </a:lnTo>
                  <a:lnTo>
                    <a:pt x="861173" y="2078185"/>
                  </a:lnTo>
                  <a:lnTo>
                    <a:pt x="823088" y="2087279"/>
                  </a:lnTo>
                  <a:lnTo>
                    <a:pt x="824794" y="2009973"/>
                  </a:lnTo>
                  <a:lnTo>
                    <a:pt x="831615" y="1661524"/>
                  </a:lnTo>
                  <a:lnTo>
                    <a:pt x="831615" y="1656408"/>
                  </a:lnTo>
                  <a:lnTo>
                    <a:pt x="832752" y="1598429"/>
                  </a:lnTo>
                  <a:cubicBezTo>
                    <a:pt x="832752" y="1585354"/>
                    <a:pt x="827067" y="1572849"/>
                    <a:pt x="817404" y="1564891"/>
                  </a:cubicBezTo>
                  <a:cubicBezTo>
                    <a:pt x="810014" y="1559207"/>
                    <a:pt x="800351" y="1555796"/>
                    <a:pt x="791256" y="1555796"/>
                  </a:cubicBezTo>
                  <a:cubicBezTo>
                    <a:pt x="787846" y="1555796"/>
                    <a:pt x="784435" y="1556365"/>
                    <a:pt x="781593" y="1556933"/>
                  </a:cubicBezTo>
                  <a:lnTo>
                    <a:pt x="710539" y="1572849"/>
                  </a:lnTo>
                  <a:lnTo>
                    <a:pt x="81286" y="1720641"/>
                  </a:lnTo>
                  <a:lnTo>
                    <a:pt x="43201" y="1729168"/>
                  </a:lnTo>
                  <a:lnTo>
                    <a:pt x="47180" y="1530217"/>
                  </a:lnTo>
                  <a:lnTo>
                    <a:pt x="862879" y="114823"/>
                  </a:lnTo>
                  <a:lnTo>
                    <a:pt x="1125494" y="53433"/>
                  </a:lnTo>
                  <a:lnTo>
                    <a:pt x="1124925" y="79012"/>
                  </a:lnTo>
                  <a:lnTo>
                    <a:pt x="1109009" y="914037"/>
                  </a:lnTo>
                  <a:lnTo>
                    <a:pt x="1103893" y="1182906"/>
                  </a:lnTo>
                  <a:lnTo>
                    <a:pt x="1103325" y="1211327"/>
                  </a:lnTo>
                  <a:cubicBezTo>
                    <a:pt x="1102756" y="1224401"/>
                    <a:pt x="1109009" y="1236906"/>
                    <a:pt x="1118673" y="1244865"/>
                  </a:cubicBezTo>
                  <a:cubicBezTo>
                    <a:pt x="1126062" y="1250549"/>
                    <a:pt x="1135157" y="1253959"/>
                    <a:pt x="1144820" y="1253959"/>
                  </a:cubicBezTo>
                  <a:cubicBezTo>
                    <a:pt x="1148231" y="1253959"/>
                    <a:pt x="1151073" y="1253391"/>
                    <a:pt x="1154484" y="1252822"/>
                  </a:cubicBezTo>
                  <a:lnTo>
                    <a:pt x="1223832" y="1236338"/>
                  </a:lnTo>
                  <a:lnTo>
                    <a:pt x="1269875" y="1225538"/>
                  </a:lnTo>
                  <a:lnTo>
                    <a:pt x="1269307" y="1251117"/>
                  </a:lnTo>
                  <a:lnTo>
                    <a:pt x="1268738" y="1323876"/>
                  </a:lnTo>
                  <a:close/>
                  <a:moveTo>
                    <a:pt x="818541" y="641759"/>
                  </a:moveTo>
                  <a:cubicBezTo>
                    <a:pt x="814562" y="641190"/>
                    <a:pt x="811151" y="640622"/>
                    <a:pt x="807741" y="640622"/>
                  </a:cubicBezTo>
                  <a:cubicBezTo>
                    <a:pt x="792393" y="640622"/>
                    <a:pt x="778751" y="648580"/>
                    <a:pt x="771361" y="662223"/>
                  </a:cubicBezTo>
                  <a:lnTo>
                    <a:pt x="366638" y="1377877"/>
                  </a:lnTo>
                  <a:cubicBezTo>
                    <a:pt x="358112" y="1392088"/>
                    <a:pt x="359249" y="1410278"/>
                    <a:pt x="369480" y="1423351"/>
                  </a:cubicBezTo>
                  <a:cubicBezTo>
                    <a:pt x="377438" y="1433584"/>
                    <a:pt x="389944" y="1439836"/>
                    <a:pt x="403018" y="1439836"/>
                  </a:cubicBezTo>
                  <a:cubicBezTo>
                    <a:pt x="405860" y="1439836"/>
                    <a:pt x="409270" y="1439268"/>
                    <a:pt x="412681" y="1438700"/>
                  </a:cubicBezTo>
                  <a:lnTo>
                    <a:pt x="498514" y="1418804"/>
                  </a:lnTo>
                  <a:lnTo>
                    <a:pt x="805467" y="1346045"/>
                  </a:lnTo>
                  <a:cubicBezTo>
                    <a:pt x="823657" y="1342066"/>
                    <a:pt x="837299" y="1325013"/>
                    <a:pt x="837868" y="1306255"/>
                  </a:cubicBezTo>
                  <a:lnTo>
                    <a:pt x="847531" y="801488"/>
                  </a:lnTo>
                  <a:lnTo>
                    <a:pt x="849805" y="683254"/>
                  </a:lnTo>
                  <a:cubicBezTo>
                    <a:pt x="849805" y="663928"/>
                    <a:pt x="836731" y="646875"/>
                    <a:pt x="818541" y="641759"/>
                  </a:cubicBezTo>
                  <a:close/>
                  <a:moveTo>
                    <a:pt x="795804" y="1305687"/>
                  </a:moveTo>
                  <a:lnTo>
                    <a:pt x="526367" y="1369351"/>
                  </a:lnTo>
                  <a:lnTo>
                    <a:pt x="403018" y="1398341"/>
                  </a:lnTo>
                  <a:lnTo>
                    <a:pt x="807741" y="682686"/>
                  </a:lnTo>
                  <a:lnTo>
                    <a:pt x="803762" y="878227"/>
                  </a:lnTo>
                  <a:lnTo>
                    <a:pt x="795804" y="1305687"/>
                  </a:lnTo>
                  <a:close/>
                  <a:moveTo>
                    <a:pt x="818541" y="641759"/>
                  </a:moveTo>
                  <a:cubicBezTo>
                    <a:pt x="814562" y="641190"/>
                    <a:pt x="811151" y="640622"/>
                    <a:pt x="807741" y="640622"/>
                  </a:cubicBezTo>
                  <a:cubicBezTo>
                    <a:pt x="792393" y="640622"/>
                    <a:pt x="778751" y="648580"/>
                    <a:pt x="771361" y="662223"/>
                  </a:cubicBezTo>
                  <a:lnTo>
                    <a:pt x="366638" y="1377877"/>
                  </a:lnTo>
                  <a:cubicBezTo>
                    <a:pt x="358112" y="1392088"/>
                    <a:pt x="359249" y="1410278"/>
                    <a:pt x="369480" y="1423351"/>
                  </a:cubicBezTo>
                  <a:cubicBezTo>
                    <a:pt x="377438" y="1433584"/>
                    <a:pt x="389944" y="1439836"/>
                    <a:pt x="403018" y="1439836"/>
                  </a:cubicBezTo>
                  <a:cubicBezTo>
                    <a:pt x="405860" y="1439836"/>
                    <a:pt x="409270" y="1439268"/>
                    <a:pt x="412681" y="1438700"/>
                  </a:cubicBezTo>
                  <a:lnTo>
                    <a:pt x="498514" y="1418804"/>
                  </a:lnTo>
                  <a:lnTo>
                    <a:pt x="805467" y="1346045"/>
                  </a:lnTo>
                  <a:cubicBezTo>
                    <a:pt x="823657" y="1342066"/>
                    <a:pt x="837299" y="1325013"/>
                    <a:pt x="837868" y="1306255"/>
                  </a:cubicBezTo>
                  <a:lnTo>
                    <a:pt x="847531" y="801488"/>
                  </a:lnTo>
                  <a:lnTo>
                    <a:pt x="849805" y="683254"/>
                  </a:lnTo>
                  <a:cubicBezTo>
                    <a:pt x="849805" y="663928"/>
                    <a:pt x="836731" y="646875"/>
                    <a:pt x="818541" y="641759"/>
                  </a:cubicBezTo>
                  <a:close/>
                  <a:moveTo>
                    <a:pt x="795804" y="1305687"/>
                  </a:moveTo>
                  <a:lnTo>
                    <a:pt x="526367" y="1369351"/>
                  </a:lnTo>
                  <a:lnTo>
                    <a:pt x="403018" y="1398341"/>
                  </a:lnTo>
                  <a:lnTo>
                    <a:pt x="807741" y="682686"/>
                  </a:lnTo>
                  <a:lnTo>
                    <a:pt x="803762" y="878227"/>
                  </a:lnTo>
                  <a:lnTo>
                    <a:pt x="795804" y="1305687"/>
                  </a:lnTo>
                  <a:close/>
                  <a:moveTo>
                    <a:pt x="818541" y="641759"/>
                  </a:moveTo>
                  <a:cubicBezTo>
                    <a:pt x="814562" y="641190"/>
                    <a:pt x="811151" y="640622"/>
                    <a:pt x="807741" y="640622"/>
                  </a:cubicBezTo>
                  <a:cubicBezTo>
                    <a:pt x="792393" y="640622"/>
                    <a:pt x="778751" y="648580"/>
                    <a:pt x="771361" y="662223"/>
                  </a:cubicBezTo>
                  <a:lnTo>
                    <a:pt x="366638" y="1377877"/>
                  </a:lnTo>
                  <a:cubicBezTo>
                    <a:pt x="358112" y="1392088"/>
                    <a:pt x="359249" y="1410278"/>
                    <a:pt x="369480" y="1423351"/>
                  </a:cubicBezTo>
                  <a:cubicBezTo>
                    <a:pt x="377438" y="1433584"/>
                    <a:pt x="389944" y="1439836"/>
                    <a:pt x="403018" y="1439836"/>
                  </a:cubicBezTo>
                  <a:cubicBezTo>
                    <a:pt x="405860" y="1439836"/>
                    <a:pt x="409270" y="1439268"/>
                    <a:pt x="412681" y="1438700"/>
                  </a:cubicBezTo>
                  <a:lnTo>
                    <a:pt x="498514" y="1418804"/>
                  </a:lnTo>
                  <a:lnTo>
                    <a:pt x="805467" y="1346045"/>
                  </a:lnTo>
                  <a:cubicBezTo>
                    <a:pt x="823657" y="1342066"/>
                    <a:pt x="837299" y="1325013"/>
                    <a:pt x="837868" y="1306255"/>
                  </a:cubicBezTo>
                  <a:lnTo>
                    <a:pt x="847531" y="801488"/>
                  </a:lnTo>
                  <a:lnTo>
                    <a:pt x="849805" y="683254"/>
                  </a:lnTo>
                  <a:cubicBezTo>
                    <a:pt x="849805" y="663928"/>
                    <a:pt x="836731" y="646875"/>
                    <a:pt x="818541" y="641759"/>
                  </a:cubicBezTo>
                  <a:close/>
                  <a:moveTo>
                    <a:pt x="795804" y="1305687"/>
                  </a:moveTo>
                  <a:lnTo>
                    <a:pt x="526367" y="1369351"/>
                  </a:lnTo>
                  <a:lnTo>
                    <a:pt x="403018" y="1398341"/>
                  </a:lnTo>
                  <a:lnTo>
                    <a:pt x="807741" y="682686"/>
                  </a:lnTo>
                  <a:lnTo>
                    <a:pt x="803762" y="878227"/>
                  </a:lnTo>
                  <a:lnTo>
                    <a:pt x="795804" y="1305687"/>
                  </a:lnTo>
                  <a:close/>
                </a:path>
              </a:pathLst>
            </a:custGeom>
            <a:gradFill flip="none" rotWithShape="1">
              <a:gsLst>
                <a:gs pos="100000">
                  <a:srgbClr val="2346F5">
                    <a:lumMod val="75000"/>
                  </a:srgbClr>
                </a:gs>
                <a:gs pos="0">
                  <a:srgbClr val="2346F5"/>
                </a:gs>
              </a:gsLst>
              <a:lin ang="5400000" scaled="1"/>
              <a:tileRect/>
            </a:gradFill>
            <a:ln w="2089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544" name="任意多边形: 形状 347"/>
            <p:cNvSpPr/>
            <p:nvPr>
              <p:custDataLst>
                <p:tags r:id="rId174"/>
              </p:custDataLst>
            </p:nvPr>
          </p:nvSpPr>
          <p:spPr>
            <a:xfrm>
              <a:off x="7788600" y="1256206"/>
              <a:ext cx="829614" cy="1395657"/>
            </a:xfrm>
            <a:custGeom>
              <a:avLst/>
              <a:gdLst>
                <a:gd name="connsiteX0" fmla="*/ 1141978 w 1188021"/>
                <a:gd name="connsiteY0" fmla="*/ 1182906 h 1998604"/>
                <a:gd name="connsiteX1" fmla="*/ 1142547 w 1188021"/>
                <a:gd name="connsiteY1" fmla="*/ 1157326 h 1998604"/>
                <a:gd name="connsiteX2" fmla="*/ 1073198 w 1188021"/>
                <a:gd name="connsiteY2" fmla="*/ 1173810 h 1998604"/>
                <a:gd name="connsiteX3" fmla="*/ 1063535 w 1188021"/>
                <a:gd name="connsiteY3" fmla="*/ 1174947 h 1998604"/>
                <a:gd name="connsiteX4" fmla="*/ 1037387 w 1188021"/>
                <a:gd name="connsiteY4" fmla="*/ 1165853 h 1998604"/>
                <a:gd name="connsiteX5" fmla="*/ 1022039 w 1188021"/>
                <a:gd name="connsiteY5" fmla="*/ 1132315 h 1998604"/>
                <a:gd name="connsiteX6" fmla="*/ 1022608 w 1188021"/>
                <a:gd name="connsiteY6" fmla="*/ 1103893 h 1998604"/>
                <a:gd name="connsiteX7" fmla="*/ 1027724 w 1188021"/>
                <a:gd name="connsiteY7" fmla="*/ 835025 h 1998604"/>
                <a:gd name="connsiteX8" fmla="*/ 1043640 w 1188021"/>
                <a:gd name="connsiteY8" fmla="*/ 0 h 1998604"/>
                <a:gd name="connsiteX9" fmla="*/ 832752 w 1188021"/>
                <a:gd name="connsiteY9" fmla="*/ 49454 h 1998604"/>
                <a:gd name="connsiteX10" fmla="*/ 2842 w 1188021"/>
                <a:gd name="connsiteY10" fmla="*/ 1489289 h 1998604"/>
                <a:gd name="connsiteX11" fmla="*/ 0 w 1188021"/>
                <a:gd name="connsiteY11" fmla="*/ 1641629 h 1998604"/>
                <a:gd name="connsiteX12" fmla="*/ 629253 w 1188021"/>
                <a:gd name="connsiteY12" fmla="*/ 1493837 h 1998604"/>
                <a:gd name="connsiteX13" fmla="*/ 699739 w 1188021"/>
                <a:gd name="connsiteY13" fmla="*/ 1477352 h 1998604"/>
                <a:gd name="connsiteX14" fmla="*/ 709402 w 1188021"/>
                <a:gd name="connsiteY14" fmla="*/ 1476216 h 1998604"/>
                <a:gd name="connsiteX15" fmla="*/ 735550 w 1188021"/>
                <a:gd name="connsiteY15" fmla="*/ 1485311 h 1998604"/>
                <a:gd name="connsiteX16" fmla="*/ 750898 w 1188021"/>
                <a:gd name="connsiteY16" fmla="*/ 1518848 h 1998604"/>
                <a:gd name="connsiteX17" fmla="*/ 749761 w 1188021"/>
                <a:gd name="connsiteY17" fmla="*/ 1576828 h 1998604"/>
                <a:gd name="connsiteX18" fmla="*/ 787846 w 1188021"/>
                <a:gd name="connsiteY18" fmla="*/ 1567733 h 1998604"/>
                <a:gd name="connsiteX19" fmla="*/ 786709 w 1188021"/>
                <a:gd name="connsiteY19" fmla="*/ 1630829 h 1998604"/>
                <a:gd name="connsiteX20" fmla="*/ 779888 w 1188021"/>
                <a:gd name="connsiteY20" fmla="*/ 1979277 h 1998604"/>
                <a:gd name="connsiteX21" fmla="*/ 779319 w 1188021"/>
                <a:gd name="connsiteY21" fmla="*/ 1998604 h 1998604"/>
                <a:gd name="connsiteX22" fmla="*/ 1005555 w 1188021"/>
                <a:gd name="connsiteY22" fmla="*/ 1945172 h 1998604"/>
                <a:gd name="connsiteX23" fmla="*/ 1007828 w 1188021"/>
                <a:gd name="connsiteY23" fmla="*/ 1846833 h 1998604"/>
                <a:gd name="connsiteX24" fmla="*/ 1010102 w 1188021"/>
                <a:gd name="connsiteY24" fmla="*/ 1749063 h 1998604"/>
                <a:gd name="connsiteX25" fmla="*/ 1015787 w 1188021"/>
                <a:gd name="connsiteY25" fmla="*/ 1438700 h 1998604"/>
                <a:gd name="connsiteX26" fmla="*/ 1048187 w 1188021"/>
                <a:gd name="connsiteY26" fmla="*/ 1398909 h 1998604"/>
                <a:gd name="connsiteX27" fmla="*/ 1184611 w 1188021"/>
                <a:gd name="connsiteY27" fmla="*/ 1365940 h 1998604"/>
                <a:gd name="connsiteX28" fmla="*/ 1186884 w 1188021"/>
                <a:gd name="connsiteY28" fmla="*/ 1244296 h 1998604"/>
                <a:gd name="connsiteX29" fmla="*/ 1188021 w 1188021"/>
                <a:gd name="connsiteY29" fmla="*/ 1171537 h 1998604"/>
                <a:gd name="connsiteX30" fmla="*/ 1141978 w 1188021"/>
                <a:gd name="connsiteY30" fmla="*/ 1182906 h 1998604"/>
                <a:gd name="connsiteX31" fmla="*/ 792961 w 1188021"/>
                <a:gd name="connsiteY31" fmla="*/ 1276697 h 1998604"/>
                <a:gd name="connsiteX32" fmla="*/ 399607 w 1188021"/>
                <a:gd name="connsiteY32" fmla="*/ 1369351 h 1998604"/>
                <a:gd name="connsiteX33" fmla="*/ 416092 w 1188021"/>
                <a:gd name="connsiteY33" fmla="*/ 1339792 h 1998604"/>
                <a:gd name="connsiteX34" fmla="*/ 330259 w 1188021"/>
                <a:gd name="connsiteY34" fmla="*/ 1359687 h 1998604"/>
                <a:gd name="connsiteX35" fmla="*/ 320595 w 1188021"/>
                <a:gd name="connsiteY35" fmla="*/ 1360824 h 1998604"/>
                <a:gd name="connsiteX36" fmla="*/ 287058 w 1188021"/>
                <a:gd name="connsiteY36" fmla="*/ 1344339 h 1998604"/>
                <a:gd name="connsiteX37" fmla="*/ 284216 w 1188021"/>
                <a:gd name="connsiteY37" fmla="*/ 1298865 h 1998604"/>
                <a:gd name="connsiteX38" fmla="*/ 688939 w 1188021"/>
                <a:gd name="connsiteY38" fmla="*/ 583211 h 1998604"/>
                <a:gd name="connsiteX39" fmla="*/ 725318 w 1188021"/>
                <a:gd name="connsiteY39" fmla="*/ 561610 h 1998604"/>
                <a:gd name="connsiteX40" fmla="*/ 736118 w 1188021"/>
                <a:gd name="connsiteY40" fmla="*/ 562747 h 1998604"/>
                <a:gd name="connsiteX41" fmla="*/ 767382 w 1188021"/>
                <a:gd name="connsiteY41" fmla="*/ 604242 h 1998604"/>
                <a:gd name="connsiteX42" fmla="*/ 765108 w 1188021"/>
                <a:gd name="connsiteY42" fmla="*/ 722476 h 1998604"/>
                <a:gd name="connsiteX43" fmla="*/ 804330 w 1188021"/>
                <a:gd name="connsiteY43" fmla="*/ 653127 h 1998604"/>
                <a:gd name="connsiteX44" fmla="*/ 792961 w 1188021"/>
                <a:gd name="connsiteY44" fmla="*/ 1276697 h 199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88021" h="1998604">
                  <a:moveTo>
                    <a:pt x="1141978" y="1182906"/>
                  </a:moveTo>
                  <a:lnTo>
                    <a:pt x="1142547" y="1157326"/>
                  </a:lnTo>
                  <a:lnTo>
                    <a:pt x="1073198" y="1173810"/>
                  </a:lnTo>
                  <a:cubicBezTo>
                    <a:pt x="1069788" y="1174379"/>
                    <a:pt x="1066945" y="1174947"/>
                    <a:pt x="1063535" y="1174947"/>
                  </a:cubicBezTo>
                  <a:cubicBezTo>
                    <a:pt x="1053871" y="1174947"/>
                    <a:pt x="1044776" y="1171537"/>
                    <a:pt x="1037387" y="1165853"/>
                  </a:cubicBezTo>
                  <a:cubicBezTo>
                    <a:pt x="1027155" y="1157894"/>
                    <a:pt x="1021471" y="1145389"/>
                    <a:pt x="1022039" y="1132315"/>
                  </a:cubicBezTo>
                  <a:lnTo>
                    <a:pt x="1022608" y="1103893"/>
                  </a:lnTo>
                  <a:lnTo>
                    <a:pt x="1027724" y="835025"/>
                  </a:lnTo>
                  <a:lnTo>
                    <a:pt x="1043640" y="0"/>
                  </a:lnTo>
                  <a:lnTo>
                    <a:pt x="832752" y="49454"/>
                  </a:lnTo>
                  <a:lnTo>
                    <a:pt x="2842" y="1489289"/>
                  </a:lnTo>
                  <a:lnTo>
                    <a:pt x="0" y="1641629"/>
                  </a:lnTo>
                  <a:lnTo>
                    <a:pt x="629253" y="1493837"/>
                  </a:lnTo>
                  <a:lnTo>
                    <a:pt x="699739" y="1477352"/>
                  </a:lnTo>
                  <a:cubicBezTo>
                    <a:pt x="702581" y="1476784"/>
                    <a:pt x="705992" y="1476216"/>
                    <a:pt x="709402" y="1476216"/>
                  </a:cubicBezTo>
                  <a:cubicBezTo>
                    <a:pt x="718497" y="1476216"/>
                    <a:pt x="728160" y="1479626"/>
                    <a:pt x="735550" y="1485311"/>
                  </a:cubicBezTo>
                  <a:cubicBezTo>
                    <a:pt x="745782" y="1493269"/>
                    <a:pt x="750898" y="1505774"/>
                    <a:pt x="750898" y="1518848"/>
                  </a:cubicBezTo>
                  <a:lnTo>
                    <a:pt x="749761" y="1576828"/>
                  </a:lnTo>
                  <a:lnTo>
                    <a:pt x="787846" y="1567733"/>
                  </a:lnTo>
                  <a:lnTo>
                    <a:pt x="786709" y="1630829"/>
                  </a:lnTo>
                  <a:lnTo>
                    <a:pt x="779888" y="1979277"/>
                  </a:lnTo>
                  <a:lnTo>
                    <a:pt x="779319" y="1998604"/>
                  </a:lnTo>
                  <a:lnTo>
                    <a:pt x="1005555" y="1945172"/>
                  </a:lnTo>
                  <a:lnTo>
                    <a:pt x="1007828" y="1846833"/>
                  </a:lnTo>
                  <a:lnTo>
                    <a:pt x="1010102" y="1749063"/>
                  </a:lnTo>
                  <a:lnTo>
                    <a:pt x="1015787" y="1438700"/>
                  </a:lnTo>
                  <a:cubicBezTo>
                    <a:pt x="1016355" y="1419373"/>
                    <a:pt x="1029429" y="1402888"/>
                    <a:pt x="1048187" y="1398909"/>
                  </a:cubicBezTo>
                  <a:lnTo>
                    <a:pt x="1184611" y="1365940"/>
                  </a:lnTo>
                  <a:lnTo>
                    <a:pt x="1186884" y="1244296"/>
                  </a:lnTo>
                  <a:lnTo>
                    <a:pt x="1188021" y="1171537"/>
                  </a:lnTo>
                  <a:lnTo>
                    <a:pt x="1141978" y="1182906"/>
                  </a:lnTo>
                  <a:close/>
                  <a:moveTo>
                    <a:pt x="792961" y="1276697"/>
                  </a:moveTo>
                  <a:lnTo>
                    <a:pt x="399607" y="1369351"/>
                  </a:lnTo>
                  <a:lnTo>
                    <a:pt x="416092" y="1339792"/>
                  </a:lnTo>
                  <a:lnTo>
                    <a:pt x="330259" y="1359687"/>
                  </a:lnTo>
                  <a:cubicBezTo>
                    <a:pt x="326848" y="1360256"/>
                    <a:pt x="323437" y="1360824"/>
                    <a:pt x="320595" y="1360824"/>
                  </a:cubicBezTo>
                  <a:cubicBezTo>
                    <a:pt x="307521" y="1360824"/>
                    <a:pt x="295016" y="1354571"/>
                    <a:pt x="287058" y="1344339"/>
                  </a:cubicBezTo>
                  <a:cubicBezTo>
                    <a:pt x="276826" y="1330698"/>
                    <a:pt x="275689" y="1313076"/>
                    <a:pt x="284216" y="1298865"/>
                  </a:cubicBezTo>
                  <a:lnTo>
                    <a:pt x="688939" y="583211"/>
                  </a:lnTo>
                  <a:cubicBezTo>
                    <a:pt x="696328" y="569568"/>
                    <a:pt x="710539" y="561610"/>
                    <a:pt x="725318" y="561610"/>
                  </a:cubicBezTo>
                  <a:cubicBezTo>
                    <a:pt x="729297" y="561610"/>
                    <a:pt x="732708" y="562178"/>
                    <a:pt x="736118" y="562747"/>
                  </a:cubicBezTo>
                  <a:cubicBezTo>
                    <a:pt x="754308" y="567863"/>
                    <a:pt x="767382" y="584915"/>
                    <a:pt x="767382" y="604242"/>
                  </a:cubicBezTo>
                  <a:lnTo>
                    <a:pt x="765108" y="722476"/>
                  </a:lnTo>
                  <a:lnTo>
                    <a:pt x="804330" y="653127"/>
                  </a:lnTo>
                  <a:lnTo>
                    <a:pt x="792961" y="1276697"/>
                  </a:lnTo>
                  <a:close/>
                </a:path>
              </a:pathLst>
            </a:custGeom>
            <a:gradFill>
              <a:gsLst>
                <a:gs pos="0">
                  <a:srgbClr val="2346F5">
                    <a:lumMod val="75000"/>
                    <a:lumOff val="25000"/>
                  </a:srgbClr>
                </a:gs>
                <a:gs pos="100000">
                  <a:srgbClr val="2346F5"/>
                </a:gs>
              </a:gsLst>
              <a:lin ang="4200000" scaled="0"/>
            </a:gradFill>
            <a:ln w="2089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spTree>
    <p:custDataLst>
      <p:tags r:id="rId175"/>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201930" y="176530"/>
            <a:ext cx="4138295"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四、第三方系统</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对接</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pic>
        <p:nvPicPr>
          <p:cNvPr id="2" name="图片 1"/>
          <p:cNvPicPr>
            <a:picLocks noChangeAspect="1"/>
          </p:cNvPicPr>
          <p:nvPr/>
        </p:nvPicPr>
        <p:blipFill>
          <a:blip r:embed="rId1"/>
          <a:stretch>
            <a:fillRect/>
          </a:stretch>
        </p:blipFill>
        <p:spPr>
          <a:xfrm>
            <a:off x="632460" y="2762885"/>
            <a:ext cx="5768340" cy="3334385"/>
          </a:xfrm>
          <a:prstGeom prst="rect">
            <a:avLst/>
          </a:prstGeom>
          <a:ln>
            <a:solidFill>
              <a:srgbClr val="7030A0"/>
            </a:solidFill>
          </a:ln>
        </p:spPr>
      </p:pic>
      <p:sp>
        <p:nvSpPr>
          <p:cNvPr id="3" name="文本框 2"/>
          <p:cNvSpPr txBox="1"/>
          <p:nvPr/>
        </p:nvSpPr>
        <p:spPr>
          <a:xfrm>
            <a:off x="1503680" y="1344930"/>
            <a:ext cx="8635365" cy="901065"/>
          </a:xfrm>
          <a:prstGeom prst="rect">
            <a:avLst/>
          </a:prstGeom>
          <a:noFill/>
        </p:spPr>
        <p:txBody>
          <a:bodyPr wrap="square" rtlCol="0" anchor="t">
            <a:noAutofit/>
          </a:bodyPr>
          <a:p>
            <a:pPr algn="ctr" eaLnBrk="1" hangingPunct="1">
              <a:lnSpc>
                <a:spcPct val="150000"/>
              </a:lnSpc>
            </a:pPr>
            <a:r>
              <a:rPr lang="zh-CN" altLang="en-US" sz="1600" b="1">
                <a:latin typeface="微软雅黑" panose="020B0503020204020204" charset="-122"/>
                <a:ea typeface="微软雅黑" panose="020B0503020204020204" charset="-122"/>
                <a:sym typeface="思源黑体 CN Medium" panose="020B0600000000000000" charset="-122"/>
              </a:rPr>
              <a:t>第四步：明确对接的第三方系统，例如对接中电指数实现价格监测，对接统一支付平台用于供应商支付订单佣金，由供应商在订单确认后，采购人发起合同签署前支付</a:t>
            </a:r>
            <a:endParaRPr lang="en-US" altLang="zh-CN" sz="1600" b="1">
              <a:latin typeface="微软雅黑" panose="020B0503020204020204" charset="-122"/>
              <a:ea typeface="微软雅黑" panose="020B0503020204020204" charset="-122"/>
              <a:sym typeface="思源黑体 CN Medium" panose="020B0600000000000000" charset="-122"/>
            </a:endParaRPr>
          </a:p>
        </p:txBody>
      </p:sp>
      <p:pic>
        <p:nvPicPr>
          <p:cNvPr id="17" name="图片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6875" y="2762885"/>
            <a:ext cx="4664710" cy="3335020"/>
          </a:xfrm>
          <a:prstGeom prst="rect">
            <a:avLst/>
          </a:prstGeom>
          <a:noFill/>
          <a:ln w="9525">
            <a:solidFill>
              <a:schemeClr val="accent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201930" y="176530"/>
            <a:ext cx="4138295" cy="578485"/>
          </a:xfrm>
          <a:prstGeom prst="rect">
            <a:avLst/>
          </a:prstGeom>
          <a:noFill/>
        </p:spPr>
        <p:txBody>
          <a:bodyPr wrap="square" rtlCol="0">
            <a:spAutoFit/>
          </a:bodyPr>
          <a:p>
            <a:pPr algn="l" fontAlgn="auto">
              <a:lnSpc>
                <a:spcPts val="3800"/>
              </a:lnSpc>
            </a:pP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五、系统上线</a:t>
            </a:r>
            <a:r>
              <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rPr>
              <a:t>试运行</a:t>
            </a:r>
            <a:endParaRPr lang="zh-CN" altLang="en-US" sz="24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
        <p:nvSpPr>
          <p:cNvPr id="2" name="文本框 1"/>
          <p:cNvSpPr txBox="1"/>
          <p:nvPr/>
        </p:nvSpPr>
        <p:spPr>
          <a:xfrm>
            <a:off x="2080260" y="1325880"/>
            <a:ext cx="7694930" cy="460375"/>
          </a:xfrm>
          <a:prstGeom prst="rect">
            <a:avLst/>
          </a:prstGeom>
          <a:noFill/>
        </p:spPr>
        <p:txBody>
          <a:bodyPr wrap="square" rtlCol="0" anchor="t">
            <a:spAutoFit/>
          </a:bodyPr>
          <a:p>
            <a:pPr algn="ctr" eaLnBrk="1" hangingPunct="1">
              <a:lnSpc>
                <a:spcPct val="150000"/>
              </a:lnSpc>
            </a:pPr>
            <a:r>
              <a:rPr lang="zh-CN" altLang="en-US" sz="1600" b="1">
                <a:latin typeface="微软雅黑" panose="020B0503020204020204" charset="-122"/>
                <a:ea typeface="微软雅黑" panose="020B0503020204020204" charset="-122"/>
                <a:sym typeface="思源黑体 CN Medium" panose="020B0600000000000000" charset="-122"/>
              </a:rPr>
              <a:t>第五步：</a:t>
            </a:r>
            <a:r>
              <a:rPr lang="zh-CN" altLang="en-US" sz="1600" b="1">
                <a:latin typeface="微软雅黑" panose="020B0503020204020204" charset="-122"/>
                <a:ea typeface="微软雅黑" panose="020B0503020204020204" charset="-122"/>
                <a:sym typeface="思源黑体 CN Medium" panose="020B0600000000000000" charset="-122"/>
              </a:rPr>
              <a:t>商城功能测试、性能测试、上线前培训工作、业务解答、需求优化等</a:t>
            </a:r>
            <a:endParaRPr lang="zh-CN" altLang="en-US" sz="1600" b="1">
              <a:latin typeface="微软雅黑" panose="020B0503020204020204" charset="-122"/>
              <a:ea typeface="微软雅黑" panose="020B0503020204020204" charset="-122"/>
              <a:sym typeface="思源黑体 CN Medium" panose="020B0600000000000000" charset="-122"/>
            </a:endParaRPr>
          </a:p>
        </p:txBody>
      </p:sp>
      <p:pic>
        <p:nvPicPr>
          <p:cNvPr id="3" name="图片 2"/>
          <p:cNvPicPr>
            <a:picLocks noChangeAspect="1"/>
          </p:cNvPicPr>
          <p:nvPr/>
        </p:nvPicPr>
        <p:blipFill>
          <a:blip r:embed="rId1"/>
          <a:stretch>
            <a:fillRect/>
          </a:stretch>
        </p:blipFill>
        <p:spPr>
          <a:xfrm>
            <a:off x="6612890" y="2120900"/>
            <a:ext cx="3782060" cy="1851025"/>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992505" y="2120900"/>
            <a:ext cx="5096510" cy="3909060"/>
          </a:xfrm>
          <a:prstGeom prst="rect">
            <a:avLst/>
          </a:prstGeom>
          <a:ln>
            <a:solidFill>
              <a:schemeClr val="accent1"/>
            </a:solidFill>
          </a:ln>
        </p:spPr>
      </p:pic>
      <p:pic>
        <p:nvPicPr>
          <p:cNvPr id="5" name="图片 4"/>
          <p:cNvPicPr>
            <a:picLocks noChangeAspect="1"/>
          </p:cNvPicPr>
          <p:nvPr/>
        </p:nvPicPr>
        <p:blipFill>
          <a:blip r:embed="rId3"/>
          <a:stretch>
            <a:fillRect/>
          </a:stretch>
        </p:blipFill>
        <p:spPr>
          <a:xfrm>
            <a:off x="6605905" y="4039870"/>
            <a:ext cx="3789045" cy="1990090"/>
          </a:xfrm>
          <a:prstGeom prst="rect">
            <a:avLst/>
          </a:prstGeom>
          <a:ln>
            <a:solidFill>
              <a:schemeClr val="accent1"/>
            </a:solidFill>
          </a:ln>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文本框 20"/>
          <p:cNvSpPr txBox="1"/>
          <p:nvPr/>
        </p:nvSpPr>
        <p:spPr>
          <a:xfrm>
            <a:off x="3563188" y="3435483"/>
            <a:ext cx="5065776" cy="922020"/>
          </a:xfrm>
          <a:prstGeom prst="rect">
            <a:avLst/>
          </a:prstGeom>
          <a:noFill/>
        </p:spPr>
        <p:txBody>
          <a:bodyPr wrap="square" rtlCol="0">
            <a:spAutoFit/>
          </a:bodyPr>
          <a:p>
            <a:pPr algn="ctr" fontAlgn="auto">
              <a:lnSpc>
                <a:spcPct val="100000"/>
              </a:lnSpc>
            </a:pPr>
            <a:r>
              <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rPr>
              <a:t>平台运营</a:t>
            </a:r>
            <a:r>
              <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rPr>
              <a:t>工作</a:t>
            </a:r>
            <a:endParaRPr lang="zh-CN" altLang="en-US" sz="5400" b="1" cap="all">
              <a:solidFill>
                <a:srgbClr val="4489C8"/>
              </a:solidFill>
              <a:uFillTx/>
              <a:latin typeface="微软雅黑" panose="020B0503020204020204" charset="-122"/>
              <a:ea typeface="微软雅黑" panose="020B0503020204020204" charset="-122"/>
              <a:cs typeface="思源黑体 CN Medium" panose="020B0600000000000000" charset="-122"/>
            </a:endParaRPr>
          </a:p>
        </p:txBody>
      </p:sp>
      <p:sp>
        <p:nvSpPr>
          <p:cNvPr id="23" name="文本框 22"/>
          <p:cNvSpPr txBox="1"/>
          <p:nvPr/>
        </p:nvSpPr>
        <p:spPr>
          <a:xfrm>
            <a:off x="5300548" y="2232091"/>
            <a:ext cx="1591056" cy="578485"/>
          </a:xfrm>
          <a:prstGeom prst="rect">
            <a:avLst/>
          </a:prstGeom>
          <a:noFill/>
        </p:spPr>
        <p:txBody>
          <a:bodyPr wrap="square" rtlCol="0">
            <a:spAutoFit/>
          </a:bodyPr>
          <a:p>
            <a:pPr algn="ctr" fontAlgn="auto">
              <a:lnSpc>
                <a:spcPts val="3800"/>
              </a:lnSpc>
            </a:pPr>
            <a:r>
              <a:rPr lang="en-US" sz="4800" b="1" cap="all">
                <a:solidFill>
                  <a:schemeClr val="bg1"/>
                </a:solidFill>
                <a:uFillTx/>
                <a:latin typeface="微软雅黑" panose="020B0503020204020204" charset="-122"/>
                <a:ea typeface="微软雅黑" panose="020B0503020204020204" charset="-122"/>
              </a:rPr>
              <a:t>04</a:t>
            </a:r>
            <a:endParaRPr lang="en-US" sz="4800" b="1" cap="all">
              <a:solidFill>
                <a:schemeClr val="bg1"/>
              </a:solidFill>
              <a:uFillTx/>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 name="文本框 38"/>
          <p:cNvSpPr txBox="1"/>
          <p:nvPr>
            <p:custDataLst>
              <p:tags r:id="rId1"/>
            </p:custDataLst>
          </p:nvPr>
        </p:nvSpPr>
        <p:spPr>
          <a:xfrm>
            <a:off x="735965" y="1136650"/>
            <a:ext cx="10365740" cy="685800"/>
          </a:xfrm>
          <a:prstGeom prst="rect">
            <a:avLst/>
          </a:prstGeom>
          <a:noFill/>
        </p:spPr>
        <p:txBody>
          <a:bodyPr wrap="square" lIns="0" tIns="0" rIns="0" bIns="0" rtlCol="0">
            <a:noAutofit/>
          </a:bodyPr>
          <a:p>
            <a:pPr algn="just">
              <a:lnSpc>
                <a:spcPct val="140000"/>
              </a:lnSpc>
              <a:spcAft>
                <a:spcPts val="600"/>
              </a:spcAft>
            </a:pPr>
            <a:r>
              <a:rPr lang="en-US" altLang="zh-CN" b="1" spc="160" dirty="0">
                <a:solidFill>
                  <a:schemeClr val="tx2"/>
                </a:solidFill>
                <a:latin typeface="微软雅黑" panose="020B0503020204020204" charset="-122"/>
                <a:ea typeface="微软雅黑" panose="020B0503020204020204" charset="-122"/>
                <a:cs typeface="微软雅黑" panose="020B0503020204020204" charset="-122"/>
                <a:sym typeface="HarmonyOS Sans SC Light" panose="00000400000000000000" pitchFamily="2" charset="-122"/>
              </a:rPr>
              <a:t>    </a:t>
            </a:r>
            <a:r>
              <a:rPr lang="zh-CN" altLang="en-US" b="1" spc="160" dirty="0">
                <a:solidFill>
                  <a:schemeClr val="tx2"/>
                </a:solidFill>
                <a:latin typeface="微软雅黑" panose="020B0503020204020204" charset="-122"/>
                <a:ea typeface="微软雅黑" panose="020B0503020204020204" charset="-122"/>
                <a:cs typeface="微软雅黑" panose="020B0503020204020204" charset="-122"/>
                <a:sym typeface="HarmonyOS Sans SC Light" panose="00000400000000000000" pitchFamily="2" charset="-122"/>
              </a:rPr>
              <a:t>浙企采电子</a:t>
            </a:r>
            <a:r>
              <a:rPr lang="zh-CN" altLang="en-US" b="1" spc="160" dirty="0">
                <a:solidFill>
                  <a:schemeClr val="tx2"/>
                </a:solidFill>
                <a:latin typeface="微软雅黑" panose="020B0503020204020204" charset="-122"/>
                <a:ea typeface="微软雅黑" panose="020B0503020204020204" charset="-122"/>
                <a:cs typeface="微软雅黑" panose="020B0503020204020204" charset="-122"/>
                <a:sym typeface="HarmonyOS Sans SC Light" panose="00000400000000000000" pitchFamily="2" charset="-122"/>
              </a:rPr>
              <a:t>商城需要成立专业的运营团队负责平台</a:t>
            </a:r>
            <a:r>
              <a:rPr lang="zh-CN" altLang="en-US" b="1" spc="160" dirty="0">
                <a:solidFill>
                  <a:schemeClr val="tx2"/>
                </a:solidFill>
                <a:latin typeface="微软雅黑" panose="020B0503020204020204" charset="-122"/>
                <a:ea typeface="微软雅黑" panose="020B0503020204020204" charset="-122"/>
                <a:cs typeface="微软雅黑" panose="020B0503020204020204" charset="-122"/>
                <a:sym typeface="+mn-ea"/>
              </a:rPr>
              <a:t>运营、市场拓展、培训服务、客服解答以及宣传工作。</a:t>
            </a:r>
            <a:r>
              <a:rPr lang="zh-CN" altLang="en-US" b="1" spc="160" dirty="0">
                <a:solidFill>
                  <a:schemeClr val="tx2"/>
                </a:solidFill>
                <a:latin typeface="微软雅黑" panose="020B0503020204020204" charset="-122"/>
                <a:ea typeface="微软雅黑" panose="020B0503020204020204" charset="-122"/>
                <a:cs typeface="微软雅黑" panose="020B0503020204020204" charset="-122"/>
                <a:sym typeface="HarmonyOS Sans SC Light" panose="00000400000000000000" pitchFamily="2" charset="-122"/>
              </a:rPr>
              <a:t>运营团队人员编制主要</a:t>
            </a:r>
            <a:r>
              <a:rPr lang="zh-CN" altLang="en-US" b="1" spc="160" dirty="0">
                <a:solidFill>
                  <a:schemeClr val="tx2"/>
                </a:solidFill>
                <a:latin typeface="微软雅黑" panose="020B0503020204020204" charset="-122"/>
                <a:ea typeface="微软雅黑" panose="020B0503020204020204" charset="-122"/>
                <a:cs typeface="微软雅黑" panose="020B0503020204020204" charset="-122"/>
                <a:sym typeface="HarmonyOS Sans SC Light" panose="00000400000000000000" pitchFamily="2" charset="-122"/>
              </a:rPr>
              <a:t>包括：总负责人、信息人员、市场商务人员、运营人员等</a:t>
            </a:r>
            <a:endParaRPr lang="zh-CN" altLang="en-US" b="1" spc="160" dirty="0">
              <a:solidFill>
                <a:schemeClr val="tx2"/>
              </a:solidFill>
              <a:latin typeface="微软雅黑" panose="020B0503020204020204" charset="-122"/>
              <a:ea typeface="微软雅黑" panose="020B0503020204020204" charset="-122"/>
              <a:cs typeface="微软雅黑" panose="020B0503020204020204" charset="-122"/>
              <a:sym typeface="HarmonyOS Sans SC Light" panose="00000400000000000000" pitchFamily="2" charset="-122"/>
            </a:endParaRPr>
          </a:p>
        </p:txBody>
      </p:sp>
      <p:sp>
        <p:nvSpPr>
          <p:cNvPr id="5" name="矩形 4"/>
          <p:cNvSpPr/>
          <p:nvPr/>
        </p:nvSpPr>
        <p:spPr>
          <a:xfrm>
            <a:off x="1215848" y="2203498"/>
            <a:ext cx="2984361"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rPr>
              <a:t>运营</a:t>
            </a:r>
            <a:r>
              <a:rPr lang="zh-CN" altLang="en-US" dirty="0">
                <a:latin typeface="微软雅黑" panose="020B0503020204020204" charset="-122"/>
                <a:ea typeface="微软雅黑" panose="020B0503020204020204" charset="-122"/>
              </a:rPr>
              <a:t>团队人员架构及职责图（一阶段）</a:t>
            </a:r>
            <a:endParaRPr lang="zh-CN" altLang="en-US" dirty="0">
              <a:latin typeface="微软雅黑" panose="020B0503020204020204" charset="-122"/>
              <a:ea typeface="微软雅黑" panose="020B0503020204020204" charset="-122"/>
            </a:endParaRPr>
          </a:p>
        </p:txBody>
      </p:sp>
      <p:sp>
        <p:nvSpPr>
          <p:cNvPr id="8" name="矩形 7"/>
          <p:cNvSpPr/>
          <p:nvPr/>
        </p:nvSpPr>
        <p:spPr>
          <a:xfrm>
            <a:off x="7306824" y="2203792"/>
            <a:ext cx="2984361"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sym typeface="+mn-ea"/>
              </a:rPr>
              <a:t>运营团队</a:t>
            </a:r>
            <a:r>
              <a:rPr lang="zh-CN" altLang="en-US" dirty="0">
                <a:latin typeface="微软雅黑" panose="020B0503020204020204" charset="-122"/>
                <a:ea typeface="微软雅黑" panose="020B0503020204020204" charset="-122"/>
              </a:rPr>
              <a:t>人员架构及职责图（二阶段）</a:t>
            </a:r>
            <a:endParaRPr lang="zh-CN" altLang="en-US" dirty="0">
              <a:latin typeface="微软雅黑" panose="020B0503020204020204" charset="-122"/>
              <a:ea typeface="微软雅黑" panose="020B0503020204020204" charset="-122"/>
            </a:endParaRPr>
          </a:p>
        </p:txBody>
      </p:sp>
      <p:sp>
        <p:nvSpPr>
          <p:cNvPr id="9" name="矩形: 圆角 8"/>
          <p:cNvSpPr/>
          <p:nvPr/>
        </p:nvSpPr>
        <p:spPr>
          <a:xfrm>
            <a:off x="1723289" y="3472102"/>
            <a:ext cx="1969477" cy="38183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rPr>
              <a:t>总负责人</a:t>
            </a:r>
            <a:endParaRPr lang="zh-CN" altLang="en-US" dirty="0">
              <a:latin typeface="微软雅黑" panose="020B0503020204020204" charset="-122"/>
              <a:ea typeface="微软雅黑" panose="020B0503020204020204" charset="-122"/>
            </a:endParaRPr>
          </a:p>
        </p:txBody>
      </p:sp>
      <p:sp>
        <p:nvSpPr>
          <p:cNvPr id="10" name="矩形: 圆角 9"/>
          <p:cNvSpPr/>
          <p:nvPr/>
        </p:nvSpPr>
        <p:spPr>
          <a:xfrm>
            <a:off x="7814265" y="3331425"/>
            <a:ext cx="1969477" cy="38183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rPr>
              <a:t>总负责人</a:t>
            </a:r>
            <a:endParaRPr lang="zh-CN" altLang="en-US" dirty="0">
              <a:latin typeface="微软雅黑" panose="020B0503020204020204" charset="-122"/>
              <a:ea typeface="微软雅黑" panose="020B0503020204020204" charset="-122"/>
            </a:endParaRPr>
          </a:p>
        </p:txBody>
      </p:sp>
      <p:sp>
        <p:nvSpPr>
          <p:cNvPr id="11" name="矩形 10"/>
          <p:cNvSpPr/>
          <p:nvPr/>
        </p:nvSpPr>
        <p:spPr>
          <a:xfrm>
            <a:off x="1908947" y="4787600"/>
            <a:ext cx="1598160"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cs typeface="微软雅黑" panose="020B0503020204020204" charset="-122"/>
              </a:rPr>
              <a:t>市场商务人员</a:t>
            </a:r>
            <a:endParaRPr lang="en-US" altLang="zh-CN" dirty="0">
              <a:latin typeface="微软雅黑" panose="020B0503020204020204" charset="-122"/>
              <a:ea typeface="微软雅黑" panose="020B0503020204020204" charset="-122"/>
              <a:cs typeface="微软雅黑" panose="020B0503020204020204" charset="-122"/>
            </a:endParaRPr>
          </a:p>
          <a:p>
            <a:pPr algn="ctr"/>
            <a:r>
              <a:rPr lang="zh-CN" altLang="en-US"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1</a:t>
            </a:r>
            <a:r>
              <a:rPr lang="en-US" altLang="zh-CN" dirty="0">
                <a:latin typeface="微软雅黑" panose="020B0503020204020204" charset="-122"/>
                <a:ea typeface="微软雅黑" panose="020B0503020204020204" charset="-122"/>
                <a:cs typeface="微软雅黑" panose="020B0503020204020204" charset="-122"/>
              </a:rPr>
              <a:t>-2</a:t>
            </a:r>
            <a:r>
              <a:rPr lang="zh-CN" altLang="en-US" dirty="0">
                <a:latin typeface="微软雅黑" panose="020B0503020204020204" charset="-122"/>
                <a:ea typeface="微软雅黑" panose="020B0503020204020204" charset="-122"/>
                <a:cs typeface="微软雅黑" panose="020B0503020204020204" charset="-122"/>
              </a:rPr>
              <a:t>人）</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3" name="矩形 12"/>
          <p:cNvSpPr/>
          <p:nvPr/>
        </p:nvSpPr>
        <p:spPr>
          <a:xfrm>
            <a:off x="3897816" y="4787600"/>
            <a:ext cx="1226841"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cs typeface="微软雅黑" panose="020B0503020204020204" charset="-122"/>
              </a:rPr>
              <a:t>运营人员（</a:t>
            </a:r>
            <a:r>
              <a:rPr lang="en-US" altLang="zh-CN" dirty="0">
                <a:latin typeface="微软雅黑" panose="020B0503020204020204" charset="-122"/>
                <a:ea typeface="微软雅黑" panose="020B0503020204020204" charset="-122"/>
                <a:cs typeface="微软雅黑" panose="020B0503020204020204" charset="-122"/>
              </a:rPr>
              <a:t>1</a:t>
            </a:r>
            <a:r>
              <a:rPr lang="zh-CN" altLang="en-US" dirty="0">
                <a:latin typeface="微软雅黑" panose="020B0503020204020204" charset="-122"/>
                <a:ea typeface="微软雅黑" panose="020B0503020204020204" charset="-122"/>
                <a:cs typeface="微软雅黑" panose="020B0503020204020204" charset="-122"/>
              </a:rPr>
              <a:t>人）</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4" name="矩形 13"/>
          <p:cNvSpPr/>
          <p:nvPr/>
        </p:nvSpPr>
        <p:spPr>
          <a:xfrm>
            <a:off x="291395" y="4787600"/>
            <a:ext cx="1226842"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cs typeface="微软雅黑" panose="020B0503020204020204" charset="-122"/>
              </a:rPr>
              <a:t>信息人员（</a:t>
            </a:r>
            <a:r>
              <a:rPr lang="en-US" altLang="zh-CN" dirty="0">
                <a:latin typeface="微软雅黑" panose="020B0503020204020204" charset="-122"/>
                <a:ea typeface="微软雅黑" panose="020B0503020204020204" charset="-122"/>
                <a:cs typeface="微软雅黑" panose="020B0503020204020204" charset="-122"/>
              </a:rPr>
              <a:t>1</a:t>
            </a:r>
            <a:r>
              <a:rPr lang="zh-CN" altLang="en-US" dirty="0">
                <a:latin typeface="微软雅黑" panose="020B0503020204020204" charset="-122"/>
                <a:ea typeface="微软雅黑" panose="020B0503020204020204" charset="-122"/>
                <a:cs typeface="微软雅黑" panose="020B0503020204020204" charset="-122"/>
              </a:rPr>
              <a:t>人）</a:t>
            </a: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16" name="直接连接符 15"/>
          <p:cNvCxnSpPr>
            <a:stCxn id="5" idx="2"/>
            <a:endCxn id="9" idx="0"/>
          </p:cNvCxnSpPr>
          <p:nvPr/>
        </p:nvCxnSpPr>
        <p:spPr>
          <a:xfrm flipH="1">
            <a:off x="2708028" y="2776254"/>
            <a:ext cx="1" cy="69584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9" idx="2"/>
            <a:endCxn id="11" idx="0"/>
          </p:cNvCxnSpPr>
          <p:nvPr/>
        </p:nvCxnSpPr>
        <p:spPr>
          <a:xfrm flipH="1">
            <a:off x="2708027" y="3853939"/>
            <a:ext cx="1" cy="93366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904816" y="4253363"/>
            <a:ext cx="36064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4" idx="0"/>
          </p:cNvCxnSpPr>
          <p:nvPr/>
        </p:nvCxnSpPr>
        <p:spPr>
          <a:xfrm flipV="1">
            <a:off x="904816" y="4253363"/>
            <a:ext cx="0" cy="53423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3" idx="0"/>
          </p:cNvCxnSpPr>
          <p:nvPr/>
        </p:nvCxnSpPr>
        <p:spPr>
          <a:xfrm flipH="1" flipV="1">
            <a:off x="4511236" y="4253363"/>
            <a:ext cx="1" cy="53423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7134567" y="4779226"/>
            <a:ext cx="1598160"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cs typeface="微软雅黑" panose="020B0503020204020204" charset="-122"/>
              </a:rPr>
              <a:t>市场商务人员</a:t>
            </a:r>
            <a:endParaRPr lang="en-US" altLang="zh-CN" dirty="0">
              <a:latin typeface="微软雅黑" panose="020B0503020204020204" charset="-122"/>
              <a:ea typeface="微软雅黑" panose="020B0503020204020204" charset="-122"/>
              <a:cs typeface="微软雅黑" panose="020B0503020204020204" charset="-122"/>
            </a:endParaRPr>
          </a:p>
          <a:p>
            <a:pPr algn="ctr"/>
            <a:r>
              <a:rPr lang="zh-CN" altLang="en-US"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3</a:t>
            </a:r>
            <a:r>
              <a:rPr lang="en-US" altLang="zh-CN" dirty="0">
                <a:latin typeface="微软雅黑" panose="020B0503020204020204" charset="-122"/>
                <a:ea typeface="微软雅黑" panose="020B0503020204020204" charset="-122"/>
                <a:cs typeface="微软雅黑" panose="020B0503020204020204" charset="-122"/>
              </a:rPr>
              <a:t>-5</a:t>
            </a:r>
            <a:r>
              <a:rPr lang="zh-CN" altLang="en-US" dirty="0">
                <a:latin typeface="微软雅黑" panose="020B0503020204020204" charset="-122"/>
                <a:ea typeface="微软雅黑" panose="020B0503020204020204" charset="-122"/>
                <a:cs typeface="微软雅黑" panose="020B0503020204020204" charset="-122"/>
              </a:rPr>
              <a:t>人）</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9" name="矩形 28"/>
          <p:cNvSpPr/>
          <p:nvPr/>
        </p:nvSpPr>
        <p:spPr>
          <a:xfrm>
            <a:off x="10669420" y="4766561"/>
            <a:ext cx="1226841"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cs typeface="微软雅黑" panose="020B0503020204020204" charset="-122"/>
              </a:rPr>
              <a:t>运营人员（</a:t>
            </a:r>
            <a:r>
              <a:rPr lang="en-US" altLang="zh-CN" dirty="0">
                <a:latin typeface="微软雅黑" panose="020B0503020204020204" charset="-122"/>
                <a:ea typeface="微软雅黑" panose="020B0503020204020204" charset="-122"/>
                <a:cs typeface="微软雅黑" panose="020B0503020204020204" charset="-122"/>
              </a:rPr>
              <a:t>1</a:t>
            </a:r>
            <a:r>
              <a:rPr lang="zh-CN" altLang="en-US" dirty="0">
                <a:latin typeface="微软雅黑" panose="020B0503020204020204" charset="-122"/>
                <a:ea typeface="微软雅黑" panose="020B0503020204020204" charset="-122"/>
                <a:cs typeface="微软雅黑" panose="020B0503020204020204" charset="-122"/>
              </a:rPr>
              <a:t>人）</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0" name="矩形 29"/>
          <p:cNvSpPr/>
          <p:nvPr/>
        </p:nvSpPr>
        <p:spPr>
          <a:xfrm>
            <a:off x="5738077" y="4779226"/>
            <a:ext cx="1226842"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cs typeface="微软雅黑" panose="020B0503020204020204" charset="-122"/>
              </a:rPr>
              <a:t>信息人员（</a:t>
            </a:r>
            <a:r>
              <a:rPr lang="en-US" altLang="zh-CN" dirty="0">
                <a:latin typeface="微软雅黑" panose="020B0503020204020204" charset="-122"/>
                <a:ea typeface="微软雅黑" panose="020B0503020204020204" charset="-122"/>
                <a:cs typeface="微软雅黑" panose="020B0503020204020204" charset="-122"/>
              </a:rPr>
              <a:t>1</a:t>
            </a:r>
            <a:r>
              <a:rPr lang="zh-CN" altLang="en-US" dirty="0">
                <a:latin typeface="微软雅黑" panose="020B0503020204020204" charset="-122"/>
                <a:ea typeface="微软雅黑" panose="020B0503020204020204" charset="-122"/>
                <a:cs typeface="微软雅黑" panose="020B0503020204020204" charset="-122"/>
              </a:rPr>
              <a:t>人）</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1" name="矩形 30"/>
          <p:cNvSpPr/>
          <p:nvPr/>
        </p:nvSpPr>
        <p:spPr>
          <a:xfrm>
            <a:off x="8902375" y="4766561"/>
            <a:ext cx="1598159" cy="5727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dirty="0">
                <a:latin typeface="微软雅黑" panose="020B0503020204020204" charset="-122"/>
                <a:ea typeface="微软雅黑" panose="020B0503020204020204" charset="-122"/>
                <a:cs typeface="微软雅黑" panose="020B0503020204020204" charset="-122"/>
              </a:rPr>
              <a:t>培训师</a:t>
            </a:r>
            <a:endParaRPr lang="zh-CN" altLang="en-US" dirty="0">
              <a:latin typeface="微软雅黑" panose="020B0503020204020204" charset="-122"/>
              <a:ea typeface="微软雅黑" panose="020B0503020204020204" charset="-122"/>
              <a:cs typeface="微软雅黑" panose="020B0503020204020204" charset="-122"/>
            </a:endParaRPr>
          </a:p>
          <a:p>
            <a:pPr algn="ctr"/>
            <a:r>
              <a:rPr lang="zh-CN" altLang="en-US"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1</a:t>
            </a:r>
            <a:r>
              <a:rPr lang="zh-CN" altLang="en-US" dirty="0">
                <a:latin typeface="微软雅黑" panose="020B0503020204020204" charset="-122"/>
                <a:ea typeface="微软雅黑" panose="020B0503020204020204" charset="-122"/>
                <a:cs typeface="微软雅黑" panose="020B0503020204020204" charset="-122"/>
              </a:rPr>
              <a:t>人）</a:t>
            </a: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33" name="直接连接符 32"/>
          <p:cNvCxnSpPr>
            <a:stCxn id="8" idx="2"/>
            <a:endCxn id="10" idx="0"/>
          </p:cNvCxnSpPr>
          <p:nvPr/>
        </p:nvCxnSpPr>
        <p:spPr>
          <a:xfrm>
            <a:off x="8799005" y="2776548"/>
            <a:ext cx="0" cy="5543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6351498" y="4247031"/>
            <a:ext cx="4931343" cy="63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0" idx="2"/>
          </p:cNvCxnSpPr>
          <p:nvPr/>
        </p:nvCxnSpPr>
        <p:spPr>
          <a:xfrm>
            <a:off x="8799004" y="3713262"/>
            <a:ext cx="0" cy="54010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0" idx="0"/>
          </p:cNvCxnSpPr>
          <p:nvPr/>
        </p:nvCxnSpPr>
        <p:spPr>
          <a:xfrm flipV="1">
            <a:off x="6351498" y="4247031"/>
            <a:ext cx="0" cy="5321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28" idx="0"/>
          </p:cNvCxnSpPr>
          <p:nvPr/>
        </p:nvCxnSpPr>
        <p:spPr>
          <a:xfrm flipV="1">
            <a:off x="7933647" y="4247031"/>
            <a:ext cx="0" cy="5321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31" idx="0"/>
          </p:cNvCxnSpPr>
          <p:nvPr/>
        </p:nvCxnSpPr>
        <p:spPr>
          <a:xfrm flipV="1">
            <a:off x="9701455" y="4247031"/>
            <a:ext cx="0" cy="51953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29" idx="0"/>
          </p:cNvCxnSpPr>
          <p:nvPr/>
        </p:nvCxnSpPr>
        <p:spPr>
          <a:xfrm flipV="1">
            <a:off x="11282841" y="4247031"/>
            <a:ext cx="0" cy="5195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0830" y="176530"/>
            <a:ext cx="2552700" cy="578485"/>
          </a:xfrm>
          <a:prstGeom prst="rect">
            <a:avLst/>
          </a:prstGeom>
          <a:noFill/>
        </p:spPr>
        <p:txBody>
          <a:bodyPr wrap="square" rtlCol="0">
            <a:spAutoFit/>
          </a:bodyPr>
          <a:p>
            <a:pPr algn="l" fontAlgn="auto">
              <a:lnSpc>
                <a:spcPts val="3800"/>
              </a:lnSpc>
            </a:pP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成立运营</a:t>
            </a: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团队</a:t>
            </a:r>
            <a:endPar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9" name="组合 28"/>
          <p:cNvGrpSpPr/>
          <p:nvPr>
            <p:custDataLst>
              <p:tags r:id="rId1"/>
            </p:custDataLst>
          </p:nvPr>
        </p:nvGrpSpPr>
        <p:grpSpPr bwMode="auto">
          <a:xfrm>
            <a:off x="4333240" y="2386020"/>
            <a:ext cx="7104063" cy="846001"/>
            <a:chOff x="857249" y="1689760"/>
            <a:chExt cx="5328592" cy="633957"/>
          </a:xfrm>
        </p:grpSpPr>
        <p:sp>
          <p:nvSpPr>
            <p:cNvPr id="30" name="五边形 29"/>
            <p:cNvSpPr/>
            <p:nvPr>
              <p:custDataLst>
                <p:tags r:id="rId2"/>
              </p:custDataLst>
            </p:nvPr>
          </p:nvSpPr>
          <p:spPr>
            <a:xfrm>
              <a:off x="857249" y="1714500"/>
              <a:ext cx="1904004" cy="499634"/>
            </a:xfrm>
            <a:prstGeom prst="homePlate">
              <a:avLst/>
            </a:prstGeom>
            <a:solidFill>
              <a:srgbClr val="0B30EB"/>
            </a:solidFill>
            <a:ln w="25400" cap="flat" cmpd="sng" algn="ctr">
              <a:noFill/>
              <a:prstDash val="solid"/>
            </a:ln>
            <a:effectLst/>
          </p:spPr>
          <p:txBody>
            <a:bodyPr anchor="ctr"/>
            <a:lstStyle/>
            <a:p>
              <a:pPr algn="ctr" defTabSz="913765" fontAlgn="auto">
                <a:spcBef>
                  <a:spcPts val="0"/>
                </a:spcBef>
                <a:spcAft>
                  <a:spcPts val="0"/>
                </a:spcAft>
                <a:defRPr/>
              </a:pPr>
              <a:endParaRPr lang="zh-CN" altLang="en-US" sz="1865" kern="0">
                <a:solidFill>
                  <a:prstClr val="white"/>
                </a:solidFill>
                <a:latin typeface="微软雅黑" panose="020B0503020204020204" charset="-122"/>
                <a:ea typeface="微软雅黑" panose="020B0503020204020204" charset="-122"/>
              </a:endParaRPr>
            </a:p>
          </p:txBody>
        </p:sp>
        <p:sp>
          <p:nvSpPr>
            <p:cNvPr id="31" name="文本框 30"/>
            <p:cNvSpPr txBox="1"/>
            <p:nvPr>
              <p:custDataLst>
                <p:tags r:id="rId3"/>
              </p:custDataLst>
            </p:nvPr>
          </p:nvSpPr>
          <p:spPr>
            <a:xfrm>
              <a:off x="2929148" y="1689760"/>
              <a:ext cx="3256693" cy="633957"/>
            </a:xfrm>
            <a:prstGeom prst="rect">
              <a:avLst/>
            </a:prstGeom>
            <a:noFill/>
          </p:spPr>
          <p:txBody>
            <a:bodyPr wrap="square" lIns="91440" tIns="45720" rIns="91440" bIns="45720"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rPr>
                <a:t>对全市平台经营总目标负责，项目总协调人角色，制定个细分板块业务目标，推动行业监管部门制定政策文件。</a:t>
              </a:r>
              <a:endPar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endParaRPr>
            </a:p>
          </p:txBody>
        </p:sp>
        <p:sp>
          <p:nvSpPr>
            <p:cNvPr id="32" name="矩形 31"/>
            <p:cNvSpPr/>
            <p:nvPr>
              <p:custDataLst>
                <p:tags r:id="rId4"/>
              </p:custDataLst>
            </p:nvPr>
          </p:nvSpPr>
          <p:spPr>
            <a:xfrm>
              <a:off x="1362634" y="1831081"/>
              <a:ext cx="855129" cy="284257"/>
            </a:xfrm>
            <a:prstGeom prst="rect">
              <a:avLst/>
            </a:prstGeom>
          </p:spPr>
          <p:txBody>
            <a:bodyPr wrap="none">
              <a:spAutoFit/>
            </a:bodyPr>
            <a:lstStyle/>
            <a:p>
              <a:pPr algn="ctr" defTabSz="913765" fontAlgn="auto">
                <a:spcBef>
                  <a:spcPts val="0"/>
                </a:spcBef>
                <a:spcAft>
                  <a:spcPts val="0"/>
                </a:spcAft>
                <a:defRPr/>
              </a:pPr>
              <a:r>
                <a:rPr lang="zh-CN" altLang="en-US" sz="1865" b="1" kern="0" dirty="0">
                  <a:solidFill>
                    <a:prstClr val="white"/>
                  </a:solidFill>
                  <a:latin typeface="微软雅黑" panose="020B0503020204020204" charset="-122"/>
                  <a:ea typeface="微软雅黑" panose="020B0503020204020204" charset="-122"/>
                </a:rPr>
                <a:t>总负责人</a:t>
              </a:r>
              <a:endParaRPr lang="zh-CN" altLang="en-US" sz="1865" b="1" kern="0" dirty="0">
                <a:solidFill>
                  <a:prstClr val="white"/>
                </a:solidFill>
                <a:latin typeface="微软雅黑" panose="020B0503020204020204" charset="-122"/>
                <a:ea typeface="微软雅黑" panose="020B0503020204020204" charset="-122"/>
              </a:endParaRPr>
            </a:p>
          </p:txBody>
        </p:sp>
      </p:grpSp>
      <p:grpSp>
        <p:nvGrpSpPr>
          <p:cNvPr id="33" name="组合 32"/>
          <p:cNvGrpSpPr/>
          <p:nvPr>
            <p:custDataLst>
              <p:tags r:id="rId5"/>
            </p:custDataLst>
          </p:nvPr>
        </p:nvGrpSpPr>
        <p:grpSpPr bwMode="auto">
          <a:xfrm>
            <a:off x="4333240" y="3442968"/>
            <a:ext cx="7104063" cy="905828"/>
            <a:chOff x="857249" y="2481722"/>
            <a:chExt cx="5328592" cy="679299"/>
          </a:xfrm>
        </p:grpSpPr>
        <p:sp>
          <p:nvSpPr>
            <p:cNvPr id="34" name="五边形 33"/>
            <p:cNvSpPr/>
            <p:nvPr>
              <p:custDataLst>
                <p:tags r:id="rId6"/>
              </p:custDataLst>
            </p:nvPr>
          </p:nvSpPr>
          <p:spPr>
            <a:xfrm>
              <a:off x="857249" y="2481722"/>
              <a:ext cx="1904004" cy="500009"/>
            </a:xfrm>
            <a:prstGeom prst="homePlate">
              <a:avLst/>
            </a:prstGeom>
            <a:solidFill>
              <a:srgbClr val="0B30EB"/>
            </a:solidFill>
            <a:ln w="25400" cap="flat" cmpd="sng" algn="ctr">
              <a:noFill/>
              <a:prstDash val="solid"/>
            </a:ln>
            <a:effectLst/>
          </p:spPr>
          <p:txBody>
            <a:bodyPr anchor="ctr"/>
            <a:lstStyle/>
            <a:p>
              <a:pPr algn="ctr" defTabSz="913765" fontAlgn="auto">
                <a:spcBef>
                  <a:spcPts val="0"/>
                </a:spcBef>
                <a:spcAft>
                  <a:spcPts val="0"/>
                </a:spcAft>
                <a:defRPr/>
              </a:pPr>
              <a:endParaRPr lang="zh-CN" altLang="en-US" sz="1865" kern="0">
                <a:solidFill>
                  <a:prstClr val="white"/>
                </a:solidFill>
                <a:latin typeface="微软雅黑" panose="020B0503020204020204" charset="-122"/>
                <a:ea typeface="微软雅黑" panose="020B0503020204020204" charset="-122"/>
              </a:endParaRPr>
            </a:p>
          </p:txBody>
        </p:sp>
        <p:sp>
          <p:nvSpPr>
            <p:cNvPr id="35" name="文本框 34"/>
            <p:cNvSpPr txBox="1"/>
            <p:nvPr>
              <p:custDataLst>
                <p:tags r:id="rId7"/>
              </p:custDataLst>
            </p:nvPr>
          </p:nvSpPr>
          <p:spPr>
            <a:xfrm>
              <a:off x="2929148" y="2511485"/>
              <a:ext cx="3256693" cy="649536"/>
            </a:xfrm>
            <a:prstGeom prst="rect">
              <a:avLst/>
            </a:prstGeom>
            <a:noFill/>
          </p:spPr>
          <p:txBody>
            <a:bodyPr wrap="square" lIns="91440" tIns="45720" rIns="91440" bIns="45720"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rPr>
                <a:t>信息收集整理分析，总负责人助理角色、按照</a:t>
              </a:r>
              <a:r>
                <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rPr>
                <a:t>浙企采团队数据表格要求，做好数据统计分析，数据上传下达，配合总负责人制定经营目标。</a:t>
              </a:r>
              <a:endPar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endParaRPr>
            </a:p>
          </p:txBody>
        </p:sp>
        <p:sp>
          <p:nvSpPr>
            <p:cNvPr id="36" name="矩形 35"/>
            <p:cNvSpPr/>
            <p:nvPr>
              <p:custDataLst>
                <p:tags r:id="rId8"/>
              </p:custDataLst>
            </p:nvPr>
          </p:nvSpPr>
          <p:spPr>
            <a:xfrm>
              <a:off x="1471263" y="2593629"/>
              <a:ext cx="675975" cy="284471"/>
            </a:xfrm>
            <a:prstGeom prst="rect">
              <a:avLst/>
            </a:prstGeom>
          </p:spPr>
          <p:txBody>
            <a:bodyPr wrap="none">
              <a:spAutoFit/>
            </a:bodyPr>
            <a:lstStyle/>
            <a:p>
              <a:pPr algn="ctr" defTabSz="913765" fontAlgn="auto">
                <a:spcBef>
                  <a:spcPts val="0"/>
                </a:spcBef>
                <a:spcAft>
                  <a:spcPts val="0"/>
                </a:spcAft>
                <a:defRPr/>
              </a:pPr>
              <a:r>
                <a:rPr lang="zh-CN" altLang="en-US" sz="1865" b="1" kern="0" dirty="0">
                  <a:solidFill>
                    <a:prstClr val="white"/>
                  </a:solidFill>
                  <a:latin typeface="微软雅黑" panose="020B0503020204020204" charset="-122"/>
                  <a:ea typeface="微软雅黑" panose="020B0503020204020204" charset="-122"/>
                </a:rPr>
                <a:t>信息员</a:t>
              </a:r>
              <a:endParaRPr lang="zh-CN" altLang="en-US" sz="1865" b="1" kern="0" dirty="0">
                <a:solidFill>
                  <a:prstClr val="white"/>
                </a:solidFill>
                <a:latin typeface="微软雅黑" panose="020B0503020204020204" charset="-122"/>
                <a:ea typeface="微软雅黑" panose="020B0503020204020204" charset="-122"/>
              </a:endParaRPr>
            </a:p>
          </p:txBody>
        </p:sp>
      </p:grpSp>
      <p:grpSp>
        <p:nvGrpSpPr>
          <p:cNvPr id="37" name="组合 36"/>
          <p:cNvGrpSpPr/>
          <p:nvPr>
            <p:custDataLst>
              <p:tags r:id="rId9"/>
            </p:custDataLst>
          </p:nvPr>
        </p:nvGrpSpPr>
        <p:grpSpPr bwMode="auto">
          <a:xfrm>
            <a:off x="4333240" y="4406582"/>
            <a:ext cx="7104063" cy="846001"/>
            <a:chOff x="857249" y="3204862"/>
            <a:chExt cx="5328592" cy="634909"/>
          </a:xfrm>
        </p:grpSpPr>
        <p:sp>
          <p:nvSpPr>
            <p:cNvPr id="38" name="五边形 37"/>
            <p:cNvSpPr/>
            <p:nvPr>
              <p:custDataLst>
                <p:tags r:id="rId10"/>
              </p:custDataLst>
            </p:nvPr>
          </p:nvSpPr>
          <p:spPr>
            <a:xfrm>
              <a:off x="857249" y="3248944"/>
              <a:ext cx="1904004" cy="500384"/>
            </a:xfrm>
            <a:prstGeom prst="homePlate">
              <a:avLst/>
            </a:prstGeom>
            <a:solidFill>
              <a:srgbClr val="0B30EB"/>
            </a:solidFill>
            <a:ln w="25400" cap="flat" cmpd="sng" algn="ctr">
              <a:noFill/>
              <a:prstDash val="solid"/>
            </a:ln>
            <a:effectLst/>
          </p:spPr>
          <p:txBody>
            <a:bodyPr anchor="ctr"/>
            <a:lstStyle/>
            <a:p>
              <a:pPr algn="ctr" defTabSz="913765" fontAlgn="auto">
                <a:spcBef>
                  <a:spcPts val="0"/>
                </a:spcBef>
                <a:spcAft>
                  <a:spcPts val="0"/>
                </a:spcAft>
                <a:defRPr/>
              </a:pPr>
              <a:endParaRPr lang="zh-CN" altLang="en-US" sz="1865" kern="0">
                <a:solidFill>
                  <a:prstClr val="white"/>
                </a:solidFill>
                <a:latin typeface="微软雅黑" panose="020B0503020204020204" charset="-122"/>
                <a:ea typeface="微软雅黑" panose="020B0503020204020204" charset="-122"/>
              </a:endParaRPr>
            </a:p>
          </p:txBody>
        </p:sp>
        <p:sp>
          <p:nvSpPr>
            <p:cNvPr id="39" name="文本框 38"/>
            <p:cNvSpPr txBox="1"/>
            <p:nvPr>
              <p:custDataLst>
                <p:tags r:id="rId11"/>
              </p:custDataLst>
            </p:nvPr>
          </p:nvSpPr>
          <p:spPr>
            <a:xfrm>
              <a:off x="2929148" y="3204862"/>
              <a:ext cx="3256693" cy="634909"/>
            </a:xfrm>
            <a:prstGeom prst="rect">
              <a:avLst/>
            </a:prstGeom>
            <a:noFill/>
          </p:spPr>
          <p:txBody>
            <a:bodyPr wrap="square" lIns="91440" tIns="45720" rIns="91440" bIns="45720"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rPr>
                <a:t>对负责区域市场目标负责，做好客户拓展与需求对接与客户疑难咨询回复工作，围绕客户信息与需求丰富客户信息收集表，做好数据统计，线下培训开展。</a:t>
              </a:r>
              <a:endPar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endParaRPr>
            </a:p>
          </p:txBody>
        </p:sp>
        <p:sp>
          <p:nvSpPr>
            <p:cNvPr id="40" name="矩形 39"/>
            <p:cNvSpPr/>
            <p:nvPr>
              <p:custDataLst>
                <p:tags r:id="rId12"/>
              </p:custDataLst>
            </p:nvPr>
          </p:nvSpPr>
          <p:spPr>
            <a:xfrm>
              <a:off x="1381687" y="3360935"/>
              <a:ext cx="855129" cy="284684"/>
            </a:xfrm>
            <a:prstGeom prst="rect">
              <a:avLst/>
            </a:prstGeom>
          </p:spPr>
          <p:txBody>
            <a:bodyPr wrap="none">
              <a:spAutoFit/>
            </a:bodyPr>
            <a:lstStyle/>
            <a:p>
              <a:pPr algn="ctr" defTabSz="913765" fontAlgn="auto">
                <a:spcBef>
                  <a:spcPts val="0"/>
                </a:spcBef>
                <a:spcAft>
                  <a:spcPts val="0"/>
                </a:spcAft>
                <a:defRPr/>
              </a:pPr>
              <a:r>
                <a:rPr lang="zh-CN" altLang="en-US" sz="1865" b="1" kern="0" dirty="0">
                  <a:solidFill>
                    <a:prstClr val="white"/>
                  </a:solidFill>
                  <a:latin typeface="微软雅黑" panose="020B0503020204020204" charset="-122"/>
                  <a:ea typeface="微软雅黑" panose="020B0503020204020204" charset="-122"/>
                </a:rPr>
                <a:t>市场商务</a:t>
              </a:r>
              <a:endParaRPr lang="zh-CN" altLang="en-US" sz="1865" b="1" kern="0" dirty="0">
                <a:solidFill>
                  <a:prstClr val="white"/>
                </a:solidFill>
                <a:latin typeface="微软雅黑" panose="020B0503020204020204" charset="-122"/>
                <a:ea typeface="微软雅黑" panose="020B0503020204020204" charset="-122"/>
              </a:endParaRPr>
            </a:p>
          </p:txBody>
        </p:sp>
      </p:grpSp>
      <p:grpSp>
        <p:nvGrpSpPr>
          <p:cNvPr id="41" name="组合 40"/>
          <p:cNvGrpSpPr/>
          <p:nvPr>
            <p:custDataLst>
              <p:tags r:id="rId13"/>
            </p:custDataLst>
          </p:nvPr>
        </p:nvGrpSpPr>
        <p:grpSpPr bwMode="auto">
          <a:xfrm>
            <a:off x="4333240" y="5462584"/>
            <a:ext cx="7200900" cy="1104533"/>
            <a:chOff x="857249" y="3996133"/>
            <a:chExt cx="5400600" cy="829550"/>
          </a:xfrm>
        </p:grpSpPr>
        <p:sp>
          <p:nvSpPr>
            <p:cNvPr id="42" name="五边形 41"/>
            <p:cNvSpPr/>
            <p:nvPr>
              <p:custDataLst>
                <p:tags r:id="rId14"/>
              </p:custDataLst>
            </p:nvPr>
          </p:nvSpPr>
          <p:spPr>
            <a:xfrm>
              <a:off x="857249" y="4016166"/>
              <a:ext cx="1903783" cy="499564"/>
            </a:xfrm>
            <a:prstGeom prst="homePlate">
              <a:avLst/>
            </a:prstGeom>
            <a:solidFill>
              <a:srgbClr val="2346F5"/>
            </a:solidFill>
            <a:ln w="25400" cap="flat" cmpd="sng" algn="ctr">
              <a:noFill/>
              <a:prstDash val="solid"/>
            </a:ln>
            <a:effectLst/>
          </p:spPr>
          <p:txBody>
            <a:bodyPr anchor="ctr"/>
            <a:lstStyle/>
            <a:p>
              <a:pPr algn="ctr" defTabSz="913765" fontAlgn="auto">
                <a:spcBef>
                  <a:spcPts val="0"/>
                </a:spcBef>
                <a:spcAft>
                  <a:spcPts val="0"/>
                </a:spcAft>
                <a:defRPr/>
              </a:pPr>
              <a:endParaRPr lang="zh-CN" altLang="en-US" sz="1865" kern="0">
                <a:solidFill>
                  <a:prstClr val="white"/>
                </a:solidFill>
                <a:latin typeface="微软雅黑" panose="020B0503020204020204" charset="-122"/>
                <a:ea typeface="微软雅黑" panose="020B0503020204020204" charset="-122"/>
              </a:endParaRPr>
            </a:p>
          </p:txBody>
        </p:sp>
        <p:sp>
          <p:nvSpPr>
            <p:cNvPr id="43" name="文本框 42"/>
            <p:cNvSpPr txBox="1"/>
            <p:nvPr>
              <p:custDataLst>
                <p:tags r:id="rId15"/>
              </p:custDataLst>
            </p:nvPr>
          </p:nvSpPr>
          <p:spPr>
            <a:xfrm>
              <a:off x="2928908" y="3996133"/>
              <a:ext cx="3328941" cy="829550"/>
            </a:xfrm>
            <a:prstGeom prst="rect">
              <a:avLst/>
            </a:prstGeom>
            <a:noFill/>
          </p:spPr>
          <p:txBody>
            <a:bodyPr wrap="square" lIns="91440" tIns="45720" rIns="91440" bIns="45720"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rPr>
                <a:t>区域系统数据查询跟进、各采购企业账号开通、供应商入驻及征集、采购企业和供应商系统使用问题收集，采购企业信息化建设需求收集及反馈。微信群运营做好采购企业咨询回复。</a:t>
              </a:r>
              <a:endParaRPr lang="zh-CN" altLang="en-US" sz="1400" dirty="0">
                <a:solidFill>
                  <a:schemeClr val="dk1">
                    <a:lumMod val="85000"/>
                    <a:lumOff val="15000"/>
                  </a:schemeClr>
                </a:solidFill>
                <a:latin typeface="微软雅黑" panose="020B0503020204020204" charset="-122"/>
                <a:ea typeface="微软雅黑" panose="020B0503020204020204" charset="-122"/>
                <a:cs typeface="阿里巴巴普惠体 R" panose="00020600040101010101" pitchFamily="18" charset="-122"/>
                <a:sym typeface="+mn-ea"/>
              </a:endParaRPr>
            </a:p>
          </p:txBody>
        </p:sp>
        <p:sp>
          <p:nvSpPr>
            <p:cNvPr id="44" name="矩形 43"/>
            <p:cNvSpPr/>
            <p:nvPr>
              <p:custDataLst>
                <p:tags r:id="rId16"/>
              </p:custDataLst>
            </p:nvPr>
          </p:nvSpPr>
          <p:spPr>
            <a:xfrm>
              <a:off x="1381625" y="4128240"/>
              <a:ext cx="855030" cy="284896"/>
            </a:xfrm>
            <a:prstGeom prst="rect">
              <a:avLst/>
            </a:prstGeom>
          </p:spPr>
          <p:txBody>
            <a:bodyPr wrap="none">
              <a:spAutoFit/>
            </a:bodyPr>
            <a:lstStyle/>
            <a:p>
              <a:pPr algn="ctr" defTabSz="913765" fontAlgn="auto">
                <a:spcBef>
                  <a:spcPts val="0"/>
                </a:spcBef>
                <a:spcAft>
                  <a:spcPts val="0"/>
                </a:spcAft>
                <a:defRPr/>
              </a:pPr>
              <a:r>
                <a:rPr lang="zh-CN" altLang="en-US" sz="1865" b="1" kern="0" dirty="0">
                  <a:solidFill>
                    <a:prstClr val="white"/>
                  </a:solidFill>
                  <a:latin typeface="微软雅黑" panose="020B0503020204020204" charset="-122"/>
                  <a:ea typeface="微软雅黑" panose="020B0503020204020204" charset="-122"/>
                </a:rPr>
                <a:t>运营人员</a:t>
              </a:r>
              <a:endParaRPr lang="zh-CN" altLang="en-US" sz="1865" b="1" kern="0" dirty="0">
                <a:solidFill>
                  <a:prstClr val="white"/>
                </a:solidFill>
                <a:latin typeface="微软雅黑" panose="020B0503020204020204" charset="-122"/>
                <a:ea typeface="微软雅黑" panose="020B0503020204020204" charset="-122"/>
              </a:endParaRPr>
            </a:p>
          </p:txBody>
        </p:sp>
      </p:grpSp>
      <p:cxnSp>
        <p:nvCxnSpPr>
          <p:cNvPr id="45" name="直接连接符 44"/>
          <p:cNvCxnSpPr>
            <a:cxnSpLocks noChangeShapeType="1"/>
          </p:cNvCxnSpPr>
          <p:nvPr>
            <p:custDataLst>
              <p:tags r:id="rId17"/>
            </p:custDataLst>
          </p:nvPr>
        </p:nvCxnSpPr>
        <p:spPr bwMode="auto">
          <a:xfrm>
            <a:off x="4333240" y="3257233"/>
            <a:ext cx="7104063" cy="0"/>
          </a:xfrm>
          <a:prstGeom prst="line">
            <a:avLst/>
          </a:prstGeom>
          <a:noFill/>
          <a:ln w="9525" algn="ctr">
            <a:solidFill>
              <a:srgbClr val="7F7F7F"/>
            </a:solidFill>
            <a:round/>
          </a:ln>
        </p:spPr>
      </p:cxnSp>
      <p:cxnSp>
        <p:nvCxnSpPr>
          <p:cNvPr id="46" name="直接连接符 45"/>
          <p:cNvCxnSpPr>
            <a:cxnSpLocks noChangeShapeType="1"/>
          </p:cNvCxnSpPr>
          <p:nvPr>
            <p:custDataLst>
              <p:tags r:id="rId18"/>
            </p:custDataLst>
          </p:nvPr>
        </p:nvCxnSpPr>
        <p:spPr bwMode="auto">
          <a:xfrm>
            <a:off x="4333240" y="4285933"/>
            <a:ext cx="7104063" cy="0"/>
          </a:xfrm>
          <a:prstGeom prst="line">
            <a:avLst/>
          </a:prstGeom>
          <a:noFill/>
          <a:ln w="9525" algn="ctr">
            <a:solidFill>
              <a:srgbClr val="7F7F7F"/>
            </a:solidFill>
            <a:round/>
          </a:ln>
        </p:spPr>
      </p:cxnSp>
      <p:cxnSp>
        <p:nvCxnSpPr>
          <p:cNvPr id="47" name="直接连接符 46"/>
          <p:cNvCxnSpPr>
            <a:cxnSpLocks noChangeShapeType="1"/>
          </p:cNvCxnSpPr>
          <p:nvPr>
            <p:custDataLst>
              <p:tags r:id="rId19"/>
            </p:custDataLst>
          </p:nvPr>
        </p:nvCxnSpPr>
        <p:spPr bwMode="auto">
          <a:xfrm>
            <a:off x="4333240" y="5314633"/>
            <a:ext cx="7104063" cy="0"/>
          </a:xfrm>
          <a:prstGeom prst="line">
            <a:avLst/>
          </a:prstGeom>
          <a:noFill/>
          <a:ln w="9525" algn="ctr">
            <a:solidFill>
              <a:srgbClr val="7F7F7F"/>
            </a:solidFill>
            <a:round/>
          </a:ln>
        </p:spPr>
      </p:cxnSp>
      <p:pic>
        <p:nvPicPr>
          <p:cNvPr id="5" name="图片 4"/>
          <p:cNvPicPr>
            <a:picLocks noChangeAspect="1"/>
          </p:cNvPicPr>
          <p:nvPr>
            <p:custDataLst>
              <p:tags r:id="rId20"/>
            </p:custDataLst>
          </p:nvPr>
        </p:nvPicPr>
        <p:blipFill>
          <a:blip r:embed="rId21"/>
          <a:stretch>
            <a:fillRect/>
          </a:stretch>
        </p:blipFill>
        <p:spPr>
          <a:xfrm>
            <a:off x="346710" y="2042795"/>
            <a:ext cx="3763010" cy="4486275"/>
          </a:xfrm>
          <a:prstGeom prst="rect">
            <a:avLst/>
          </a:prstGeom>
        </p:spPr>
      </p:pic>
      <p:sp>
        <p:nvSpPr>
          <p:cNvPr id="7" name="文本框 6"/>
          <p:cNvSpPr txBox="1"/>
          <p:nvPr/>
        </p:nvSpPr>
        <p:spPr>
          <a:xfrm>
            <a:off x="821690" y="1026795"/>
            <a:ext cx="10236835" cy="1238250"/>
          </a:xfrm>
          <a:prstGeom prst="rect">
            <a:avLst/>
          </a:prstGeom>
          <a:noFill/>
        </p:spPr>
        <p:txBody>
          <a:bodyPr wrap="square" rtlCol="0">
            <a:spAutoFit/>
          </a:bodyPr>
          <a:lstStyle/>
          <a:p>
            <a:pPr algn="just">
              <a:lnSpc>
                <a:spcPct val="140000"/>
              </a:lnSpc>
              <a:spcAft>
                <a:spcPts val="600"/>
              </a:spcAft>
            </a:pPr>
            <a:r>
              <a:rPr lang="zh-CN" altLang="en-US" sz="1600" b="1" spc="160" dirty="0">
                <a:solidFill>
                  <a:schemeClr val="tx2"/>
                </a:solidFill>
                <a:latin typeface="微软雅黑" panose="020B0503020204020204" charset="-122"/>
                <a:ea typeface="微软雅黑" panose="020B0503020204020204" charset="-122"/>
              </a:rPr>
              <a:t>对内：主要通过数据信息的收集整理及分析，为市场商务提供支撑，为领导决策提供依据。</a:t>
            </a:r>
            <a:endParaRPr lang="en-US" altLang="zh-CN" sz="1600" b="1" spc="160" dirty="0">
              <a:solidFill>
                <a:schemeClr val="tx2"/>
              </a:solidFill>
              <a:latin typeface="微软雅黑" panose="020B0503020204020204" charset="-122"/>
              <a:ea typeface="微软雅黑" panose="020B0503020204020204" charset="-122"/>
            </a:endParaRPr>
          </a:p>
          <a:p>
            <a:pPr algn="just">
              <a:lnSpc>
                <a:spcPct val="140000"/>
              </a:lnSpc>
              <a:spcAft>
                <a:spcPts val="600"/>
              </a:spcAft>
            </a:pPr>
            <a:r>
              <a:rPr lang="zh-CN" altLang="en-US" sz="1600" b="1" spc="160" dirty="0">
                <a:solidFill>
                  <a:schemeClr val="tx2"/>
                </a:solidFill>
                <a:latin typeface="微软雅黑" panose="020B0503020204020204" charset="-122"/>
                <a:ea typeface="微软雅黑" panose="020B0503020204020204" charset="-122"/>
              </a:rPr>
              <a:t>对外：主要通过微信、热线等远程方式服务平台各参与方，及时响应客户需求，提升客户满意度。</a:t>
            </a:r>
            <a:endParaRPr lang="zh-CN" altLang="en-US" sz="1600" b="1" spc="160" dirty="0">
              <a:solidFill>
                <a:schemeClr val="tx2"/>
              </a:solidFill>
              <a:latin typeface="微软雅黑" panose="020B0503020204020204" charset="-122"/>
              <a:ea typeface="微软雅黑" panose="020B0503020204020204" charset="-122"/>
            </a:endParaRPr>
          </a:p>
          <a:p>
            <a:pPr>
              <a:lnSpc>
                <a:spcPct val="110000"/>
              </a:lnSpc>
            </a:pPr>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346710" y="176530"/>
            <a:ext cx="2552700" cy="578485"/>
          </a:xfrm>
          <a:prstGeom prst="rect">
            <a:avLst/>
          </a:prstGeom>
          <a:noFill/>
        </p:spPr>
        <p:txBody>
          <a:bodyPr wrap="square" rtlCol="0">
            <a:spAutoFit/>
          </a:bodyPr>
          <a:p>
            <a:pPr algn="l" fontAlgn="auto">
              <a:lnSpc>
                <a:spcPts val="3800"/>
              </a:lnSpc>
            </a:pP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人员</a:t>
            </a: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分工</a:t>
            </a:r>
            <a:endPar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Tree>
    <p:custDataLst>
      <p:tags r:id="rId2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702129" y="1326670"/>
            <a:ext cx="10423206" cy="4810644"/>
            <a:chOff x="702129" y="1747040"/>
            <a:chExt cx="10423206" cy="4810644"/>
          </a:xfrm>
        </p:grpSpPr>
        <p:grpSp>
          <p:nvGrpSpPr>
            <p:cNvPr id="4" name="组合 3"/>
            <p:cNvGrpSpPr/>
            <p:nvPr/>
          </p:nvGrpSpPr>
          <p:grpSpPr>
            <a:xfrm>
              <a:off x="702129" y="1994263"/>
              <a:ext cx="10423206" cy="2869474"/>
              <a:chOff x="228600" y="1957138"/>
              <a:chExt cx="10423206" cy="2869474"/>
            </a:xfrm>
          </p:grpSpPr>
          <p:sp>
            <p:nvSpPr>
              <p:cNvPr id="6" name="任意多边形: 形状 2"/>
              <p:cNvSpPr/>
              <p:nvPr>
                <p:custDataLst>
                  <p:tags r:id="rId1"/>
                </p:custDataLst>
              </p:nvPr>
            </p:nvSpPr>
            <p:spPr>
              <a:xfrm>
                <a:off x="8013594" y="1957138"/>
                <a:ext cx="2638212" cy="2485424"/>
              </a:xfrm>
              <a:custGeom>
                <a:avLst/>
                <a:gdLst>
                  <a:gd name="connsiteX0" fmla="*/ 2958083 w 2958082"/>
                  <a:gd name="connsiteY0" fmla="*/ 0 h 2786770"/>
                  <a:gd name="connsiteX1" fmla="*/ 1281586 w 2958082"/>
                  <a:gd name="connsiteY1" fmla="*/ 390052 h 2786770"/>
                  <a:gd name="connsiteX2" fmla="*/ 1607285 w 2958082"/>
                  <a:gd name="connsiteY2" fmla="*/ 457759 h 2786770"/>
                  <a:gd name="connsiteX3" fmla="*/ 1466973 w 2958082"/>
                  <a:gd name="connsiteY3" fmla="*/ 622440 h 2786770"/>
                  <a:gd name="connsiteX4" fmla="*/ 1288411 w 2958082"/>
                  <a:gd name="connsiteY4" fmla="*/ 807286 h 2786770"/>
                  <a:gd name="connsiteX5" fmla="*/ 1097858 w 2958082"/>
                  <a:gd name="connsiteY5" fmla="*/ 980450 h 2786770"/>
                  <a:gd name="connsiteX6" fmla="*/ 896471 w 2958082"/>
                  <a:gd name="connsiteY6" fmla="*/ 1140079 h 2786770"/>
                  <a:gd name="connsiteX7" fmla="*/ 870597 w 2958082"/>
                  <a:gd name="connsiteY7" fmla="*/ 1159050 h 2786770"/>
                  <a:gd name="connsiteX8" fmla="*/ 844610 w 2958082"/>
                  <a:gd name="connsiteY8" fmla="*/ 1177828 h 2786770"/>
                  <a:gd name="connsiteX9" fmla="*/ 792133 w 2958082"/>
                  <a:gd name="connsiteY9" fmla="*/ 1214650 h 2786770"/>
                  <a:gd name="connsiteX10" fmla="*/ 685250 w 2958082"/>
                  <a:gd name="connsiteY10" fmla="*/ 1285057 h 2786770"/>
                  <a:gd name="connsiteX11" fmla="*/ 658299 w 2958082"/>
                  <a:gd name="connsiteY11" fmla="*/ 1302254 h 2786770"/>
                  <a:gd name="connsiteX12" fmla="*/ 631038 w 2958082"/>
                  <a:gd name="connsiteY12" fmla="*/ 1318872 h 2786770"/>
                  <a:gd name="connsiteX13" fmla="*/ 576286 w 2958082"/>
                  <a:gd name="connsiteY13" fmla="*/ 1351839 h 2786770"/>
                  <a:gd name="connsiteX14" fmla="*/ 520916 w 2958082"/>
                  <a:gd name="connsiteY14" fmla="*/ 1383534 h 2786770"/>
                  <a:gd name="connsiteX15" fmla="*/ 507036 w 2958082"/>
                  <a:gd name="connsiteY15" fmla="*/ 1391438 h 2786770"/>
                  <a:gd name="connsiteX16" fmla="*/ 493000 w 2958082"/>
                  <a:gd name="connsiteY16" fmla="*/ 1398996 h 2786770"/>
                  <a:gd name="connsiteX17" fmla="*/ 464969 w 2958082"/>
                  <a:gd name="connsiteY17" fmla="*/ 1414149 h 2786770"/>
                  <a:gd name="connsiteX18" fmla="*/ 436937 w 2958082"/>
                  <a:gd name="connsiteY18" fmla="*/ 1429341 h 2786770"/>
                  <a:gd name="connsiteX19" fmla="*/ 408598 w 2958082"/>
                  <a:gd name="connsiteY19" fmla="*/ 1443838 h 2786770"/>
                  <a:gd name="connsiteX20" fmla="*/ 351763 w 2958082"/>
                  <a:gd name="connsiteY20" fmla="*/ 1472641 h 2786770"/>
                  <a:gd name="connsiteX21" fmla="*/ 236320 w 2958082"/>
                  <a:gd name="connsiteY21" fmla="*/ 1526275 h 2786770"/>
                  <a:gd name="connsiteX22" fmla="*/ 207249 w 2958082"/>
                  <a:gd name="connsiteY22" fmla="*/ 1539231 h 2786770"/>
                  <a:gd name="connsiteX23" fmla="*/ 192674 w 2958082"/>
                  <a:gd name="connsiteY23" fmla="*/ 1545670 h 2786770"/>
                  <a:gd name="connsiteX24" fmla="*/ 177983 w 2958082"/>
                  <a:gd name="connsiteY24" fmla="*/ 1551685 h 2786770"/>
                  <a:gd name="connsiteX25" fmla="*/ 119143 w 2958082"/>
                  <a:gd name="connsiteY25" fmla="*/ 1575938 h 2786770"/>
                  <a:gd name="connsiteX26" fmla="*/ 89493 w 2958082"/>
                  <a:gd name="connsiteY26" fmla="*/ 1587428 h 2786770"/>
                  <a:gd name="connsiteX27" fmla="*/ 59765 w 2958082"/>
                  <a:gd name="connsiteY27" fmla="*/ 1598725 h 2786770"/>
                  <a:gd name="connsiteX28" fmla="*/ 29998 w 2958082"/>
                  <a:gd name="connsiteY28" fmla="*/ 1610061 h 2786770"/>
                  <a:gd name="connsiteX29" fmla="*/ 0 w 2958082"/>
                  <a:gd name="connsiteY29" fmla="*/ 1620626 h 2786770"/>
                  <a:gd name="connsiteX30" fmla="*/ 352419 w 2958082"/>
                  <a:gd name="connsiteY30" fmla="*/ 2786771 h 2786770"/>
                  <a:gd name="connsiteX31" fmla="*/ 394678 w 2958082"/>
                  <a:gd name="connsiteY31" fmla="*/ 2775589 h 2786770"/>
                  <a:gd name="connsiteX32" fmla="*/ 436668 w 2958082"/>
                  <a:gd name="connsiteY32" fmla="*/ 2763520 h 2786770"/>
                  <a:gd name="connsiteX33" fmla="*/ 478657 w 2958082"/>
                  <a:gd name="connsiteY33" fmla="*/ 2751375 h 2786770"/>
                  <a:gd name="connsiteX34" fmla="*/ 520531 w 2958082"/>
                  <a:gd name="connsiteY34" fmla="*/ 2738921 h 2786770"/>
                  <a:gd name="connsiteX35" fmla="*/ 603777 w 2958082"/>
                  <a:gd name="connsiteY35" fmla="*/ 2712393 h 2786770"/>
                  <a:gd name="connsiteX36" fmla="*/ 624599 w 2958082"/>
                  <a:gd name="connsiteY36" fmla="*/ 2705722 h 2786770"/>
                  <a:gd name="connsiteX37" fmla="*/ 645227 w 2958082"/>
                  <a:gd name="connsiteY37" fmla="*/ 2698628 h 2786770"/>
                  <a:gd name="connsiteX38" fmla="*/ 686484 w 2958082"/>
                  <a:gd name="connsiteY38" fmla="*/ 2684245 h 2786770"/>
                  <a:gd name="connsiteX39" fmla="*/ 850393 w 2958082"/>
                  <a:gd name="connsiteY39" fmla="*/ 2623748 h 2786770"/>
                  <a:gd name="connsiteX40" fmla="*/ 931250 w 2958082"/>
                  <a:gd name="connsiteY40" fmla="*/ 2590897 h 2786770"/>
                  <a:gd name="connsiteX41" fmla="*/ 971581 w 2958082"/>
                  <a:gd name="connsiteY41" fmla="*/ 2574201 h 2786770"/>
                  <a:gd name="connsiteX42" fmla="*/ 1011527 w 2958082"/>
                  <a:gd name="connsiteY42" fmla="*/ 2556735 h 2786770"/>
                  <a:gd name="connsiteX43" fmla="*/ 1051473 w 2958082"/>
                  <a:gd name="connsiteY43" fmla="*/ 2539191 h 2786770"/>
                  <a:gd name="connsiteX44" fmla="*/ 1071446 w 2958082"/>
                  <a:gd name="connsiteY44" fmla="*/ 2530399 h 2786770"/>
                  <a:gd name="connsiteX45" fmla="*/ 1091227 w 2958082"/>
                  <a:gd name="connsiteY45" fmla="*/ 2521223 h 2786770"/>
                  <a:gd name="connsiteX46" fmla="*/ 1170193 w 2958082"/>
                  <a:gd name="connsiteY46" fmla="*/ 2484207 h 2786770"/>
                  <a:gd name="connsiteX47" fmla="*/ 1248273 w 2958082"/>
                  <a:gd name="connsiteY47" fmla="*/ 2445572 h 2786770"/>
                  <a:gd name="connsiteX48" fmla="*/ 1287177 w 2958082"/>
                  <a:gd name="connsiteY48" fmla="*/ 2425946 h 2786770"/>
                  <a:gd name="connsiteX49" fmla="*/ 1325696 w 2958082"/>
                  <a:gd name="connsiteY49" fmla="*/ 2405665 h 2786770"/>
                  <a:gd name="connsiteX50" fmla="*/ 1478347 w 2958082"/>
                  <a:gd name="connsiteY50" fmla="*/ 2322071 h 2786770"/>
                  <a:gd name="connsiteX51" fmla="*/ 1553381 w 2958082"/>
                  <a:gd name="connsiteY51" fmla="*/ 2278154 h 2786770"/>
                  <a:gd name="connsiteX52" fmla="*/ 1590551 w 2958082"/>
                  <a:gd name="connsiteY52" fmla="*/ 2255713 h 2786770"/>
                  <a:gd name="connsiteX53" fmla="*/ 1627566 w 2958082"/>
                  <a:gd name="connsiteY53" fmla="*/ 2232964 h 2786770"/>
                  <a:gd name="connsiteX54" fmla="*/ 1916172 w 2958082"/>
                  <a:gd name="connsiteY54" fmla="*/ 2040367 h 2786770"/>
                  <a:gd name="connsiteX55" fmla="*/ 2190820 w 2958082"/>
                  <a:gd name="connsiteY55" fmla="*/ 1829109 h 2786770"/>
                  <a:gd name="connsiteX56" fmla="*/ 2451433 w 2958082"/>
                  <a:gd name="connsiteY56" fmla="*/ 1600075 h 2786770"/>
                  <a:gd name="connsiteX57" fmla="*/ 2652705 w 2958082"/>
                  <a:gd name="connsiteY57" fmla="*/ 1400229 h 2786770"/>
                  <a:gd name="connsiteX58" fmla="*/ 2750757 w 2958082"/>
                  <a:gd name="connsiteY58" fmla="*/ 1688797 h 2786770"/>
                  <a:gd name="connsiteX59" fmla="*/ 2958083 w 2958082"/>
                  <a:gd name="connsiteY59" fmla="*/ 0 h 2786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958082" h="2786770">
                    <a:moveTo>
                      <a:pt x="2958083" y="0"/>
                    </a:moveTo>
                    <a:lnTo>
                      <a:pt x="1281586" y="390052"/>
                    </a:lnTo>
                    <a:lnTo>
                      <a:pt x="1607285" y="457759"/>
                    </a:lnTo>
                    <a:cubicBezTo>
                      <a:pt x="1562481" y="513475"/>
                      <a:pt x="1515594" y="568575"/>
                      <a:pt x="1466973" y="622440"/>
                    </a:cubicBezTo>
                    <a:cubicBezTo>
                      <a:pt x="1409637" y="685790"/>
                      <a:pt x="1350026" y="747522"/>
                      <a:pt x="1288411" y="807286"/>
                    </a:cubicBezTo>
                    <a:cubicBezTo>
                      <a:pt x="1226796" y="867012"/>
                      <a:pt x="1163330" y="925004"/>
                      <a:pt x="1097858" y="980450"/>
                    </a:cubicBezTo>
                    <a:cubicBezTo>
                      <a:pt x="1032426" y="1035935"/>
                      <a:pt x="965219" y="1089144"/>
                      <a:pt x="896471" y="1140079"/>
                    </a:cubicBezTo>
                    <a:lnTo>
                      <a:pt x="870597" y="1159050"/>
                    </a:lnTo>
                    <a:cubicBezTo>
                      <a:pt x="861961" y="1165373"/>
                      <a:pt x="853401" y="1171813"/>
                      <a:pt x="844610" y="1177828"/>
                    </a:cubicBezTo>
                    <a:lnTo>
                      <a:pt x="792133" y="1214650"/>
                    </a:lnTo>
                    <a:cubicBezTo>
                      <a:pt x="756698" y="1238363"/>
                      <a:pt x="721417" y="1262539"/>
                      <a:pt x="685250" y="1285057"/>
                    </a:cubicBezTo>
                    <a:lnTo>
                      <a:pt x="658299" y="1302254"/>
                    </a:lnTo>
                    <a:cubicBezTo>
                      <a:pt x="649353" y="1308076"/>
                      <a:pt x="640099" y="1313320"/>
                      <a:pt x="631038" y="1318872"/>
                    </a:cubicBezTo>
                    <a:cubicBezTo>
                      <a:pt x="612800" y="1329784"/>
                      <a:pt x="594678" y="1341082"/>
                      <a:pt x="576286" y="1351839"/>
                    </a:cubicBezTo>
                    <a:lnTo>
                      <a:pt x="520916" y="1383534"/>
                    </a:lnTo>
                    <a:lnTo>
                      <a:pt x="507036" y="1391438"/>
                    </a:lnTo>
                    <a:lnTo>
                      <a:pt x="493000" y="1398996"/>
                    </a:lnTo>
                    <a:lnTo>
                      <a:pt x="464969" y="1414149"/>
                    </a:lnTo>
                    <a:lnTo>
                      <a:pt x="436937" y="1429341"/>
                    </a:lnTo>
                    <a:cubicBezTo>
                      <a:pt x="427568" y="1434353"/>
                      <a:pt x="418044" y="1438980"/>
                      <a:pt x="408598" y="1443838"/>
                    </a:cubicBezTo>
                    <a:cubicBezTo>
                      <a:pt x="389665" y="1453401"/>
                      <a:pt x="370772" y="1463194"/>
                      <a:pt x="351763" y="1472641"/>
                    </a:cubicBezTo>
                    <a:cubicBezTo>
                      <a:pt x="313399" y="1490686"/>
                      <a:pt x="275303" y="1509618"/>
                      <a:pt x="236320" y="1526275"/>
                    </a:cubicBezTo>
                    <a:lnTo>
                      <a:pt x="207249" y="1539231"/>
                    </a:lnTo>
                    <a:cubicBezTo>
                      <a:pt x="202390" y="1541351"/>
                      <a:pt x="197571" y="1543626"/>
                      <a:pt x="192674" y="1545670"/>
                    </a:cubicBezTo>
                    <a:lnTo>
                      <a:pt x="177983" y="1551685"/>
                    </a:lnTo>
                    <a:lnTo>
                      <a:pt x="119143" y="1575938"/>
                    </a:lnTo>
                    <a:cubicBezTo>
                      <a:pt x="109388" y="1580179"/>
                      <a:pt x="99402" y="1583611"/>
                      <a:pt x="89493" y="1587428"/>
                    </a:cubicBezTo>
                    <a:lnTo>
                      <a:pt x="59765" y="1598725"/>
                    </a:lnTo>
                    <a:lnTo>
                      <a:pt x="29998" y="1610061"/>
                    </a:lnTo>
                    <a:cubicBezTo>
                      <a:pt x="20089" y="1613879"/>
                      <a:pt x="9986" y="1617079"/>
                      <a:pt x="0" y="1620626"/>
                    </a:cubicBezTo>
                    <a:lnTo>
                      <a:pt x="352419" y="2786771"/>
                    </a:lnTo>
                    <a:cubicBezTo>
                      <a:pt x="366492" y="2783031"/>
                      <a:pt x="380682" y="2779638"/>
                      <a:pt x="394678" y="2775589"/>
                    </a:cubicBezTo>
                    <a:lnTo>
                      <a:pt x="436668" y="2763520"/>
                    </a:lnTo>
                    <a:lnTo>
                      <a:pt x="478657" y="2751375"/>
                    </a:lnTo>
                    <a:cubicBezTo>
                      <a:pt x="492615" y="2747249"/>
                      <a:pt x="506727" y="2743470"/>
                      <a:pt x="520531" y="2738921"/>
                    </a:cubicBezTo>
                    <a:lnTo>
                      <a:pt x="603777" y="2712393"/>
                    </a:lnTo>
                    <a:lnTo>
                      <a:pt x="624599" y="2705722"/>
                    </a:lnTo>
                    <a:cubicBezTo>
                      <a:pt x="631539" y="2703447"/>
                      <a:pt x="638363" y="2700979"/>
                      <a:pt x="645227" y="2698628"/>
                    </a:cubicBezTo>
                    <a:lnTo>
                      <a:pt x="686484" y="2684245"/>
                    </a:lnTo>
                    <a:cubicBezTo>
                      <a:pt x="741737" y="2665583"/>
                      <a:pt x="795911" y="2644377"/>
                      <a:pt x="850393" y="2623748"/>
                    </a:cubicBezTo>
                    <a:cubicBezTo>
                      <a:pt x="877461" y="2613029"/>
                      <a:pt x="904298" y="2601847"/>
                      <a:pt x="931250" y="2590897"/>
                    </a:cubicBezTo>
                    <a:cubicBezTo>
                      <a:pt x="944707" y="2585344"/>
                      <a:pt x="958240" y="2579946"/>
                      <a:pt x="971581" y="2574201"/>
                    </a:cubicBezTo>
                    <a:lnTo>
                      <a:pt x="1011527" y="2556735"/>
                    </a:lnTo>
                    <a:lnTo>
                      <a:pt x="1051473" y="2539191"/>
                    </a:lnTo>
                    <a:lnTo>
                      <a:pt x="1071446" y="2530399"/>
                    </a:lnTo>
                    <a:lnTo>
                      <a:pt x="1091227" y="2521223"/>
                    </a:lnTo>
                    <a:lnTo>
                      <a:pt x="1170193" y="2484207"/>
                    </a:lnTo>
                    <a:cubicBezTo>
                      <a:pt x="1196374" y="2471599"/>
                      <a:pt x="1222246" y="2458489"/>
                      <a:pt x="1248273" y="2445572"/>
                    </a:cubicBezTo>
                    <a:cubicBezTo>
                      <a:pt x="1261228" y="2439017"/>
                      <a:pt x="1274376" y="2432732"/>
                      <a:pt x="1287177" y="2425946"/>
                    </a:cubicBezTo>
                    <a:lnTo>
                      <a:pt x="1325696" y="2405665"/>
                    </a:lnTo>
                    <a:cubicBezTo>
                      <a:pt x="1377287" y="2378983"/>
                      <a:pt x="1427721" y="2350450"/>
                      <a:pt x="1478347" y="2322071"/>
                    </a:cubicBezTo>
                    <a:lnTo>
                      <a:pt x="1553381" y="2278154"/>
                    </a:lnTo>
                    <a:cubicBezTo>
                      <a:pt x="1565951" y="2270905"/>
                      <a:pt x="1578212" y="2263270"/>
                      <a:pt x="1590551" y="2255713"/>
                    </a:cubicBezTo>
                    <a:lnTo>
                      <a:pt x="1627566" y="2232964"/>
                    </a:lnTo>
                    <a:cubicBezTo>
                      <a:pt x="1725966" y="2171927"/>
                      <a:pt x="1822245" y="2107689"/>
                      <a:pt x="1916172" y="2040367"/>
                    </a:cubicBezTo>
                    <a:cubicBezTo>
                      <a:pt x="2010176" y="1973084"/>
                      <a:pt x="2101558" y="1902446"/>
                      <a:pt x="2190820" y="1829109"/>
                    </a:cubicBezTo>
                    <a:cubicBezTo>
                      <a:pt x="2280042" y="1755694"/>
                      <a:pt x="2366875" y="1679388"/>
                      <a:pt x="2451433" y="1600075"/>
                    </a:cubicBezTo>
                    <a:cubicBezTo>
                      <a:pt x="2520026" y="1535568"/>
                      <a:pt x="2587041" y="1469055"/>
                      <a:pt x="2652705" y="1400229"/>
                    </a:cubicBezTo>
                    <a:lnTo>
                      <a:pt x="2750757" y="1688797"/>
                    </a:lnTo>
                    <a:lnTo>
                      <a:pt x="2958083" y="0"/>
                    </a:lnTo>
                    <a:close/>
                  </a:path>
                </a:pathLst>
              </a:custGeom>
              <a:solidFill>
                <a:srgbClr val="0823A8"/>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8" name="任意多边形: 形状 5"/>
              <p:cNvSpPr/>
              <p:nvPr>
                <p:custDataLst>
                  <p:tags r:id="rId2"/>
                </p:custDataLst>
              </p:nvPr>
            </p:nvSpPr>
            <p:spPr>
              <a:xfrm>
                <a:off x="6454765" y="3234496"/>
                <a:ext cx="2468399" cy="1340805"/>
              </a:xfrm>
              <a:custGeom>
                <a:avLst/>
                <a:gdLst>
                  <a:gd name="connsiteX0" fmla="*/ 2712161 w 2767680"/>
                  <a:gd name="connsiteY0" fmla="*/ 1145208 h 1503371"/>
                  <a:gd name="connsiteX1" fmla="*/ 2549986 w 2767680"/>
                  <a:gd name="connsiteY1" fmla="*/ 1209985 h 1503371"/>
                  <a:gd name="connsiteX2" fmla="*/ 2509154 w 2767680"/>
                  <a:gd name="connsiteY2" fmla="*/ 1225447 h 1503371"/>
                  <a:gd name="connsiteX3" fmla="*/ 2488718 w 2767680"/>
                  <a:gd name="connsiteY3" fmla="*/ 1233120 h 1503371"/>
                  <a:gd name="connsiteX4" fmla="*/ 2468089 w 2767680"/>
                  <a:gd name="connsiteY4" fmla="*/ 1240368 h 1503371"/>
                  <a:gd name="connsiteX5" fmla="*/ 2385614 w 2767680"/>
                  <a:gd name="connsiteY5" fmla="*/ 1269132 h 1503371"/>
                  <a:gd name="connsiteX6" fmla="*/ 2375320 w 2767680"/>
                  <a:gd name="connsiteY6" fmla="*/ 1272719 h 1503371"/>
                  <a:gd name="connsiteX7" fmla="*/ 2364908 w 2767680"/>
                  <a:gd name="connsiteY7" fmla="*/ 1276073 h 1503371"/>
                  <a:gd name="connsiteX8" fmla="*/ 2344087 w 2767680"/>
                  <a:gd name="connsiteY8" fmla="*/ 1282744 h 1503371"/>
                  <a:gd name="connsiteX9" fmla="*/ 2302445 w 2767680"/>
                  <a:gd name="connsiteY9" fmla="*/ 1296046 h 1503371"/>
                  <a:gd name="connsiteX10" fmla="*/ 2260841 w 2767680"/>
                  <a:gd name="connsiteY10" fmla="*/ 1309271 h 1503371"/>
                  <a:gd name="connsiteX11" fmla="*/ 2218890 w 2767680"/>
                  <a:gd name="connsiteY11" fmla="*/ 1321571 h 1503371"/>
                  <a:gd name="connsiteX12" fmla="*/ 2134949 w 2767680"/>
                  <a:gd name="connsiteY12" fmla="*/ 1345747 h 1503371"/>
                  <a:gd name="connsiteX13" fmla="*/ 2050354 w 2767680"/>
                  <a:gd name="connsiteY13" fmla="*/ 1367648 h 1503371"/>
                  <a:gd name="connsiteX14" fmla="*/ 2008056 w 2767680"/>
                  <a:gd name="connsiteY14" fmla="*/ 1378406 h 1503371"/>
                  <a:gd name="connsiteX15" fmla="*/ 1965488 w 2767680"/>
                  <a:gd name="connsiteY15" fmla="*/ 1388161 h 1503371"/>
                  <a:gd name="connsiteX16" fmla="*/ 1880313 w 2767680"/>
                  <a:gd name="connsiteY16" fmla="*/ 1407363 h 1503371"/>
                  <a:gd name="connsiteX17" fmla="*/ 1794676 w 2767680"/>
                  <a:gd name="connsiteY17" fmla="*/ 1424251 h 1503371"/>
                  <a:gd name="connsiteX18" fmla="*/ 1751877 w 2767680"/>
                  <a:gd name="connsiteY18" fmla="*/ 1432502 h 1503371"/>
                  <a:gd name="connsiteX19" fmla="*/ 1708846 w 2767680"/>
                  <a:gd name="connsiteY19" fmla="*/ 1439713 h 1503371"/>
                  <a:gd name="connsiteX20" fmla="*/ 1622862 w 2767680"/>
                  <a:gd name="connsiteY20" fmla="*/ 1453902 h 1503371"/>
                  <a:gd name="connsiteX21" fmla="*/ 1536570 w 2767680"/>
                  <a:gd name="connsiteY21" fmla="*/ 1465624 h 1503371"/>
                  <a:gd name="connsiteX22" fmla="*/ 1493463 w 2767680"/>
                  <a:gd name="connsiteY22" fmla="*/ 1471369 h 1503371"/>
                  <a:gd name="connsiteX23" fmla="*/ 1450238 w 2767680"/>
                  <a:gd name="connsiteY23" fmla="*/ 1476034 h 1503371"/>
                  <a:gd name="connsiteX24" fmla="*/ 1363792 w 2767680"/>
                  <a:gd name="connsiteY24" fmla="*/ 1484980 h 1503371"/>
                  <a:gd name="connsiteX25" fmla="*/ 1352996 w 2767680"/>
                  <a:gd name="connsiteY25" fmla="*/ 1486098 h 1503371"/>
                  <a:gd name="connsiteX26" fmla="*/ 1342161 w 2767680"/>
                  <a:gd name="connsiteY26" fmla="*/ 1486908 h 1503371"/>
                  <a:gd name="connsiteX27" fmla="*/ 1320530 w 2767680"/>
                  <a:gd name="connsiteY27" fmla="*/ 1488527 h 1503371"/>
                  <a:gd name="connsiteX28" fmla="*/ 1277268 w 2767680"/>
                  <a:gd name="connsiteY28" fmla="*/ 1491689 h 1503371"/>
                  <a:gd name="connsiteX29" fmla="*/ 1234006 w 2767680"/>
                  <a:gd name="connsiteY29" fmla="*/ 1494773 h 1503371"/>
                  <a:gd name="connsiteX30" fmla="*/ 1212375 w 2767680"/>
                  <a:gd name="connsiteY30" fmla="*/ 1496277 h 1503371"/>
                  <a:gd name="connsiteX31" fmla="*/ 1190745 w 2767680"/>
                  <a:gd name="connsiteY31" fmla="*/ 1497202 h 1503371"/>
                  <a:gd name="connsiteX32" fmla="*/ 1104259 w 2767680"/>
                  <a:gd name="connsiteY32" fmla="*/ 1500750 h 1503371"/>
                  <a:gd name="connsiteX33" fmla="*/ 1082667 w 2767680"/>
                  <a:gd name="connsiteY33" fmla="*/ 1501598 h 1503371"/>
                  <a:gd name="connsiteX34" fmla="*/ 1071870 w 2767680"/>
                  <a:gd name="connsiteY34" fmla="*/ 1502022 h 1503371"/>
                  <a:gd name="connsiteX35" fmla="*/ 1061074 w 2767680"/>
                  <a:gd name="connsiteY35" fmla="*/ 1502138 h 1503371"/>
                  <a:gd name="connsiteX36" fmla="*/ 1017889 w 2767680"/>
                  <a:gd name="connsiteY36" fmla="*/ 1502601 h 1503371"/>
                  <a:gd name="connsiteX37" fmla="*/ 931596 w 2767680"/>
                  <a:gd name="connsiteY37" fmla="*/ 1503372 h 1503371"/>
                  <a:gd name="connsiteX38" fmla="*/ 845497 w 2767680"/>
                  <a:gd name="connsiteY38" fmla="*/ 1501598 h 1503371"/>
                  <a:gd name="connsiteX39" fmla="*/ 802467 w 2767680"/>
                  <a:gd name="connsiteY39" fmla="*/ 1500596 h 1503371"/>
                  <a:gd name="connsiteX40" fmla="*/ 780990 w 2767680"/>
                  <a:gd name="connsiteY40" fmla="*/ 1500017 h 1503371"/>
                  <a:gd name="connsiteX41" fmla="*/ 759552 w 2767680"/>
                  <a:gd name="connsiteY41" fmla="*/ 1498899 h 1503371"/>
                  <a:gd name="connsiteX42" fmla="*/ 673837 w 2767680"/>
                  <a:gd name="connsiteY42" fmla="*/ 1494272 h 1503371"/>
                  <a:gd name="connsiteX43" fmla="*/ 631038 w 2767680"/>
                  <a:gd name="connsiteY43" fmla="*/ 1491766 h 1503371"/>
                  <a:gd name="connsiteX44" fmla="*/ 588393 w 2767680"/>
                  <a:gd name="connsiteY44" fmla="*/ 1488141 h 1503371"/>
                  <a:gd name="connsiteX45" fmla="*/ 503219 w 2767680"/>
                  <a:gd name="connsiteY45" fmla="*/ 1480777 h 1503371"/>
                  <a:gd name="connsiteX46" fmla="*/ 481973 w 2767680"/>
                  <a:gd name="connsiteY46" fmla="*/ 1478810 h 1503371"/>
                  <a:gd name="connsiteX47" fmla="*/ 460805 w 2767680"/>
                  <a:gd name="connsiteY47" fmla="*/ 1476343 h 1503371"/>
                  <a:gd name="connsiteX48" fmla="*/ 418468 w 2767680"/>
                  <a:gd name="connsiteY48" fmla="*/ 1471369 h 1503371"/>
                  <a:gd name="connsiteX49" fmla="*/ 333873 w 2767680"/>
                  <a:gd name="connsiteY49" fmla="*/ 1461266 h 1503371"/>
                  <a:gd name="connsiteX50" fmla="*/ 249893 w 2767680"/>
                  <a:gd name="connsiteY50" fmla="*/ 1448658 h 1503371"/>
                  <a:gd name="connsiteX51" fmla="*/ 207942 w 2767680"/>
                  <a:gd name="connsiteY51" fmla="*/ 1442296 h 1503371"/>
                  <a:gd name="connsiteX52" fmla="*/ 166107 w 2767680"/>
                  <a:gd name="connsiteY52" fmla="*/ 1435510 h 1503371"/>
                  <a:gd name="connsiteX53" fmla="*/ 82899 w 2767680"/>
                  <a:gd name="connsiteY53" fmla="*/ 1420279 h 1503371"/>
                  <a:gd name="connsiteX54" fmla="*/ 41334 w 2767680"/>
                  <a:gd name="connsiteY54" fmla="*/ 1412606 h 1503371"/>
                  <a:gd name="connsiteX55" fmla="*/ 20590 w 2767680"/>
                  <a:gd name="connsiteY55" fmla="*/ 1408673 h 1503371"/>
                  <a:gd name="connsiteX56" fmla="*/ 0 w 2767680"/>
                  <a:gd name="connsiteY56" fmla="*/ 1404239 h 1503371"/>
                  <a:gd name="connsiteX57" fmla="*/ 176826 w 2767680"/>
                  <a:gd name="connsiteY57" fmla="*/ 349411 h 1503371"/>
                  <a:gd name="connsiteX58" fmla="*/ 193367 w 2767680"/>
                  <a:gd name="connsiteY58" fmla="*/ 351648 h 1503371"/>
                  <a:gd name="connsiteX59" fmla="*/ 209909 w 2767680"/>
                  <a:gd name="connsiteY59" fmla="*/ 353383 h 1503371"/>
                  <a:gd name="connsiteX60" fmla="*/ 242992 w 2767680"/>
                  <a:gd name="connsiteY60" fmla="*/ 356660 h 1503371"/>
                  <a:gd name="connsiteX61" fmla="*/ 309080 w 2767680"/>
                  <a:gd name="connsiteY61" fmla="*/ 363331 h 1503371"/>
                  <a:gd name="connsiteX62" fmla="*/ 342124 w 2767680"/>
                  <a:gd name="connsiteY62" fmla="*/ 365914 h 1503371"/>
                  <a:gd name="connsiteX63" fmla="*/ 375129 w 2767680"/>
                  <a:gd name="connsiteY63" fmla="*/ 368151 h 1503371"/>
                  <a:gd name="connsiteX64" fmla="*/ 441064 w 2767680"/>
                  <a:gd name="connsiteY64" fmla="*/ 372739 h 1503371"/>
                  <a:gd name="connsiteX65" fmla="*/ 506882 w 2767680"/>
                  <a:gd name="connsiteY65" fmla="*/ 375091 h 1503371"/>
                  <a:gd name="connsiteX66" fmla="*/ 539733 w 2767680"/>
                  <a:gd name="connsiteY66" fmla="*/ 376325 h 1503371"/>
                  <a:gd name="connsiteX67" fmla="*/ 556159 w 2767680"/>
                  <a:gd name="connsiteY67" fmla="*/ 376942 h 1503371"/>
                  <a:gd name="connsiteX68" fmla="*/ 572546 w 2767680"/>
                  <a:gd name="connsiteY68" fmla="*/ 377096 h 1503371"/>
                  <a:gd name="connsiteX69" fmla="*/ 638056 w 2767680"/>
                  <a:gd name="connsiteY69" fmla="*/ 377366 h 1503371"/>
                  <a:gd name="connsiteX70" fmla="*/ 670753 w 2767680"/>
                  <a:gd name="connsiteY70" fmla="*/ 377559 h 1503371"/>
                  <a:gd name="connsiteX71" fmla="*/ 703372 w 2767680"/>
                  <a:gd name="connsiteY71" fmla="*/ 376710 h 1503371"/>
                  <a:gd name="connsiteX72" fmla="*/ 768535 w 2767680"/>
                  <a:gd name="connsiteY72" fmla="*/ 374937 h 1503371"/>
                  <a:gd name="connsiteX73" fmla="*/ 784807 w 2767680"/>
                  <a:gd name="connsiteY73" fmla="*/ 374513 h 1503371"/>
                  <a:gd name="connsiteX74" fmla="*/ 801040 w 2767680"/>
                  <a:gd name="connsiteY74" fmla="*/ 373587 h 1503371"/>
                  <a:gd name="connsiteX75" fmla="*/ 833467 w 2767680"/>
                  <a:gd name="connsiteY75" fmla="*/ 371621 h 1503371"/>
                  <a:gd name="connsiteX76" fmla="*/ 898244 w 2767680"/>
                  <a:gd name="connsiteY76" fmla="*/ 367765 h 1503371"/>
                  <a:gd name="connsiteX77" fmla="*/ 962674 w 2767680"/>
                  <a:gd name="connsiteY77" fmla="*/ 361827 h 1503371"/>
                  <a:gd name="connsiteX78" fmla="*/ 994870 w 2767680"/>
                  <a:gd name="connsiteY78" fmla="*/ 358935 h 1503371"/>
                  <a:gd name="connsiteX79" fmla="*/ 1002928 w 2767680"/>
                  <a:gd name="connsiteY79" fmla="*/ 358203 h 1503371"/>
                  <a:gd name="connsiteX80" fmla="*/ 1010949 w 2767680"/>
                  <a:gd name="connsiteY80" fmla="*/ 357200 h 1503371"/>
                  <a:gd name="connsiteX81" fmla="*/ 1026950 w 2767680"/>
                  <a:gd name="connsiteY81" fmla="*/ 355195 h 1503371"/>
                  <a:gd name="connsiteX82" fmla="*/ 1090918 w 2767680"/>
                  <a:gd name="connsiteY82" fmla="*/ 347291 h 1503371"/>
                  <a:gd name="connsiteX83" fmla="*/ 1106881 w 2767680"/>
                  <a:gd name="connsiteY83" fmla="*/ 345363 h 1503371"/>
                  <a:gd name="connsiteX84" fmla="*/ 1122767 w 2767680"/>
                  <a:gd name="connsiteY84" fmla="*/ 342895 h 1503371"/>
                  <a:gd name="connsiteX85" fmla="*/ 1154538 w 2767680"/>
                  <a:gd name="connsiteY85" fmla="*/ 337921 h 1503371"/>
                  <a:gd name="connsiteX86" fmla="*/ 1186271 w 2767680"/>
                  <a:gd name="connsiteY86" fmla="*/ 332986 h 1503371"/>
                  <a:gd name="connsiteX87" fmla="*/ 1202119 w 2767680"/>
                  <a:gd name="connsiteY87" fmla="*/ 330557 h 1503371"/>
                  <a:gd name="connsiteX88" fmla="*/ 1210062 w 2767680"/>
                  <a:gd name="connsiteY88" fmla="*/ 329323 h 1503371"/>
                  <a:gd name="connsiteX89" fmla="*/ 1217927 w 2767680"/>
                  <a:gd name="connsiteY89" fmla="*/ 327819 h 1503371"/>
                  <a:gd name="connsiteX90" fmla="*/ 2179638 w 2767680"/>
                  <a:gd name="connsiteY90" fmla="*/ 0 h 1503371"/>
                  <a:gd name="connsiteX91" fmla="*/ 2767376 w 2767680"/>
                  <a:gd name="connsiteY91" fmla="*/ 405243 h 1503371"/>
                  <a:gd name="connsiteX92" fmla="*/ 2712161 w 2767680"/>
                  <a:gd name="connsiteY92" fmla="*/ 1145208 h 150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767680" h="1503371">
                    <a:moveTo>
                      <a:pt x="2712161" y="1145208"/>
                    </a:moveTo>
                    <a:cubicBezTo>
                      <a:pt x="2658218" y="1167224"/>
                      <a:pt x="2604700" y="1189857"/>
                      <a:pt x="2549986" y="1209985"/>
                    </a:cubicBezTo>
                    <a:lnTo>
                      <a:pt x="2509154" y="1225447"/>
                    </a:lnTo>
                    <a:lnTo>
                      <a:pt x="2488718" y="1233120"/>
                    </a:lnTo>
                    <a:lnTo>
                      <a:pt x="2468089" y="1240368"/>
                    </a:lnTo>
                    <a:lnTo>
                      <a:pt x="2385614" y="1269132"/>
                    </a:lnTo>
                    <a:lnTo>
                      <a:pt x="2375320" y="1272719"/>
                    </a:lnTo>
                    <a:lnTo>
                      <a:pt x="2364908" y="1276073"/>
                    </a:lnTo>
                    <a:lnTo>
                      <a:pt x="2344087" y="1282744"/>
                    </a:lnTo>
                    <a:lnTo>
                      <a:pt x="2302445" y="1296046"/>
                    </a:lnTo>
                    <a:lnTo>
                      <a:pt x="2260841" y="1309271"/>
                    </a:lnTo>
                    <a:cubicBezTo>
                      <a:pt x="2246922" y="1313551"/>
                      <a:pt x="2232886" y="1317446"/>
                      <a:pt x="2218890" y="1321571"/>
                    </a:cubicBezTo>
                    <a:lnTo>
                      <a:pt x="2134949" y="1345747"/>
                    </a:lnTo>
                    <a:lnTo>
                      <a:pt x="2050354" y="1367648"/>
                    </a:lnTo>
                    <a:cubicBezTo>
                      <a:pt x="2036241" y="1371234"/>
                      <a:pt x="2022206" y="1374974"/>
                      <a:pt x="2008056" y="1378406"/>
                    </a:cubicBezTo>
                    <a:lnTo>
                      <a:pt x="1965488" y="1388161"/>
                    </a:lnTo>
                    <a:cubicBezTo>
                      <a:pt x="1937109" y="1394600"/>
                      <a:pt x="1908769" y="1401193"/>
                      <a:pt x="1880313" y="1407363"/>
                    </a:cubicBezTo>
                    <a:lnTo>
                      <a:pt x="1794676" y="1424251"/>
                    </a:lnTo>
                    <a:cubicBezTo>
                      <a:pt x="1780410" y="1426988"/>
                      <a:pt x="1766182" y="1429919"/>
                      <a:pt x="1751877" y="1432502"/>
                    </a:cubicBezTo>
                    <a:lnTo>
                      <a:pt x="1708846" y="1439713"/>
                    </a:lnTo>
                    <a:lnTo>
                      <a:pt x="1622862" y="1453902"/>
                    </a:lnTo>
                    <a:lnTo>
                      <a:pt x="1536570" y="1465624"/>
                    </a:lnTo>
                    <a:lnTo>
                      <a:pt x="1493463" y="1471369"/>
                    </a:lnTo>
                    <a:cubicBezTo>
                      <a:pt x="1479080" y="1473104"/>
                      <a:pt x="1464620" y="1474492"/>
                      <a:pt x="1450238" y="1476034"/>
                    </a:cubicBezTo>
                    <a:lnTo>
                      <a:pt x="1363792" y="1484980"/>
                    </a:lnTo>
                    <a:lnTo>
                      <a:pt x="1352996" y="1486098"/>
                    </a:lnTo>
                    <a:lnTo>
                      <a:pt x="1342161" y="1486908"/>
                    </a:lnTo>
                    <a:lnTo>
                      <a:pt x="1320530" y="1488527"/>
                    </a:lnTo>
                    <a:lnTo>
                      <a:pt x="1277268" y="1491689"/>
                    </a:lnTo>
                    <a:lnTo>
                      <a:pt x="1234006" y="1494773"/>
                    </a:lnTo>
                    <a:lnTo>
                      <a:pt x="1212375" y="1496277"/>
                    </a:lnTo>
                    <a:lnTo>
                      <a:pt x="1190745" y="1497202"/>
                    </a:lnTo>
                    <a:lnTo>
                      <a:pt x="1104259" y="1500750"/>
                    </a:lnTo>
                    <a:lnTo>
                      <a:pt x="1082667" y="1501598"/>
                    </a:lnTo>
                    <a:lnTo>
                      <a:pt x="1071870" y="1502022"/>
                    </a:lnTo>
                    <a:lnTo>
                      <a:pt x="1061074" y="1502138"/>
                    </a:lnTo>
                    <a:lnTo>
                      <a:pt x="1017889" y="1502601"/>
                    </a:lnTo>
                    <a:lnTo>
                      <a:pt x="931596" y="1503372"/>
                    </a:lnTo>
                    <a:lnTo>
                      <a:pt x="845497" y="1501598"/>
                    </a:lnTo>
                    <a:lnTo>
                      <a:pt x="802467" y="1500596"/>
                    </a:lnTo>
                    <a:cubicBezTo>
                      <a:pt x="795295" y="1500403"/>
                      <a:pt x="788123" y="1500326"/>
                      <a:pt x="780990" y="1500017"/>
                    </a:cubicBezTo>
                    <a:lnTo>
                      <a:pt x="759552" y="1498899"/>
                    </a:lnTo>
                    <a:lnTo>
                      <a:pt x="673837" y="1494272"/>
                    </a:lnTo>
                    <a:cubicBezTo>
                      <a:pt x="659571" y="1493424"/>
                      <a:pt x="645266" y="1492807"/>
                      <a:pt x="631038" y="1491766"/>
                    </a:cubicBezTo>
                    <a:lnTo>
                      <a:pt x="588393" y="1488141"/>
                    </a:lnTo>
                    <a:lnTo>
                      <a:pt x="503219" y="1480777"/>
                    </a:lnTo>
                    <a:cubicBezTo>
                      <a:pt x="496124" y="1480121"/>
                      <a:pt x="489029" y="1479620"/>
                      <a:pt x="481973" y="1478810"/>
                    </a:cubicBezTo>
                    <a:lnTo>
                      <a:pt x="460805" y="1476343"/>
                    </a:lnTo>
                    <a:lnTo>
                      <a:pt x="418468" y="1471369"/>
                    </a:lnTo>
                    <a:lnTo>
                      <a:pt x="333873" y="1461266"/>
                    </a:lnTo>
                    <a:lnTo>
                      <a:pt x="249893" y="1448658"/>
                    </a:lnTo>
                    <a:lnTo>
                      <a:pt x="207942" y="1442296"/>
                    </a:lnTo>
                    <a:cubicBezTo>
                      <a:pt x="193984" y="1440137"/>
                      <a:pt x="179949" y="1438209"/>
                      <a:pt x="166107" y="1435510"/>
                    </a:cubicBezTo>
                    <a:lnTo>
                      <a:pt x="82899" y="1420279"/>
                    </a:lnTo>
                    <a:lnTo>
                      <a:pt x="41334" y="1412606"/>
                    </a:lnTo>
                    <a:cubicBezTo>
                      <a:pt x="34432" y="1411295"/>
                      <a:pt x="27453" y="1410139"/>
                      <a:pt x="20590" y="1408673"/>
                    </a:cubicBezTo>
                    <a:lnTo>
                      <a:pt x="0" y="1404239"/>
                    </a:lnTo>
                    <a:lnTo>
                      <a:pt x="176826" y="349411"/>
                    </a:lnTo>
                    <a:lnTo>
                      <a:pt x="193367" y="351648"/>
                    </a:lnTo>
                    <a:cubicBezTo>
                      <a:pt x="198881" y="352419"/>
                      <a:pt x="204395" y="352805"/>
                      <a:pt x="209909" y="353383"/>
                    </a:cubicBezTo>
                    <a:lnTo>
                      <a:pt x="242992" y="356660"/>
                    </a:lnTo>
                    <a:lnTo>
                      <a:pt x="309080" y="363331"/>
                    </a:lnTo>
                    <a:cubicBezTo>
                      <a:pt x="320069" y="364642"/>
                      <a:pt x="331096" y="365143"/>
                      <a:pt x="342124" y="365914"/>
                    </a:cubicBezTo>
                    <a:lnTo>
                      <a:pt x="375129" y="368151"/>
                    </a:lnTo>
                    <a:lnTo>
                      <a:pt x="441064" y="372739"/>
                    </a:lnTo>
                    <a:lnTo>
                      <a:pt x="506882" y="375091"/>
                    </a:lnTo>
                    <a:lnTo>
                      <a:pt x="539733" y="376325"/>
                    </a:lnTo>
                    <a:lnTo>
                      <a:pt x="556159" y="376942"/>
                    </a:lnTo>
                    <a:cubicBezTo>
                      <a:pt x="561634" y="377135"/>
                      <a:pt x="567109" y="377019"/>
                      <a:pt x="572546" y="377096"/>
                    </a:cubicBezTo>
                    <a:lnTo>
                      <a:pt x="638056" y="377366"/>
                    </a:lnTo>
                    <a:lnTo>
                      <a:pt x="670753" y="377559"/>
                    </a:lnTo>
                    <a:cubicBezTo>
                      <a:pt x="681626" y="377482"/>
                      <a:pt x="692499" y="376980"/>
                      <a:pt x="703372" y="376710"/>
                    </a:cubicBezTo>
                    <a:lnTo>
                      <a:pt x="768535" y="374937"/>
                    </a:lnTo>
                    <a:lnTo>
                      <a:pt x="784807" y="374513"/>
                    </a:lnTo>
                    <a:cubicBezTo>
                      <a:pt x="790243" y="374281"/>
                      <a:pt x="795642" y="373857"/>
                      <a:pt x="801040" y="373587"/>
                    </a:cubicBezTo>
                    <a:lnTo>
                      <a:pt x="833467" y="371621"/>
                    </a:lnTo>
                    <a:lnTo>
                      <a:pt x="898244" y="367765"/>
                    </a:lnTo>
                    <a:lnTo>
                      <a:pt x="962674" y="361827"/>
                    </a:lnTo>
                    <a:lnTo>
                      <a:pt x="994870" y="358935"/>
                    </a:lnTo>
                    <a:lnTo>
                      <a:pt x="1002928" y="358203"/>
                    </a:lnTo>
                    <a:lnTo>
                      <a:pt x="1010949" y="357200"/>
                    </a:lnTo>
                    <a:lnTo>
                      <a:pt x="1026950" y="355195"/>
                    </a:lnTo>
                    <a:lnTo>
                      <a:pt x="1090918" y="347291"/>
                    </a:lnTo>
                    <a:lnTo>
                      <a:pt x="1106881" y="345363"/>
                    </a:lnTo>
                    <a:lnTo>
                      <a:pt x="1122767" y="342895"/>
                    </a:lnTo>
                    <a:lnTo>
                      <a:pt x="1154538" y="337921"/>
                    </a:lnTo>
                    <a:lnTo>
                      <a:pt x="1186271" y="332986"/>
                    </a:lnTo>
                    <a:lnTo>
                      <a:pt x="1202119" y="330557"/>
                    </a:lnTo>
                    <a:lnTo>
                      <a:pt x="1210062" y="329323"/>
                    </a:lnTo>
                    <a:lnTo>
                      <a:pt x="1217927" y="327819"/>
                    </a:lnTo>
                    <a:cubicBezTo>
                      <a:pt x="1555039" y="268594"/>
                      <a:pt x="1878540" y="157933"/>
                      <a:pt x="2179638" y="0"/>
                    </a:cubicBezTo>
                    <a:cubicBezTo>
                      <a:pt x="2358740" y="143320"/>
                      <a:pt x="2555115" y="279082"/>
                      <a:pt x="2767376" y="405243"/>
                    </a:cubicBezTo>
                    <a:cubicBezTo>
                      <a:pt x="2770306" y="652052"/>
                      <a:pt x="2752107" y="899632"/>
                      <a:pt x="2712161" y="1145208"/>
                    </a:cubicBezTo>
                    <a:close/>
                  </a:path>
                </a:pathLst>
              </a:custGeom>
              <a:solidFill>
                <a:srgbClr val="0A2EE0"/>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9" name="任意多边形: 形状 8"/>
              <p:cNvSpPr/>
              <p:nvPr>
                <p:custDataLst>
                  <p:tags r:id="rId3"/>
                </p:custDataLst>
              </p:nvPr>
            </p:nvSpPr>
            <p:spPr>
              <a:xfrm>
                <a:off x="4840812" y="3122458"/>
                <a:ext cx="2511526" cy="1441804"/>
              </a:xfrm>
              <a:custGeom>
                <a:avLst/>
                <a:gdLst>
                  <a:gd name="connsiteX0" fmla="*/ 2432887 w 2816036"/>
                  <a:gd name="connsiteY0" fmla="*/ 1616616 h 1616616"/>
                  <a:gd name="connsiteX1" fmla="*/ 1760977 w 2816036"/>
                  <a:gd name="connsiteY1" fmla="*/ 1519296 h 1616616"/>
                  <a:gd name="connsiteX2" fmla="*/ 1118873 w 2816036"/>
                  <a:gd name="connsiteY2" fmla="*/ 1338575 h 1616616"/>
                  <a:gd name="connsiteX3" fmla="*/ 1040832 w 2816036"/>
                  <a:gd name="connsiteY3" fmla="*/ 1311315 h 1616616"/>
                  <a:gd name="connsiteX4" fmla="*/ 1031076 w 2816036"/>
                  <a:gd name="connsiteY4" fmla="*/ 1307922 h 1616616"/>
                  <a:gd name="connsiteX5" fmla="*/ 1021437 w 2816036"/>
                  <a:gd name="connsiteY5" fmla="*/ 1304259 h 1616616"/>
                  <a:gd name="connsiteX6" fmla="*/ 1002196 w 2816036"/>
                  <a:gd name="connsiteY6" fmla="*/ 1296933 h 1616616"/>
                  <a:gd name="connsiteX7" fmla="*/ 963716 w 2816036"/>
                  <a:gd name="connsiteY7" fmla="*/ 1282242 h 1616616"/>
                  <a:gd name="connsiteX8" fmla="*/ 886870 w 2816036"/>
                  <a:gd name="connsiteY8" fmla="*/ 1252861 h 1616616"/>
                  <a:gd name="connsiteX9" fmla="*/ 867668 w 2816036"/>
                  <a:gd name="connsiteY9" fmla="*/ 1245497 h 1616616"/>
                  <a:gd name="connsiteX10" fmla="*/ 848697 w 2816036"/>
                  <a:gd name="connsiteY10" fmla="*/ 1237708 h 1616616"/>
                  <a:gd name="connsiteX11" fmla="*/ 810834 w 2816036"/>
                  <a:gd name="connsiteY11" fmla="*/ 1222015 h 1616616"/>
                  <a:gd name="connsiteX12" fmla="*/ 735183 w 2816036"/>
                  <a:gd name="connsiteY12" fmla="*/ 1190552 h 1616616"/>
                  <a:gd name="connsiteX13" fmla="*/ 697435 w 2816036"/>
                  <a:gd name="connsiteY13" fmla="*/ 1174781 h 1616616"/>
                  <a:gd name="connsiteX14" fmla="*/ 660188 w 2816036"/>
                  <a:gd name="connsiteY14" fmla="*/ 1158086 h 1616616"/>
                  <a:gd name="connsiteX15" fmla="*/ 514246 w 2816036"/>
                  <a:gd name="connsiteY15" fmla="*/ 1092345 h 1616616"/>
                  <a:gd name="connsiteX16" fmla="*/ 387545 w 2816036"/>
                  <a:gd name="connsiteY16" fmla="*/ 1034354 h 1616616"/>
                  <a:gd name="connsiteX17" fmla="*/ 259495 w 2816036"/>
                  <a:gd name="connsiteY17" fmla="*/ 979987 h 1616616"/>
                  <a:gd name="connsiteX18" fmla="*/ 243454 w 2816036"/>
                  <a:gd name="connsiteY18" fmla="*/ 973201 h 1616616"/>
                  <a:gd name="connsiteX19" fmla="*/ 227299 w 2816036"/>
                  <a:gd name="connsiteY19" fmla="*/ 966877 h 1616616"/>
                  <a:gd name="connsiteX20" fmla="*/ 194987 w 2816036"/>
                  <a:gd name="connsiteY20" fmla="*/ 954230 h 1616616"/>
                  <a:gd name="connsiteX21" fmla="*/ 130287 w 2816036"/>
                  <a:gd name="connsiteY21" fmla="*/ 928859 h 1616616"/>
                  <a:gd name="connsiteX22" fmla="*/ 97899 w 2816036"/>
                  <a:gd name="connsiteY22" fmla="*/ 916328 h 1616616"/>
                  <a:gd name="connsiteX23" fmla="*/ 65279 w 2816036"/>
                  <a:gd name="connsiteY23" fmla="*/ 904606 h 1616616"/>
                  <a:gd name="connsiteX24" fmla="*/ 0 w 2816036"/>
                  <a:gd name="connsiteY24" fmla="*/ 881125 h 1616616"/>
                  <a:gd name="connsiteX25" fmla="*/ 267630 w 2816036"/>
                  <a:gd name="connsiteY25" fmla="*/ 0 h 1616616"/>
                  <a:gd name="connsiteX26" fmla="*/ 346404 w 2816036"/>
                  <a:gd name="connsiteY26" fmla="*/ 21361 h 1616616"/>
                  <a:gd name="connsiteX27" fmla="*/ 385810 w 2816036"/>
                  <a:gd name="connsiteY27" fmla="*/ 32080 h 1616616"/>
                  <a:gd name="connsiteX28" fmla="*/ 424908 w 2816036"/>
                  <a:gd name="connsiteY28" fmla="*/ 43648 h 1616616"/>
                  <a:gd name="connsiteX29" fmla="*/ 502988 w 2816036"/>
                  <a:gd name="connsiteY29" fmla="*/ 67168 h 1616616"/>
                  <a:gd name="connsiteX30" fmla="*/ 542047 w 2816036"/>
                  <a:gd name="connsiteY30" fmla="*/ 78967 h 1616616"/>
                  <a:gd name="connsiteX31" fmla="*/ 561557 w 2816036"/>
                  <a:gd name="connsiteY31" fmla="*/ 84866 h 1616616"/>
                  <a:gd name="connsiteX32" fmla="*/ 580875 w 2816036"/>
                  <a:gd name="connsiteY32" fmla="*/ 91228 h 1616616"/>
                  <a:gd name="connsiteX33" fmla="*/ 735453 w 2816036"/>
                  <a:gd name="connsiteY33" fmla="*/ 142664 h 1616616"/>
                  <a:gd name="connsiteX34" fmla="*/ 888374 w 2816036"/>
                  <a:gd name="connsiteY34" fmla="*/ 198187 h 1616616"/>
                  <a:gd name="connsiteX35" fmla="*/ 907498 w 2816036"/>
                  <a:gd name="connsiteY35" fmla="*/ 205166 h 1616616"/>
                  <a:gd name="connsiteX36" fmla="*/ 923924 w 2816036"/>
                  <a:gd name="connsiteY36" fmla="*/ 210989 h 1616616"/>
                  <a:gd name="connsiteX37" fmla="*/ 956659 w 2816036"/>
                  <a:gd name="connsiteY37" fmla="*/ 222633 h 1616616"/>
                  <a:gd name="connsiteX38" fmla="*/ 1022092 w 2816036"/>
                  <a:gd name="connsiteY38" fmla="*/ 245922 h 1616616"/>
                  <a:gd name="connsiteX39" fmla="*/ 1054751 w 2816036"/>
                  <a:gd name="connsiteY39" fmla="*/ 257567 h 1616616"/>
                  <a:gd name="connsiteX40" fmla="*/ 1087641 w 2816036"/>
                  <a:gd name="connsiteY40" fmla="*/ 268209 h 1616616"/>
                  <a:gd name="connsiteX41" fmla="*/ 1153382 w 2816036"/>
                  <a:gd name="connsiteY41" fmla="*/ 289493 h 1616616"/>
                  <a:gd name="connsiteX42" fmla="*/ 1186195 w 2816036"/>
                  <a:gd name="connsiteY42" fmla="*/ 300173 h 1616616"/>
                  <a:gd name="connsiteX43" fmla="*/ 1202620 w 2816036"/>
                  <a:gd name="connsiteY43" fmla="*/ 305456 h 1616616"/>
                  <a:gd name="connsiteX44" fmla="*/ 1219123 w 2816036"/>
                  <a:gd name="connsiteY44" fmla="*/ 310275 h 1616616"/>
                  <a:gd name="connsiteX45" fmla="*/ 1285096 w 2816036"/>
                  <a:gd name="connsiteY45" fmla="*/ 329516 h 1616616"/>
                  <a:gd name="connsiteX46" fmla="*/ 1318063 w 2816036"/>
                  <a:gd name="connsiteY46" fmla="*/ 339155 h 1616616"/>
                  <a:gd name="connsiteX47" fmla="*/ 1334527 w 2816036"/>
                  <a:gd name="connsiteY47" fmla="*/ 343975 h 1616616"/>
                  <a:gd name="connsiteX48" fmla="*/ 1342739 w 2816036"/>
                  <a:gd name="connsiteY48" fmla="*/ 346404 h 1616616"/>
                  <a:gd name="connsiteX49" fmla="*/ 1351029 w 2816036"/>
                  <a:gd name="connsiteY49" fmla="*/ 348563 h 1616616"/>
                  <a:gd name="connsiteX50" fmla="*/ 1417195 w 2816036"/>
                  <a:gd name="connsiteY50" fmla="*/ 365722 h 1616616"/>
                  <a:gd name="connsiteX51" fmla="*/ 1947289 w 2816036"/>
                  <a:gd name="connsiteY51" fmla="*/ 469751 h 1616616"/>
                  <a:gd name="connsiteX52" fmla="*/ 2474413 w 2816036"/>
                  <a:gd name="connsiteY52" fmla="*/ 503065 h 1616616"/>
                  <a:gd name="connsiteX53" fmla="*/ 2483629 w 2816036"/>
                  <a:gd name="connsiteY53" fmla="*/ 520531 h 1616616"/>
                  <a:gd name="connsiteX54" fmla="*/ 2492921 w 2816036"/>
                  <a:gd name="connsiteY54" fmla="*/ 537690 h 1616616"/>
                  <a:gd name="connsiteX55" fmla="*/ 2511776 w 2816036"/>
                  <a:gd name="connsiteY55" fmla="*/ 572122 h 1616616"/>
                  <a:gd name="connsiteX56" fmla="*/ 2550642 w 2816036"/>
                  <a:gd name="connsiteY56" fmla="*/ 641372 h 1616616"/>
                  <a:gd name="connsiteX57" fmla="*/ 2591012 w 2816036"/>
                  <a:gd name="connsiteY57" fmla="*/ 711162 h 1616616"/>
                  <a:gd name="connsiteX58" fmla="*/ 2632886 w 2816036"/>
                  <a:gd name="connsiteY58" fmla="*/ 780142 h 1616616"/>
                  <a:gd name="connsiteX59" fmla="*/ 2721299 w 2816036"/>
                  <a:gd name="connsiteY59" fmla="*/ 919143 h 1616616"/>
                  <a:gd name="connsiteX60" fmla="*/ 2816036 w 2816036"/>
                  <a:gd name="connsiteY60" fmla="*/ 1057064 h 1616616"/>
                  <a:gd name="connsiteX61" fmla="*/ 2729666 w 2816036"/>
                  <a:gd name="connsiteY61" fmla="*/ 1203044 h 1616616"/>
                  <a:gd name="connsiteX62" fmla="*/ 2636819 w 2816036"/>
                  <a:gd name="connsiteY62" fmla="*/ 1344591 h 1616616"/>
                  <a:gd name="connsiteX63" fmla="*/ 2588044 w 2816036"/>
                  <a:gd name="connsiteY63" fmla="*/ 1414457 h 1616616"/>
                  <a:gd name="connsiteX64" fmla="*/ 2537803 w 2816036"/>
                  <a:gd name="connsiteY64" fmla="*/ 1482512 h 1616616"/>
                  <a:gd name="connsiteX65" fmla="*/ 2486019 w 2816036"/>
                  <a:gd name="connsiteY65" fmla="*/ 1550027 h 1616616"/>
                  <a:gd name="connsiteX66" fmla="*/ 2459568 w 2816036"/>
                  <a:gd name="connsiteY66" fmla="*/ 1583572 h 1616616"/>
                  <a:gd name="connsiteX67" fmla="*/ 2446189 w 2816036"/>
                  <a:gd name="connsiteY67" fmla="*/ 1600306 h 1616616"/>
                  <a:gd name="connsiteX68" fmla="*/ 2432887 w 2816036"/>
                  <a:gd name="connsiteY68" fmla="*/ 1616616 h 161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816036" h="1616616">
                    <a:moveTo>
                      <a:pt x="2432887" y="1616616"/>
                    </a:moveTo>
                    <a:cubicBezTo>
                      <a:pt x="2205086" y="1599689"/>
                      <a:pt x="1980448" y="1566491"/>
                      <a:pt x="1760977" y="1519296"/>
                    </a:cubicBezTo>
                    <a:cubicBezTo>
                      <a:pt x="1541467" y="1472101"/>
                      <a:pt x="1327124" y="1410948"/>
                      <a:pt x="1118873" y="1338575"/>
                    </a:cubicBezTo>
                    <a:lnTo>
                      <a:pt x="1040832" y="1311315"/>
                    </a:lnTo>
                    <a:lnTo>
                      <a:pt x="1031076" y="1307922"/>
                    </a:lnTo>
                    <a:lnTo>
                      <a:pt x="1021437" y="1304259"/>
                    </a:lnTo>
                    <a:lnTo>
                      <a:pt x="1002196" y="1296933"/>
                    </a:lnTo>
                    <a:lnTo>
                      <a:pt x="963716" y="1282242"/>
                    </a:lnTo>
                    <a:lnTo>
                      <a:pt x="886870" y="1252861"/>
                    </a:lnTo>
                    <a:lnTo>
                      <a:pt x="867668" y="1245497"/>
                    </a:lnTo>
                    <a:cubicBezTo>
                      <a:pt x="861306" y="1242990"/>
                      <a:pt x="855021" y="1240291"/>
                      <a:pt x="848697" y="1237708"/>
                    </a:cubicBezTo>
                    <a:lnTo>
                      <a:pt x="810834" y="1222015"/>
                    </a:lnTo>
                    <a:lnTo>
                      <a:pt x="735183" y="1190552"/>
                    </a:lnTo>
                    <a:lnTo>
                      <a:pt x="697435" y="1174781"/>
                    </a:lnTo>
                    <a:lnTo>
                      <a:pt x="660188" y="1158086"/>
                    </a:lnTo>
                    <a:lnTo>
                      <a:pt x="514246" y="1092345"/>
                    </a:lnTo>
                    <a:lnTo>
                      <a:pt x="387545" y="1034354"/>
                    </a:lnTo>
                    <a:lnTo>
                      <a:pt x="259495" y="979987"/>
                    </a:lnTo>
                    <a:lnTo>
                      <a:pt x="243454" y="973201"/>
                    </a:lnTo>
                    <a:lnTo>
                      <a:pt x="227299" y="966877"/>
                    </a:lnTo>
                    <a:lnTo>
                      <a:pt x="194987" y="954230"/>
                    </a:lnTo>
                    <a:lnTo>
                      <a:pt x="130287" y="928859"/>
                    </a:lnTo>
                    <a:cubicBezTo>
                      <a:pt x="119491" y="924695"/>
                      <a:pt x="108772" y="920222"/>
                      <a:pt x="97899" y="916328"/>
                    </a:cubicBezTo>
                    <a:lnTo>
                      <a:pt x="65279" y="904606"/>
                    </a:lnTo>
                    <a:lnTo>
                      <a:pt x="0" y="881125"/>
                    </a:lnTo>
                    <a:lnTo>
                      <a:pt x="267630" y="0"/>
                    </a:lnTo>
                    <a:lnTo>
                      <a:pt x="346404" y="21361"/>
                    </a:lnTo>
                    <a:lnTo>
                      <a:pt x="385810" y="32080"/>
                    </a:lnTo>
                    <a:cubicBezTo>
                      <a:pt x="398959" y="35666"/>
                      <a:pt x="411837" y="39792"/>
                      <a:pt x="424908" y="43648"/>
                    </a:cubicBezTo>
                    <a:lnTo>
                      <a:pt x="502988" y="67168"/>
                    </a:lnTo>
                    <a:lnTo>
                      <a:pt x="542047" y="78967"/>
                    </a:lnTo>
                    <a:lnTo>
                      <a:pt x="561557" y="84866"/>
                    </a:lnTo>
                    <a:lnTo>
                      <a:pt x="580875" y="91228"/>
                    </a:lnTo>
                    <a:lnTo>
                      <a:pt x="735453" y="142664"/>
                    </a:lnTo>
                    <a:lnTo>
                      <a:pt x="888374" y="198187"/>
                    </a:lnTo>
                    <a:lnTo>
                      <a:pt x="907498" y="205166"/>
                    </a:lnTo>
                    <a:lnTo>
                      <a:pt x="923924" y="210989"/>
                    </a:lnTo>
                    <a:lnTo>
                      <a:pt x="956659" y="222633"/>
                    </a:lnTo>
                    <a:lnTo>
                      <a:pt x="1022092" y="245922"/>
                    </a:lnTo>
                    <a:lnTo>
                      <a:pt x="1054751" y="257567"/>
                    </a:lnTo>
                    <a:lnTo>
                      <a:pt x="1087641" y="268209"/>
                    </a:lnTo>
                    <a:lnTo>
                      <a:pt x="1153382" y="289493"/>
                    </a:lnTo>
                    <a:lnTo>
                      <a:pt x="1186195" y="300173"/>
                    </a:lnTo>
                    <a:cubicBezTo>
                      <a:pt x="1191670" y="301908"/>
                      <a:pt x="1197107" y="303798"/>
                      <a:pt x="1202620" y="305456"/>
                    </a:cubicBezTo>
                    <a:lnTo>
                      <a:pt x="1219123" y="310275"/>
                    </a:lnTo>
                    <a:lnTo>
                      <a:pt x="1285096" y="329516"/>
                    </a:lnTo>
                    <a:lnTo>
                      <a:pt x="1318063" y="339155"/>
                    </a:lnTo>
                    <a:lnTo>
                      <a:pt x="1334527" y="343975"/>
                    </a:lnTo>
                    <a:lnTo>
                      <a:pt x="1342739" y="346404"/>
                    </a:lnTo>
                    <a:lnTo>
                      <a:pt x="1351029" y="348563"/>
                    </a:lnTo>
                    <a:lnTo>
                      <a:pt x="1417195" y="365722"/>
                    </a:lnTo>
                    <a:cubicBezTo>
                      <a:pt x="1593520" y="411413"/>
                      <a:pt x="1770655" y="446539"/>
                      <a:pt x="1947289" y="469751"/>
                    </a:cubicBezTo>
                    <a:cubicBezTo>
                      <a:pt x="2123922" y="493001"/>
                      <a:pt x="2300093" y="504299"/>
                      <a:pt x="2474413" y="503065"/>
                    </a:cubicBezTo>
                    <a:lnTo>
                      <a:pt x="2483629" y="520531"/>
                    </a:lnTo>
                    <a:lnTo>
                      <a:pt x="2492921" y="537690"/>
                    </a:lnTo>
                    <a:lnTo>
                      <a:pt x="2511776" y="572122"/>
                    </a:lnTo>
                    <a:cubicBezTo>
                      <a:pt x="2524462" y="595102"/>
                      <a:pt x="2537417" y="618199"/>
                      <a:pt x="2550642" y="641372"/>
                    </a:cubicBezTo>
                    <a:cubicBezTo>
                      <a:pt x="2563829" y="664545"/>
                      <a:pt x="2577286" y="687795"/>
                      <a:pt x="2591012" y="711162"/>
                    </a:cubicBezTo>
                    <a:cubicBezTo>
                      <a:pt x="2604700" y="734335"/>
                      <a:pt x="2618658" y="757046"/>
                      <a:pt x="2632886" y="780142"/>
                    </a:cubicBezTo>
                    <a:cubicBezTo>
                      <a:pt x="2661304" y="826141"/>
                      <a:pt x="2690800" y="872681"/>
                      <a:pt x="2721299" y="919143"/>
                    </a:cubicBezTo>
                    <a:cubicBezTo>
                      <a:pt x="2751798" y="964834"/>
                      <a:pt x="2783378" y="1010833"/>
                      <a:pt x="2816036" y="1057064"/>
                    </a:cubicBezTo>
                    <a:cubicBezTo>
                      <a:pt x="2788352" y="1105994"/>
                      <a:pt x="2759548" y="1154654"/>
                      <a:pt x="2729666" y="1203044"/>
                    </a:cubicBezTo>
                    <a:cubicBezTo>
                      <a:pt x="2699784" y="1250702"/>
                      <a:pt x="2668822" y="1297704"/>
                      <a:pt x="2636819" y="1344591"/>
                    </a:cubicBezTo>
                    <a:cubicBezTo>
                      <a:pt x="2620818" y="1367957"/>
                      <a:pt x="2604546" y="1391477"/>
                      <a:pt x="2588044" y="1414457"/>
                    </a:cubicBezTo>
                    <a:cubicBezTo>
                      <a:pt x="2571541" y="1437245"/>
                      <a:pt x="2554807" y="1459917"/>
                      <a:pt x="2537803" y="1482512"/>
                    </a:cubicBezTo>
                    <a:cubicBezTo>
                      <a:pt x="2520798" y="1505107"/>
                      <a:pt x="2503525" y="1527625"/>
                      <a:pt x="2486019" y="1550027"/>
                    </a:cubicBezTo>
                    <a:lnTo>
                      <a:pt x="2459568" y="1583572"/>
                    </a:lnTo>
                    <a:lnTo>
                      <a:pt x="2446189" y="1600306"/>
                    </a:lnTo>
                    <a:lnTo>
                      <a:pt x="2432887" y="1616616"/>
                    </a:lnTo>
                    <a:close/>
                  </a:path>
                </a:pathLst>
              </a:custGeom>
              <a:solidFill>
                <a:srgbClr val="CFD6FD"/>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10" name="任意多边形: 形状 10"/>
              <p:cNvSpPr/>
              <p:nvPr>
                <p:custDataLst>
                  <p:tags r:id="rId4"/>
                </p:custDataLst>
              </p:nvPr>
            </p:nvSpPr>
            <p:spPr>
              <a:xfrm>
                <a:off x="3302033" y="2952419"/>
                <a:ext cx="2428203" cy="1128996"/>
              </a:xfrm>
              <a:custGeom>
                <a:avLst/>
                <a:gdLst>
                  <a:gd name="connsiteX0" fmla="*/ 2202195 w 2722610"/>
                  <a:gd name="connsiteY0" fmla="*/ 1265881 h 1265881"/>
                  <a:gd name="connsiteX1" fmla="*/ 1686714 w 2722610"/>
                  <a:gd name="connsiteY1" fmla="*/ 1057900 h 1265881"/>
                  <a:gd name="connsiteX2" fmla="*/ 1153844 w 2722610"/>
                  <a:gd name="connsiteY2" fmla="*/ 907409 h 1265881"/>
                  <a:gd name="connsiteX3" fmla="*/ 53942 w 2722610"/>
                  <a:gd name="connsiteY3" fmla="*/ 800179 h 1265881"/>
                  <a:gd name="connsiteX4" fmla="*/ 0 w 2722610"/>
                  <a:gd name="connsiteY4" fmla="*/ 29870 h 1265881"/>
                  <a:gd name="connsiteX5" fmla="*/ 1304876 w 2722610"/>
                  <a:gd name="connsiteY5" fmla="*/ 51732 h 1265881"/>
                  <a:gd name="connsiteX6" fmla="*/ 1946363 w 2722610"/>
                  <a:gd name="connsiteY6" fmla="*/ 178164 h 1265881"/>
                  <a:gd name="connsiteX7" fmla="*/ 2568456 w 2722610"/>
                  <a:gd name="connsiteY7" fmla="*/ 372418 h 1265881"/>
                  <a:gd name="connsiteX8" fmla="*/ 2644184 w 2722610"/>
                  <a:gd name="connsiteY8" fmla="*/ 659752 h 1265881"/>
                  <a:gd name="connsiteX9" fmla="*/ 2662421 w 2722610"/>
                  <a:gd name="connsiteY9" fmla="*/ 732549 h 1265881"/>
                  <a:gd name="connsiteX10" fmla="*/ 2681700 w 2722610"/>
                  <a:gd name="connsiteY10" fmla="*/ 805115 h 1265881"/>
                  <a:gd name="connsiteX11" fmla="*/ 2722610 w 2722610"/>
                  <a:gd name="connsiteY11" fmla="*/ 952097 h 1265881"/>
                  <a:gd name="connsiteX12" fmla="*/ 2593634 w 2722610"/>
                  <a:gd name="connsiteY12" fmla="*/ 1035729 h 1265881"/>
                  <a:gd name="connsiteX13" fmla="*/ 2528163 w 2722610"/>
                  <a:gd name="connsiteY13" fmla="*/ 1076177 h 1265881"/>
                  <a:gd name="connsiteX14" fmla="*/ 2462422 w 2722610"/>
                  <a:gd name="connsiteY14" fmla="*/ 1114889 h 1265881"/>
                  <a:gd name="connsiteX15" fmla="*/ 2202195 w 2722610"/>
                  <a:gd name="connsiteY15" fmla="*/ 1265881 h 1265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22610" h="1265881">
                    <a:moveTo>
                      <a:pt x="2202195" y="1265881"/>
                    </a:moveTo>
                    <a:cubicBezTo>
                      <a:pt x="2033542" y="1187879"/>
                      <a:pt x="1861613" y="1118089"/>
                      <a:pt x="1686714" y="1057900"/>
                    </a:cubicBezTo>
                    <a:cubicBezTo>
                      <a:pt x="1511777" y="997827"/>
                      <a:pt x="1333948" y="947471"/>
                      <a:pt x="1153844" y="907409"/>
                    </a:cubicBezTo>
                    <a:cubicBezTo>
                      <a:pt x="793752" y="827016"/>
                      <a:pt x="424368" y="790656"/>
                      <a:pt x="53942" y="800179"/>
                    </a:cubicBezTo>
                    <a:lnTo>
                      <a:pt x="0" y="29870"/>
                    </a:lnTo>
                    <a:cubicBezTo>
                      <a:pt x="432388" y="-16399"/>
                      <a:pt x="872604" y="-8765"/>
                      <a:pt x="1304876" y="51732"/>
                    </a:cubicBezTo>
                    <a:cubicBezTo>
                      <a:pt x="1521031" y="81808"/>
                      <a:pt x="1735375" y="124260"/>
                      <a:pt x="1946363" y="178164"/>
                    </a:cubicBezTo>
                    <a:cubicBezTo>
                      <a:pt x="2157313" y="232183"/>
                      <a:pt x="2364947" y="297539"/>
                      <a:pt x="2568456" y="372418"/>
                    </a:cubicBezTo>
                    <a:cubicBezTo>
                      <a:pt x="2602194" y="470432"/>
                      <a:pt x="2619314" y="562817"/>
                      <a:pt x="2644184" y="659752"/>
                    </a:cubicBezTo>
                    <a:lnTo>
                      <a:pt x="2662421" y="732549"/>
                    </a:lnTo>
                    <a:cubicBezTo>
                      <a:pt x="2668629" y="756956"/>
                      <a:pt x="2675146" y="780746"/>
                      <a:pt x="2681700" y="805115"/>
                    </a:cubicBezTo>
                    <a:cubicBezTo>
                      <a:pt x="2694849" y="853582"/>
                      <a:pt x="2708460" y="902589"/>
                      <a:pt x="2722610" y="952097"/>
                    </a:cubicBezTo>
                    <a:cubicBezTo>
                      <a:pt x="2680119" y="980476"/>
                      <a:pt x="2637128" y="1008353"/>
                      <a:pt x="2593634" y="1035729"/>
                    </a:cubicBezTo>
                    <a:cubicBezTo>
                      <a:pt x="2571926" y="1049302"/>
                      <a:pt x="2549948" y="1063183"/>
                      <a:pt x="2528163" y="1076177"/>
                    </a:cubicBezTo>
                    <a:cubicBezTo>
                      <a:pt x="2506378" y="1089209"/>
                      <a:pt x="2484438" y="1102126"/>
                      <a:pt x="2462422" y="1114889"/>
                    </a:cubicBezTo>
                    <a:cubicBezTo>
                      <a:pt x="2375320" y="1166363"/>
                      <a:pt x="2280429" y="1213327"/>
                      <a:pt x="2202195" y="1265881"/>
                    </a:cubicBezTo>
                    <a:close/>
                  </a:path>
                </a:pathLst>
              </a:custGeom>
              <a:solidFill>
                <a:srgbClr val="98A8FA"/>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12" name="任意多边形: 形状 12"/>
              <p:cNvSpPr/>
              <p:nvPr>
                <p:custDataLst>
                  <p:tags r:id="rId5"/>
                </p:custDataLst>
              </p:nvPr>
            </p:nvSpPr>
            <p:spPr>
              <a:xfrm>
                <a:off x="1617171" y="2952441"/>
                <a:ext cx="2529338" cy="1041489"/>
              </a:xfrm>
              <a:custGeom>
                <a:avLst/>
                <a:gdLst>
                  <a:gd name="connsiteX0" fmla="*/ 2456175 w 2836008"/>
                  <a:gd name="connsiteY0" fmla="*/ 816426 h 1167765"/>
                  <a:gd name="connsiteX1" fmla="*/ 1902021 w 2836008"/>
                  <a:gd name="connsiteY1" fmla="*/ 801080 h 1167765"/>
                  <a:gd name="connsiteX2" fmla="*/ 1347289 w 2836008"/>
                  <a:gd name="connsiteY2" fmla="*/ 855832 h 1167765"/>
                  <a:gd name="connsiteX3" fmla="*/ 1312780 w 2836008"/>
                  <a:gd name="connsiteY3" fmla="*/ 861654 h 1167765"/>
                  <a:gd name="connsiteX4" fmla="*/ 1278309 w 2836008"/>
                  <a:gd name="connsiteY4" fmla="*/ 867785 h 1167765"/>
                  <a:gd name="connsiteX5" fmla="*/ 1243800 w 2836008"/>
                  <a:gd name="connsiteY5" fmla="*/ 873877 h 1167765"/>
                  <a:gd name="connsiteX6" fmla="*/ 1226526 w 2836008"/>
                  <a:gd name="connsiteY6" fmla="*/ 876923 h 1167765"/>
                  <a:gd name="connsiteX7" fmla="*/ 1209329 w 2836008"/>
                  <a:gd name="connsiteY7" fmla="*/ 880393 h 1167765"/>
                  <a:gd name="connsiteX8" fmla="*/ 1071947 w 2836008"/>
                  <a:gd name="connsiteY8" fmla="*/ 909273 h 1167765"/>
                  <a:gd name="connsiteX9" fmla="*/ 799112 w 2836008"/>
                  <a:gd name="connsiteY9" fmla="*/ 979101 h 1167765"/>
                  <a:gd name="connsiteX10" fmla="*/ 664044 w 2836008"/>
                  <a:gd name="connsiteY10" fmla="*/ 1020474 h 1167765"/>
                  <a:gd name="connsiteX11" fmla="*/ 630383 w 2836008"/>
                  <a:gd name="connsiteY11" fmla="*/ 1031309 h 1167765"/>
                  <a:gd name="connsiteX12" fmla="*/ 596799 w 2836008"/>
                  <a:gd name="connsiteY12" fmla="*/ 1042452 h 1167765"/>
                  <a:gd name="connsiteX13" fmla="*/ 529824 w 2836008"/>
                  <a:gd name="connsiteY13" fmla="*/ 1065548 h 1167765"/>
                  <a:gd name="connsiteX14" fmla="*/ 513090 w 2836008"/>
                  <a:gd name="connsiteY14" fmla="*/ 1071370 h 1167765"/>
                  <a:gd name="connsiteX15" fmla="*/ 496471 w 2836008"/>
                  <a:gd name="connsiteY15" fmla="*/ 1077501 h 1167765"/>
                  <a:gd name="connsiteX16" fmla="*/ 463196 w 2836008"/>
                  <a:gd name="connsiteY16" fmla="*/ 1089763 h 1167765"/>
                  <a:gd name="connsiteX17" fmla="*/ 396761 w 2836008"/>
                  <a:gd name="connsiteY17" fmla="*/ 1114787 h 1167765"/>
                  <a:gd name="connsiteX18" fmla="*/ 330557 w 2836008"/>
                  <a:gd name="connsiteY18" fmla="*/ 1140620 h 1167765"/>
                  <a:gd name="connsiteX19" fmla="*/ 264815 w 2836008"/>
                  <a:gd name="connsiteY19" fmla="*/ 1167765 h 1167765"/>
                  <a:gd name="connsiteX20" fmla="*/ 0 w 2836008"/>
                  <a:gd name="connsiteY20" fmla="*/ 603278 h 1167765"/>
                  <a:gd name="connsiteX21" fmla="*/ 71178 w 2836008"/>
                  <a:gd name="connsiteY21" fmla="*/ 566956 h 1167765"/>
                  <a:gd name="connsiteX22" fmla="*/ 143088 w 2836008"/>
                  <a:gd name="connsiteY22" fmla="*/ 531946 h 1167765"/>
                  <a:gd name="connsiteX23" fmla="*/ 215461 w 2836008"/>
                  <a:gd name="connsiteY23" fmla="*/ 497822 h 1167765"/>
                  <a:gd name="connsiteX24" fmla="*/ 251821 w 2836008"/>
                  <a:gd name="connsiteY24" fmla="*/ 481011 h 1167765"/>
                  <a:gd name="connsiteX25" fmla="*/ 270021 w 2836008"/>
                  <a:gd name="connsiteY25" fmla="*/ 472605 h 1167765"/>
                  <a:gd name="connsiteX26" fmla="*/ 288336 w 2836008"/>
                  <a:gd name="connsiteY26" fmla="*/ 464508 h 1167765"/>
                  <a:gd name="connsiteX27" fmla="*/ 361789 w 2836008"/>
                  <a:gd name="connsiteY27" fmla="*/ 432351 h 1167765"/>
                  <a:gd name="connsiteX28" fmla="*/ 398727 w 2836008"/>
                  <a:gd name="connsiteY28" fmla="*/ 416696 h 1167765"/>
                  <a:gd name="connsiteX29" fmla="*/ 435820 w 2836008"/>
                  <a:gd name="connsiteY29" fmla="*/ 401350 h 1167765"/>
                  <a:gd name="connsiteX30" fmla="*/ 585231 w 2836008"/>
                  <a:gd name="connsiteY30" fmla="*/ 342087 h 1167765"/>
                  <a:gd name="connsiteX31" fmla="*/ 890070 w 2836008"/>
                  <a:gd name="connsiteY31" fmla="*/ 237286 h 1167765"/>
                  <a:gd name="connsiteX32" fmla="*/ 1045073 w 2836008"/>
                  <a:gd name="connsiteY32" fmla="*/ 191441 h 1167765"/>
                  <a:gd name="connsiteX33" fmla="*/ 1064506 w 2836008"/>
                  <a:gd name="connsiteY33" fmla="*/ 185889 h 1167765"/>
                  <a:gd name="connsiteX34" fmla="*/ 1084055 w 2836008"/>
                  <a:gd name="connsiteY34" fmla="*/ 180761 h 1167765"/>
                  <a:gd name="connsiteX35" fmla="*/ 1123191 w 2836008"/>
                  <a:gd name="connsiteY35" fmla="*/ 170504 h 1167765"/>
                  <a:gd name="connsiteX36" fmla="*/ 1162366 w 2836008"/>
                  <a:gd name="connsiteY36" fmla="*/ 160286 h 1167765"/>
                  <a:gd name="connsiteX37" fmla="*/ 1201656 w 2836008"/>
                  <a:gd name="connsiteY37" fmla="*/ 150377 h 1167765"/>
                  <a:gd name="connsiteX38" fmla="*/ 1841216 w 2836008"/>
                  <a:gd name="connsiteY38" fmla="*/ 34781 h 1167765"/>
                  <a:gd name="connsiteX39" fmla="*/ 2493268 w 2836008"/>
                  <a:gd name="connsiteY39" fmla="*/ 194 h 1167765"/>
                  <a:gd name="connsiteX40" fmla="*/ 2539614 w 2836008"/>
                  <a:gd name="connsiteY40" fmla="*/ 51823 h 1167765"/>
                  <a:gd name="connsiteX41" fmla="*/ 2562441 w 2836008"/>
                  <a:gd name="connsiteY41" fmla="*/ 77811 h 1167765"/>
                  <a:gd name="connsiteX42" fmla="*/ 2584958 w 2836008"/>
                  <a:gd name="connsiteY42" fmla="*/ 104532 h 1167765"/>
                  <a:gd name="connsiteX43" fmla="*/ 2672716 w 2836008"/>
                  <a:gd name="connsiteY43" fmla="*/ 212494 h 1167765"/>
                  <a:gd name="connsiteX44" fmla="*/ 2694039 w 2836008"/>
                  <a:gd name="connsiteY44" fmla="*/ 239716 h 1167765"/>
                  <a:gd name="connsiteX45" fmla="*/ 2715091 w 2836008"/>
                  <a:gd name="connsiteY45" fmla="*/ 267593 h 1167765"/>
                  <a:gd name="connsiteX46" fmla="*/ 2756387 w 2836008"/>
                  <a:gd name="connsiteY46" fmla="*/ 323810 h 1167765"/>
                  <a:gd name="connsiteX47" fmla="*/ 2796718 w 2836008"/>
                  <a:gd name="connsiteY47" fmla="*/ 380413 h 1167765"/>
                  <a:gd name="connsiteX48" fmla="*/ 2836009 w 2836008"/>
                  <a:gd name="connsiteY48" fmla="*/ 437710 h 1167765"/>
                  <a:gd name="connsiteX49" fmla="*/ 2785190 w 2836008"/>
                  <a:gd name="connsiteY49" fmla="*/ 485059 h 1167765"/>
                  <a:gd name="connsiteX50" fmla="*/ 2735334 w 2836008"/>
                  <a:gd name="connsiteY50" fmla="*/ 532447 h 1167765"/>
                  <a:gd name="connsiteX51" fmla="*/ 2686482 w 2836008"/>
                  <a:gd name="connsiteY51" fmla="*/ 579449 h 1167765"/>
                  <a:gd name="connsiteX52" fmla="*/ 2662421 w 2836008"/>
                  <a:gd name="connsiteY52" fmla="*/ 602931 h 1167765"/>
                  <a:gd name="connsiteX53" fmla="*/ 2638554 w 2836008"/>
                  <a:gd name="connsiteY53" fmla="*/ 626837 h 1167765"/>
                  <a:gd name="connsiteX54" fmla="*/ 2545475 w 2836008"/>
                  <a:gd name="connsiteY54" fmla="*/ 721458 h 1167765"/>
                  <a:gd name="connsiteX55" fmla="*/ 2522803 w 2836008"/>
                  <a:gd name="connsiteY55" fmla="*/ 744862 h 1167765"/>
                  <a:gd name="connsiteX56" fmla="*/ 2500363 w 2836008"/>
                  <a:gd name="connsiteY56" fmla="*/ 768807 h 1167765"/>
                  <a:gd name="connsiteX57" fmla="*/ 2456175 w 2836008"/>
                  <a:gd name="connsiteY57" fmla="*/ 816426 h 1167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836008" h="1167765">
                    <a:moveTo>
                      <a:pt x="2456175" y="816426"/>
                    </a:moveTo>
                    <a:cubicBezTo>
                      <a:pt x="2272331" y="800039"/>
                      <a:pt x="2087253" y="794679"/>
                      <a:pt x="1902021" y="801080"/>
                    </a:cubicBezTo>
                    <a:cubicBezTo>
                      <a:pt x="1716828" y="808020"/>
                      <a:pt x="1531557" y="826412"/>
                      <a:pt x="1347289" y="855832"/>
                    </a:cubicBezTo>
                    <a:cubicBezTo>
                      <a:pt x="1335722" y="857451"/>
                      <a:pt x="1324270" y="859611"/>
                      <a:pt x="1312780" y="861654"/>
                    </a:cubicBezTo>
                    <a:lnTo>
                      <a:pt x="1278309" y="867785"/>
                    </a:lnTo>
                    <a:lnTo>
                      <a:pt x="1243800" y="873877"/>
                    </a:lnTo>
                    <a:lnTo>
                      <a:pt x="1226526" y="876923"/>
                    </a:lnTo>
                    <a:lnTo>
                      <a:pt x="1209329" y="880393"/>
                    </a:lnTo>
                    <a:cubicBezTo>
                      <a:pt x="1163561" y="889763"/>
                      <a:pt x="1117523" y="898438"/>
                      <a:pt x="1071947" y="909273"/>
                    </a:cubicBezTo>
                    <a:cubicBezTo>
                      <a:pt x="980411" y="929246"/>
                      <a:pt x="889685" y="953615"/>
                      <a:pt x="799112" y="979101"/>
                    </a:cubicBezTo>
                    <a:cubicBezTo>
                      <a:pt x="754076" y="992712"/>
                      <a:pt x="708771" y="1005552"/>
                      <a:pt x="664044" y="1020474"/>
                    </a:cubicBezTo>
                    <a:lnTo>
                      <a:pt x="630383" y="1031309"/>
                    </a:lnTo>
                    <a:cubicBezTo>
                      <a:pt x="619162" y="1034895"/>
                      <a:pt x="607903" y="1038481"/>
                      <a:pt x="596799" y="1042452"/>
                    </a:cubicBezTo>
                    <a:lnTo>
                      <a:pt x="529824" y="1065548"/>
                    </a:lnTo>
                    <a:lnTo>
                      <a:pt x="513090" y="1071370"/>
                    </a:lnTo>
                    <a:lnTo>
                      <a:pt x="496471" y="1077501"/>
                    </a:lnTo>
                    <a:lnTo>
                      <a:pt x="463196" y="1089763"/>
                    </a:lnTo>
                    <a:cubicBezTo>
                      <a:pt x="440986" y="1097937"/>
                      <a:pt x="418739" y="1105957"/>
                      <a:pt x="396761" y="1114787"/>
                    </a:cubicBezTo>
                    <a:lnTo>
                      <a:pt x="330557" y="1140620"/>
                    </a:lnTo>
                    <a:lnTo>
                      <a:pt x="264815" y="1167765"/>
                    </a:lnTo>
                    <a:lnTo>
                      <a:pt x="0" y="603278"/>
                    </a:lnTo>
                    <a:lnTo>
                      <a:pt x="71178" y="566956"/>
                    </a:lnTo>
                    <a:lnTo>
                      <a:pt x="143088" y="531946"/>
                    </a:lnTo>
                    <a:cubicBezTo>
                      <a:pt x="166994" y="520109"/>
                      <a:pt x="191247" y="509004"/>
                      <a:pt x="215461" y="497822"/>
                    </a:cubicBezTo>
                    <a:lnTo>
                      <a:pt x="251821" y="481011"/>
                    </a:lnTo>
                    <a:lnTo>
                      <a:pt x="270021" y="472605"/>
                    </a:lnTo>
                    <a:lnTo>
                      <a:pt x="288336" y="464508"/>
                    </a:lnTo>
                    <a:lnTo>
                      <a:pt x="361789" y="432351"/>
                    </a:lnTo>
                    <a:cubicBezTo>
                      <a:pt x="374011" y="426914"/>
                      <a:pt x="386350" y="421786"/>
                      <a:pt x="398727" y="416696"/>
                    </a:cubicBezTo>
                    <a:lnTo>
                      <a:pt x="435820" y="401350"/>
                    </a:lnTo>
                    <a:cubicBezTo>
                      <a:pt x="485135" y="380452"/>
                      <a:pt x="535299" y="361636"/>
                      <a:pt x="585231" y="342087"/>
                    </a:cubicBezTo>
                    <a:cubicBezTo>
                      <a:pt x="685752" y="304763"/>
                      <a:pt x="787082" y="268711"/>
                      <a:pt x="890070" y="237286"/>
                    </a:cubicBezTo>
                    <a:cubicBezTo>
                      <a:pt x="941313" y="220707"/>
                      <a:pt x="993251" y="206402"/>
                      <a:pt x="1045073" y="191441"/>
                    </a:cubicBezTo>
                    <a:lnTo>
                      <a:pt x="1064506" y="185889"/>
                    </a:lnTo>
                    <a:lnTo>
                      <a:pt x="1084055" y="180761"/>
                    </a:lnTo>
                    <a:lnTo>
                      <a:pt x="1123191" y="170504"/>
                    </a:lnTo>
                    <a:lnTo>
                      <a:pt x="1162366" y="160286"/>
                    </a:lnTo>
                    <a:cubicBezTo>
                      <a:pt x="1175437" y="156893"/>
                      <a:pt x="1188469" y="153346"/>
                      <a:pt x="1201656" y="150377"/>
                    </a:cubicBezTo>
                    <a:cubicBezTo>
                      <a:pt x="1411604" y="99211"/>
                      <a:pt x="1625330" y="60344"/>
                      <a:pt x="1841216" y="34781"/>
                    </a:cubicBezTo>
                    <a:cubicBezTo>
                      <a:pt x="2057140" y="9718"/>
                      <a:pt x="2275146" y="-1657"/>
                      <a:pt x="2493268" y="194"/>
                    </a:cubicBezTo>
                    <a:cubicBezTo>
                      <a:pt x="2508884" y="17352"/>
                      <a:pt x="2524307" y="34549"/>
                      <a:pt x="2539614" y="51823"/>
                    </a:cubicBezTo>
                    <a:lnTo>
                      <a:pt x="2562441" y="77811"/>
                    </a:lnTo>
                    <a:lnTo>
                      <a:pt x="2584958" y="104532"/>
                    </a:lnTo>
                    <a:cubicBezTo>
                      <a:pt x="2614841" y="140236"/>
                      <a:pt x="2644107" y="176249"/>
                      <a:pt x="2672716" y="212494"/>
                    </a:cubicBezTo>
                    <a:lnTo>
                      <a:pt x="2694039" y="239716"/>
                    </a:lnTo>
                    <a:cubicBezTo>
                      <a:pt x="2701095" y="248777"/>
                      <a:pt x="2708112" y="258301"/>
                      <a:pt x="2715091" y="267593"/>
                    </a:cubicBezTo>
                    <a:cubicBezTo>
                      <a:pt x="2729011" y="286294"/>
                      <a:pt x="2742815" y="305033"/>
                      <a:pt x="2756387" y="323810"/>
                    </a:cubicBezTo>
                    <a:cubicBezTo>
                      <a:pt x="2769998" y="342627"/>
                      <a:pt x="2783455" y="361481"/>
                      <a:pt x="2796718" y="380413"/>
                    </a:cubicBezTo>
                    <a:cubicBezTo>
                      <a:pt x="2809983" y="399461"/>
                      <a:pt x="2823130" y="418046"/>
                      <a:pt x="2836009" y="437710"/>
                    </a:cubicBezTo>
                    <a:cubicBezTo>
                      <a:pt x="2818966" y="453056"/>
                      <a:pt x="2801962" y="469328"/>
                      <a:pt x="2785190" y="485059"/>
                    </a:cubicBezTo>
                    <a:lnTo>
                      <a:pt x="2735334" y="532447"/>
                    </a:lnTo>
                    <a:lnTo>
                      <a:pt x="2686482" y="579449"/>
                    </a:lnTo>
                    <a:cubicBezTo>
                      <a:pt x="2678423" y="587315"/>
                      <a:pt x="2670403" y="594911"/>
                      <a:pt x="2662421" y="602931"/>
                    </a:cubicBezTo>
                    <a:lnTo>
                      <a:pt x="2638554" y="626837"/>
                    </a:lnTo>
                    <a:cubicBezTo>
                      <a:pt x="2606898" y="658647"/>
                      <a:pt x="2575859" y="690187"/>
                      <a:pt x="2545475" y="721458"/>
                    </a:cubicBezTo>
                    <a:lnTo>
                      <a:pt x="2522803" y="744862"/>
                    </a:lnTo>
                    <a:lnTo>
                      <a:pt x="2500363" y="768807"/>
                    </a:lnTo>
                    <a:lnTo>
                      <a:pt x="2456175" y="816426"/>
                    </a:lnTo>
                    <a:close/>
                  </a:path>
                </a:pathLst>
              </a:custGeom>
              <a:solidFill>
                <a:srgbClr val="4B68F7"/>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14" name="任意多边形: 形状 14"/>
              <p:cNvSpPr/>
              <p:nvPr>
                <p:custDataLst>
                  <p:tags r:id="rId6"/>
                </p:custDataLst>
              </p:nvPr>
            </p:nvSpPr>
            <p:spPr>
              <a:xfrm>
                <a:off x="228600" y="3272943"/>
                <a:ext cx="2277478" cy="1553669"/>
              </a:xfrm>
              <a:custGeom>
                <a:avLst/>
                <a:gdLst>
                  <a:gd name="connsiteX0" fmla="*/ 2553611 w 2553611"/>
                  <a:gd name="connsiteY0" fmla="*/ 209678 h 1742044"/>
                  <a:gd name="connsiteX1" fmla="*/ 2316133 w 2553611"/>
                  <a:gd name="connsiteY1" fmla="*/ 631655 h 1742044"/>
                  <a:gd name="connsiteX2" fmla="*/ 1270906 w 2553611"/>
                  <a:gd name="connsiteY2" fmla="*/ 1078117 h 1742044"/>
                  <a:gd name="connsiteX3" fmla="*/ 786696 w 2553611"/>
                  <a:gd name="connsiteY3" fmla="*/ 1386618 h 1742044"/>
                  <a:gd name="connsiteX4" fmla="*/ 558627 w 2553611"/>
                  <a:gd name="connsiteY4" fmla="*/ 1560360 h 1742044"/>
                  <a:gd name="connsiteX5" fmla="*/ 449739 w 2553611"/>
                  <a:gd name="connsiteY5" fmla="*/ 1651742 h 1742044"/>
                  <a:gd name="connsiteX6" fmla="*/ 397493 w 2553611"/>
                  <a:gd name="connsiteY6" fmla="*/ 1698282 h 1742044"/>
                  <a:gd name="connsiteX7" fmla="*/ 372392 w 2553611"/>
                  <a:gd name="connsiteY7" fmla="*/ 1721455 h 1742044"/>
                  <a:gd name="connsiteX8" fmla="*/ 350607 w 2553611"/>
                  <a:gd name="connsiteY8" fmla="*/ 1742045 h 1742044"/>
                  <a:gd name="connsiteX9" fmla="*/ 473105 w 2553611"/>
                  <a:gd name="connsiteY9" fmla="*/ 1304374 h 1742044"/>
                  <a:gd name="connsiteX10" fmla="*/ 0 w 2553611"/>
                  <a:gd name="connsiteY10" fmla="*/ 1421783 h 1742044"/>
                  <a:gd name="connsiteX11" fmla="*/ 16040 w 2553611"/>
                  <a:gd name="connsiteY11" fmla="*/ 1403622 h 1742044"/>
                  <a:gd name="connsiteX12" fmla="*/ 30306 w 2553611"/>
                  <a:gd name="connsiteY12" fmla="*/ 1387775 h 1742044"/>
                  <a:gd name="connsiteX13" fmla="*/ 58300 w 2553611"/>
                  <a:gd name="connsiteY13" fmla="*/ 1357392 h 1742044"/>
                  <a:gd name="connsiteX14" fmla="*/ 114286 w 2553611"/>
                  <a:gd name="connsiteY14" fmla="*/ 1298783 h 1742044"/>
                  <a:gd name="connsiteX15" fmla="*/ 228070 w 2553611"/>
                  <a:gd name="connsiteY15" fmla="*/ 1186503 h 1742044"/>
                  <a:gd name="connsiteX16" fmla="*/ 464237 w 2553611"/>
                  <a:gd name="connsiteY16" fmla="*/ 974589 h 1742044"/>
                  <a:gd name="connsiteX17" fmla="*/ 969384 w 2553611"/>
                  <a:gd name="connsiteY17" fmla="*/ 592557 h 1742044"/>
                  <a:gd name="connsiteX18" fmla="*/ 2097857 w 2553611"/>
                  <a:gd name="connsiteY18" fmla="*/ 0 h 1742044"/>
                  <a:gd name="connsiteX19" fmla="*/ 2553611 w 2553611"/>
                  <a:gd name="connsiteY19" fmla="*/ 209678 h 174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53611" h="1742044">
                    <a:moveTo>
                      <a:pt x="2553611" y="209678"/>
                    </a:moveTo>
                    <a:cubicBezTo>
                      <a:pt x="2466740" y="352727"/>
                      <a:pt x="2388159" y="494158"/>
                      <a:pt x="2316133" y="631655"/>
                    </a:cubicBezTo>
                    <a:cubicBezTo>
                      <a:pt x="1955193" y="739116"/>
                      <a:pt x="1603892" y="890263"/>
                      <a:pt x="1270906" y="1078117"/>
                    </a:cubicBezTo>
                    <a:cubicBezTo>
                      <a:pt x="1104452" y="1172005"/>
                      <a:pt x="942354" y="1274955"/>
                      <a:pt x="786696" y="1386618"/>
                    </a:cubicBezTo>
                    <a:cubicBezTo>
                      <a:pt x="708964" y="1442489"/>
                      <a:pt x="632465" y="1500248"/>
                      <a:pt x="558627" y="1560360"/>
                    </a:cubicBezTo>
                    <a:cubicBezTo>
                      <a:pt x="521649" y="1590320"/>
                      <a:pt x="485174" y="1620819"/>
                      <a:pt x="449739" y="1651742"/>
                    </a:cubicBezTo>
                    <a:cubicBezTo>
                      <a:pt x="432080" y="1667204"/>
                      <a:pt x="414497" y="1682743"/>
                      <a:pt x="397493" y="1698282"/>
                    </a:cubicBezTo>
                    <a:cubicBezTo>
                      <a:pt x="388933" y="1706070"/>
                      <a:pt x="380605" y="1713782"/>
                      <a:pt x="372392" y="1721455"/>
                    </a:cubicBezTo>
                    <a:lnTo>
                      <a:pt x="350607" y="1742045"/>
                    </a:lnTo>
                    <a:lnTo>
                      <a:pt x="473105" y="1304374"/>
                    </a:lnTo>
                    <a:lnTo>
                      <a:pt x="0" y="1421783"/>
                    </a:lnTo>
                    <a:lnTo>
                      <a:pt x="16040" y="1403622"/>
                    </a:lnTo>
                    <a:lnTo>
                      <a:pt x="30306" y="1387775"/>
                    </a:lnTo>
                    <a:cubicBezTo>
                      <a:pt x="39676" y="1377519"/>
                      <a:pt x="49007" y="1367301"/>
                      <a:pt x="58300" y="1357392"/>
                    </a:cubicBezTo>
                    <a:cubicBezTo>
                      <a:pt x="76923" y="1337419"/>
                      <a:pt x="95585" y="1318024"/>
                      <a:pt x="114286" y="1298783"/>
                    </a:cubicBezTo>
                    <a:cubicBezTo>
                      <a:pt x="151764" y="1260380"/>
                      <a:pt x="189666" y="1223095"/>
                      <a:pt x="228070" y="1186503"/>
                    </a:cubicBezTo>
                    <a:cubicBezTo>
                      <a:pt x="304800" y="1113127"/>
                      <a:pt x="383689" y="1042913"/>
                      <a:pt x="464237" y="974589"/>
                    </a:cubicBezTo>
                    <a:cubicBezTo>
                      <a:pt x="625370" y="838171"/>
                      <a:pt x="794061" y="710930"/>
                      <a:pt x="969384" y="592557"/>
                    </a:cubicBezTo>
                    <a:cubicBezTo>
                      <a:pt x="1319952" y="355889"/>
                      <a:pt x="1697973" y="155080"/>
                      <a:pt x="2097857" y="0"/>
                    </a:cubicBezTo>
                    <a:cubicBezTo>
                      <a:pt x="2254325" y="58762"/>
                      <a:pt x="2406706" y="128128"/>
                      <a:pt x="2553611" y="209678"/>
                    </a:cubicBezTo>
                    <a:close/>
                  </a:path>
                </a:pathLst>
              </a:custGeom>
              <a:solidFill>
                <a:srgbClr val="2346F5"/>
              </a:solidFill>
              <a:ln w="3856" cap="flat">
                <a:noFill/>
                <a:prstDash val="solid"/>
                <a:miter/>
              </a:ln>
            </p:spPr>
            <p:txBody>
              <a:bodyPr rtlCol="0" anchor="ctr"/>
              <a:lstStyle/>
              <a:p>
                <a:endParaRPr lang="zh-CN" altLang="en-US" dirty="0">
                  <a:solidFill>
                    <a:sysClr val="windowText" lastClr="000000"/>
                  </a:solidFill>
                  <a:latin typeface="微软雅黑" panose="020B0503020204020204" charset="-122"/>
                  <a:ea typeface="微软雅黑" panose="020B0503020204020204" charset="-122"/>
                </a:endParaRPr>
              </a:p>
            </p:txBody>
          </p:sp>
          <p:sp>
            <p:nvSpPr>
              <p:cNvPr id="16" name="任意多边形: 形状 16"/>
              <p:cNvSpPr/>
              <p:nvPr>
                <p:custDataLst>
                  <p:tags r:id="rId7"/>
                </p:custDataLst>
              </p:nvPr>
            </p:nvSpPr>
            <p:spPr>
              <a:xfrm>
                <a:off x="7111104" y="2634659"/>
                <a:ext cx="1245205" cy="662287"/>
              </a:xfrm>
              <a:custGeom>
                <a:avLst/>
                <a:gdLst>
                  <a:gd name="connsiteX0" fmla="*/ 0 w 1396180"/>
                  <a:gd name="connsiteY0" fmla="*/ 0 h 742586"/>
                  <a:gd name="connsiteX1" fmla="*/ 1396181 w 1396180"/>
                  <a:gd name="connsiteY1" fmla="*/ 0 h 742586"/>
                  <a:gd name="connsiteX2" fmla="*/ 1396181 w 1396180"/>
                  <a:gd name="connsiteY2" fmla="*/ 742586 h 742586"/>
                  <a:gd name="connsiteX3" fmla="*/ 0 w 1396180"/>
                  <a:gd name="connsiteY3" fmla="*/ 742586 h 742586"/>
                </a:gdLst>
                <a:ahLst/>
                <a:cxnLst>
                  <a:cxn ang="0">
                    <a:pos x="connsiteX0" y="connsiteY0"/>
                  </a:cxn>
                  <a:cxn ang="0">
                    <a:pos x="connsiteX1" y="connsiteY1"/>
                  </a:cxn>
                  <a:cxn ang="0">
                    <a:pos x="connsiteX2" y="connsiteY2"/>
                  </a:cxn>
                  <a:cxn ang="0">
                    <a:pos x="connsiteX3" y="connsiteY3"/>
                  </a:cxn>
                </a:cxnLst>
                <a:rect l="l" t="t" r="r" b="b"/>
                <a:pathLst>
                  <a:path w="1396180" h="742586">
                    <a:moveTo>
                      <a:pt x="0" y="0"/>
                    </a:moveTo>
                    <a:lnTo>
                      <a:pt x="1396181" y="0"/>
                    </a:lnTo>
                    <a:lnTo>
                      <a:pt x="1396181" y="742586"/>
                    </a:lnTo>
                    <a:lnTo>
                      <a:pt x="0" y="742586"/>
                    </a:lnTo>
                    <a:close/>
                  </a:path>
                </a:pathLst>
              </a:custGeom>
              <a:no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18" name="任意多边形: 形状 20"/>
              <p:cNvSpPr/>
              <p:nvPr>
                <p:custDataLst>
                  <p:tags r:id="rId8"/>
                </p:custDataLst>
              </p:nvPr>
            </p:nvSpPr>
            <p:spPr>
              <a:xfrm>
                <a:off x="476678" y="2789441"/>
                <a:ext cx="1245205" cy="662287"/>
              </a:xfrm>
              <a:custGeom>
                <a:avLst/>
                <a:gdLst>
                  <a:gd name="connsiteX0" fmla="*/ 0 w 1396180"/>
                  <a:gd name="connsiteY0" fmla="*/ 0 h 742586"/>
                  <a:gd name="connsiteX1" fmla="*/ 1396181 w 1396180"/>
                  <a:gd name="connsiteY1" fmla="*/ 0 h 742586"/>
                  <a:gd name="connsiteX2" fmla="*/ 1396181 w 1396180"/>
                  <a:gd name="connsiteY2" fmla="*/ 742586 h 742586"/>
                  <a:gd name="connsiteX3" fmla="*/ 0 w 1396180"/>
                  <a:gd name="connsiteY3" fmla="*/ 742586 h 742586"/>
                </a:gdLst>
                <a:ahLst/>
                <a:cxnLst>
                  <a:cxn ang="0">
                    <a:pos x="connsiteX0" y="connsiteY0"/>
                  </a:cxn>
                  <a:cxn ang="0">
                    <a:pos x="connsiteX1" y="connsiteY1"/>
                  </a:cxn>
                  <a:cxn ang="0">
                    <a:pos x="connsiteX2" y="connsiteY2"/>
                  </a:cxn>
                  <a:cxn ang="0">
                    <a:pos x="connsiteX3" y="connsiteY3"/>
                  </a:cxn>
                </a:cxnLst>
                <a:rect l="l" t="t" r="r" b="b"/>
                <a:pathLst>
                  <a:path w="1396180" h="742586">
                    <a:moveTo>
                      <a:pt x="0" y="0"/>
                    </a:moveTo>
                    <a:lnTo>
                      <a:pt x="1396181" y="0"/>
                    </a:lnTo>
                    <a:lnTo>
                      <a:pt x="1396181" y="742586"/>
                    </a:lnTo>
                    <a:lnTo>
                      <a:pt x="0" y="742586"/>
                    </a:lnTo>
                    <a:close/>
                  </a:path>
                </a:pathLst>
              </a:custGeom>
              <a:no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nvGrpSpPr>
              <p:cNvPr id="19" name="图形 4"/>
              <p:cNvGrpSpPr/>
              <p:nvPr/>
            </p:nvGrpSpPr>
            <p:grpSpPr>
              <a:xfrm>
                <a:off x="847557" y="3424389"/>
                <a:ext cx="611701" cy="611701"/>
                <a:chOff x="694003" y="3175172"/>
                <a:chExt cx="685867" cy="685867"/>
              </a:xfrm>
              <a:solidFill>
                <a:srgbClr val="2346F5"/>
              </a:solidFill>
            </p:grpSpPr>
            <p:sp>
              <p:nvSpPr>
                <p:cNvPr id="20" name="任意多边形: 形状 25"/>
                <p:cNvSpPr/>
                <p:nvPr>
                  <p:custDataLst>
                    <p:tags r:id="rId9"/>
                  </p:custDataLst>
                </p:nvPr>
              </p:nvSpPr>
              <p:spPr>
                <a:xfrm>
                  <a:off x="694003" y="3175172"/>
                  <a:ext cx="685867" cy="685867"/>
                </a:xfrm>
                <a:custGeom>
                  <a:avLst/>
                  <a:gdLst>
                    <a:gd name="connsiteX0" fmla="*/ 685867 w 685867"/>
                    <a:gd name="connsiteY0" fmla="*/ 342934 h 685867"/>
                    <a:gd name="connsiteX1" fmla="*/ 342934 w 685867"/>
                    <a:gd name="connsiteY1" fmla="*/ 685868 h 685867"/>
                    <a:gd name="connsiteX2" fmla="*/ 0 w 685867"/>
                    <a:gd name="connsiteY2" fmla="*/ 342934 h 685867"/>
                    <a:gd name="connsiteX3" fmla="*/ 342934 w 685867"/>
                    <a:gd name="connsiteY3" fmla="*/ 0 h 685867"/>
                    <a:gd name="connsiteX4" fmla="*/ 685867 w 685867"/>
                    <a:gd name="connsiteY4" fmla="*/ 342934 h 685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67" h="685867">
                      <a:moveTo>
                        <a:pt x="685867" y="342934"/>
                      </a:moveTo>
                      <a:cubicBezTo>
                        <a:pt x="685867" y="532331"/>
                        <a:pt x="532331" y="685868"/>
                        <a:pt x="342934" y="685868"/>
                      </a:cubicBezTo>
                      <a:cubicBezTo>
                        <a:pt x="153537" y="685868"/>
                        <a:pt x="0" y="532331"/>
                        <a:pt x="0" y="342934"/>
                      </a:cubicBezTo>
                      <a:cubicBezTo>
                        <a:pt x="0" y="153537"/>
                        <a:pt x="153537" y="0"/>
                        <a:pt x="342934" y="0"/>
                      </a:cubicBezTo>
                      <a:cubicBezTo>
                        <a:pt x="532331" y="0"/>
                        <a:pt x="685867" y="153537"/>
                        <a:pt x="685867" y="342934"/>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23" name="任意多边形: 形状 26"/>
                <p:cNvSpPr/>
                <p:nvPr>
                  <p:custDataLst>
                    <p:tags r:id="rId10"/>
                  </p:custDataLst>
                </p:nvPr>
              </p:nvSpPr>
              <p:spPr>
                <a:xfrm>
                  <a:off x="704529" y="3185737"/>
                  <a:ext cx="664814" cy="664814"/>
                </a:xfrm>
                <a:custGeom>
                  <a:avLst/>
                  <a:gdLst>
                    <a:gd name="connsiteX0" fmla="*/ 664815 w 664814"/>
                    <a:gd name="connsiteY0" fmla="*/ 332407 h 664814"/>
                    <a:gd name="connsiteX1" fmla="*/ 332407 w 664814"/>
                    <a:gd name="connsiteY1" fmla="*/ 664815 h 664814"/>
                    <a:gd name="connsiteX2" fmla="*/ 0 w 664814"/>
                    <a:gd name="connsiteY2" fmla="*/ 332407 h 664814"/>
                    <a:gd name="connsiteX3" fmla="*/ 386 w 664814"/>
                    <a:gd name="connsiteY3" fmla="*/ 316098 h 664814"/>
                    <a:gd name="connsiteX4" fmla="*/ 332369 w 664814"/>
                    <a:gd name="connsiteY4" fmla="*/ 0 h 664814"/>
                    <a:gd name="connsiteX5" fmla="*/ 584229 w 664814"/>
                    <a:gd name="connsiteY5" fmla="*/ 115442 h 664814"/>
                    <a:gd name="connsiteX6" fmla="*/ 664815 w 664814"/>
                    <a:gd name="connsiteY6" fmla="*/ 332407 h 664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4814" h="664814">
                      <a:moveTo>
                        <a:pt x="664815" y="332407"/>
                      </a:moveTo>
                      <a:cubicBezTo>
                        <a:pt x="664815" y="515981"/>
                        <a:pt x="515982" y="664815"/>
                        <a:pt x="332407" y="664815"/>
                      </a:cubicBezTo>
                      <a:cubicBezTo>
                        <a:pt x="148833" y="664815"/>
                        <a:pt x="0" y="515981"/>
                        <a:pt x="0" y="332407"/>
                      </a:cubicBezTo>
                      <a:cubicBezTo>
                        <a:pt x="0" y="326932"/>
                        <a:pt x="116" y="321496"/>
                        <a:pt x="386" y="316098"/>
                      </a:cubicBezTo>
                      <a:cubicBezTo>
                        <a:pt x="8907" y="140081"/>
                        <a:pt x="154270" y="0"/>
                        <a:pt x="332369" y="0"/>
                      </a:cubicBezTo>
                      <a:cubicBezTo>
                        <a:pt x="433043" y="0"/>
                        <a:pt x="523269" y="44766"/>
                        <a:pt x="584229" y="115442"/>
                      </a:cubicBezTo>
                      <a:cubicBezTo>
                        <a:pt x="634470" y="173665"/>
                        <a:pt x="664815" y="249469"/>
                        <a:pt x="664815" y="332407"/>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24" name="任意多边形: 形状 27"/>
                <p:cNvSpPr/>
                <p:nvPr>
                  <p:custDataLst>
                    <p:tags r:id="rId11"/>
                  </p:custDataLst>
                </p:nvPr>
              </p:nvSpPr>
              <p:spPr>
                <a:xfrm>
                  <a:off x="726777" y="3207947"/>
                  <a:ext cx="620319" cy="620357"/>
                </a:xfrm>
                <a:custGeom>
                  <a:avLst/>
                  <a:gdLst>
                    <a:gd name="connsiteX0" fmla="*/ 620319 w 620319"/>
                    <a:gd name="connsiteY0" fmla="*/ 310198 h 620357"/>
                    <a:gd name="connsiteX1" fmla="*/ 310160 w 620319"/>
                    <a:gd name="connsiteY1" fmla="*/ 620358 h 620357"/>
                    <a:gd name="connsiteX2" fmla="*/ 0 w 620319"/>
                    <a:gd name="connsiteY2" fmla="*/ 310198 h 620357"/>
                    <a:gd name="connsiteX3" fmla="*/ 386 w 620319"/>
                    <a:gd name="connsiteY3" fmla="*/ 294968 h 620357"/>
                    <a:gd name="connsiteX4" fmla="*/ 310198 w 620319"/>
                    <a:gd name="connsiteY4" fmla="*/ 0 h 620357"/>
                    <a:gd name="connsiteX5" fmla="*/ 545208 w 620319"/>
                    <a:gd name="connsiteY5" fmla="*/ 107731 h 620357"/>
                    <a:gd name="connsiteX6" fmla="*/ 620319 w 620319"/>
                    <a:gd name="connsiteY6" fmla="*/ 310198 h 62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19" h="620357">
                      <a:moveTo>
                        <a:pt x="620319" y="310198"/>
                      </a:moveTo>
                      <a:cubicBezTo>
                        <a:pt x="620319" y="481511"/>
                        <a:pt x="481434" y="620358"/>
                        <a:pt x="310160" y="620358"/>
                      </a:cubicBezTo>
                      <a:cubicBezTo>
                        <a:pt x="138847" y="620358"/>
                        <a:pt x="0" y="481472"/>
                        <a:pt x="0" y="310198"/>
                      </a:cubicBezTo>
                      <a:cubicBezTo>
                        <a:pt x="0" y="305070"/>
                        <a:pt x="116" y="300019"/>
                        <a:pt x="386" y="294968"/>
                      </a:cubicBezTo>
                      <a:cubicBezTo>
                        <a:pt x="8328" y="130750"/>
                        <a:pt x="144014" y="0"/>
                        <a:pt x="310198" y="0"/>
                      </a:cubicBezTo>
                      <a:cubicBezTo>
                        <a:pt x="404125" y="0"/>
                        <a:pt x="488336" y="41758"/>
                        <a:pt x="545208" y="107731"/>
                      </a:cubicBezTo>
                      <a:cubicBezTo>
                        <a:pt x="592018" y="162059"/>
                        <a:pt x="620319" y="232812"/>
                        <a:pt x="620319" y="310198"/>
                      </a:cubicBezTo>
                      <a:close/>
                    </a:path>
                  </a:pathLst>
                </a:custGeom>
                <a:solidFill>
                  <a:srgbClr val="2346F5"/>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25" name="图形 4"/>
              <p:cNvGrpSpPr/>
              <p:nvPr/>
            </p:nvGrpSpPr>
            <p:grpSpPr>
              <a:xfrm>
                <a:off x="2634312" y="2620387"/>
                <a:ext cx="881444" cy="881444"/>
                <a:chOff x="2697393" y="2273689"/>
                <a:chExt cx="988315" cy="988315"/>
              </a:xfrm>
              <a:solidFill>
                <a:srgbClr val="2346F5"/>
              </a:solidFill>
            </p:grpSpPr>
            <p:sp>
              <p:nvSpPr>
                <p:cNvPr id="30" name="任意多边形: 形状 32"/>
                <p:cNvSpPr/>
                <p:nvPr>
                  <p:custDataLst>
                    <p:tags r:id="rId12"/>
                  </p:custDataLst>
                </p:nvPr>
              </p:nvSpPr>
              <p:spPr>
                <a:xfrm>
                  <a:off x="2697393" y="2273689"/>
                  <a:ext cx="988315" cy="988315"/>
                </a:xfrm>
                <a:custGeom>
                  <a:avLst/>
                  <a:gdLst>
                    <a:gd name="connsiteX0" fmla="*/ 988316 w 988315"/>
                    <a:gd name="connsiteY0" fmla="*/ 494158 h 988315"/>
                    <a:gd name="connsiteX1" fmla="*/ 494158 w 988315"/>
                    <a:gd name="connsiteY1" fmla="*/ 988316 h 988315"/>
                    <a:gd name="connsiteX2" fmla="*/ 0 w 988315"/>
                    <a:gd name="connsiteY2" fmla="*/ 494158 h 988315"/>
                    <a:gd name="connsiteX3" fmla="*/ 494158 w 988315"/>
                    <a:gd name="connsiteY3" fmla="*/ 0 h 988315"/>
                    <a:gd name="connsiteX4" fmla="*/ 988316 w 988315"/>
                    <a:gd name="connsiteY4" fmla="*/ 494158 h 988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315" h="988315">
                      <a:moveTo>
                        <a:pt x="988316" y="494158"/>
                      </a:moveTo>
                      <a:cubicBezTo>
                        <a:pt x="988316" y="767074"/>
                        <a:pt x="767073" y="988316"/>
                        <a:pt x="494158" y="988316"/>
                      </a:cubicBezTo>
                      <a:cubicBezTo>
                        <a:pt x="221242" y="988316"/>
                        <a:pt x="0" y="767074"/>
                        <a:pt x="0" y="494158"/>
                      </a:cubicBezTo>
                      <a:cubicBezTo>
                        <a:pt x="0" y="221242"/>
                        <a:pt x="221242" y="0"/>
                        <a:pt x="494158" y="0"/>
                      </a:cubicBezTo>
                      <a:cubicBezTo>
                        <a:pt x="767074" y="0"/>
                        <a:pt x="988316" y="221242"/>
                        <a:pt x="988316" y="494158"/>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31" name="任意多边形: 形状 33"/>
                <p:cNvSpPr/>
                <p:nvPr>
                  <p:custDataLst>
                    <p:tags r:id="rId13"/>
                  </p:custDataLst>
                </p:nvPr>
              </p:nvSpPr>
              <p:spPr>
                <a:xfrm>
                  <a:off x="2712546" y="2288843"/>
                  <a:ext cx="957970" cy="957970"/>
                </a:xfrm>
                <a:custGeom>
                  <a:avLst/>
                  <a:gdLst>
                    <a:gd name="connsiteX0" fmla="*/ 957970 w 957970"/>
                    <a:gd name="connsiteY0" fmla="*/ 479005 h 957970"/>
                    <a:gd name="connsiteX1" fmla="*/ 478966 w 957970"/>
                    <a:gd name="connsiteY1" fmla="*/ 957971 h 957970"/>
                    <a:gd name="connsiteX2" fmla="*/ 0 w 957970"/>
                    <a:gd name="connsiteY2" fmla="*/ 479005 h 957970"/>
                    <a:gd name="connsiteX3" fmla="*/ 578 w 957970"/>
                    <a:gd name="connsiteY3" fmla="*/ 455484 h 957970"/>
                    <a:gd name="connsiteX4" fmla="*/ 479004 w 957970"/>
                    <a:gd name="connsiteY4" fmla="*/ 0 h 957970"/>
                    <a:gd name="connsiteX5" fmla="*/ 841911 w 957970"/>
                    <a:gd name="connsiteY5" fmla="*/ 166339 h 957970"/>
                    <a:gd name="connsiteX6" fmla="*/ 957970 w 957970"/>
                    <a:gd name="connsiteY6" fmla="*/ 479005 h 95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7970" h="957970">
                      <a:moveTo>
                        <a:pt x="957970" y="479005"/>
                      </a:moveTo>
                      <a:cubicBezTo>
                        <a:pt x="957970" y="743550"/>
                        <a:pt x="743512" y="957971"/>
                        <a:pt x="478966" y="957971"/>
                      </a:cubicBezTo>
                      <a:cubicBezTo>
                        <a:pt x="214420" y="957971"/>
                        <a:pt x="0" y="743512"/>
                        <a:pt x="0" y="479005"/>
                      </a:cubicBezTo>
                      <a:cubicBezTo>
                        <a:pt x="0" y="471100"/>
                        <a:pt x="193" y="463273"/>
                        <a:pt x="578" y="455484"/>
                      </a:cubicBezTo>
                      <a:cubicBezTo>
                        <a:pt x="12840" y="201850"/>
                        <a:pt x="222363" y="0"/>
                        <a:pt x="479004" y="0"/>
                      </a:cubicBezTo>
                      <a:cubicBezTo>
                        <a:pt x="624059" y="0"/>
                        <a:pt x="754076" y="64469"/>
                        <a:pt x="841911" y="166339"/>
                      </a:cubicBezTo>
                      <a:cubicBezTo>
                        <a:pt x="914246" y="250279"/>
                        <a:pt x="957970" y="359514"/>
                        <a:pt x="957970" y="479005"/>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32" name="任意多边形: 形状 34"/>
                <p:cNvSpPr/>
                <p:nvPr>
                  <p:custDataLst>
                    <p:tags r:id="rId14"/>
                  </p:custDataLst>
                </p:nvPr>
              </p:nvSpPr>
              <p:spPr>
                <a:xfrm>
                  <a:off x="2744588" y="2320884"/>
                  <a:ext cx="893925" cy="893925"/>
                </a:xfrm>
                <a:custGeom>
                  <a:avLst/>
                  <a:gdLst>
                    <a:gd name="connsiteX0" fmla="*/ 893926 w 893925"/>
                    <a:gd name="connsiteY0" fmla="*/ 446963 h 893925"/>
                    <a:gd name="connsiteX1" fmla="*/ 446963 w 893925"/>
                    <a:gd name="connsiteY1" fmla="*/ 893926 h 893925"/>
                    <a:gd name="connsiteX2" fmla="*/ 0 w 893925"/>
                    <a:gd name="connsiteY2" fmla="*/ 446963 h 893925"/>
                    <a:gd name="connsiteX3" fmla="*/ 540 w 893925"/>
                    <a:gd name="connsiteY3" fmla="*/ 425023 h 893925"/>
                    <a:gd name="connsiteX4" fmla="*/ 446963 w 893925"/>
                    <a:gd name="connsiteY4" fmla="*/ 0 h 893925"/>
                    <a:gd name="connsiteX5" fmla="*/ 785617 w 893925"/>
                    <a:gd name="connsiteY5" fmla="*/ 155234 h 893925"/>
                    <a:gd name="connsiteX6" fmla="*/ 893926 w 893925"/>
                    <a:gd name="connsiteY6" fmla="*/ 446963 h 893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3925" h="893925">
                      <a:moveTo>
                        <a:pt x="893926" y="446963"/>
                      </a:moveTo>
                      <a:cubicBezTo>
                        <a:pt x="893926" y="693810"/>
                        <a:pt x="693810" y="893926"/>
                        <a:pt x="446963" y="893926"/>
                      </a:cubicBezTo>
                      <a:cubicBezTo>
                        <a:pt x="200115" y="893926"/>
                        <a:pt x="0" y="693810"/>
                        <a:pt x="0" y="446963"/>
                      </a:cubicBezTo>
                      <a:cubicBezTo>
                        <a:pt x="0" y="439598"/>
                        <a:pt x="154" y="432272"/>
                        <a:pt x="540" y="425023"/>
                      </a:cubicBezTo>
                      <a:cubicBezTo>
                        <a:pt x="11953" y="188355"/>
                        <a:pt x="207480" y="0"/>
                        <a:pt x="446963" y="0"/>
                      </a:cubicBezTo>
                      <a:cubicBezTo>
                        <a:pt x="582340" y="0"/>
                        <a:pt x="703643" y="60150"/>
                        <a:pt x="785617" y="155234"/>
                      </a:cubicBezTo>
                      <a:cubicBezTo>
                        <a:pt x="853093" y="233545"/>
                        <a:pt x="893926" y="335453"/>
                        <a:pt x="893926" y="446963"/>
                      </a:cubicBezTo>
                      <a:close/>
                    </a:path>
                  </a:pathLst>
                </a:custGeom>
                <a:solidFill>
                  <a:srgbClr val="4B68F7"/>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37" name="图形 4"/>
              <p:cNvGrpSpPr/>
              <p:nvPr/>
            </p:nvGrpSpPr>
            <p:grpSpPr>
              <a:xfrm>
                <a:off x="4179420" y="3377690"/>
                <a:ext cx="783162" cy="783162"/>
                <a:chOff x="4429837" y="3122811"/>
                <a:chExt cx="878117" cy="878117"/>
              </a:xfrm>
              <a:solidFill>
                <a:srgbClr val="2346F5"/>
              </a:solidFill>
            </p:grpSpPr>
            <p:sp>
              <p:nvSpPr>
                <p:cNvPr id="38" name="任意多边形: 形状 39"/>
                <p:cNvSpPr/>
                <p:nvPr>
                  <p:custDataLst>
                    <p:tags r:id="rId15"/>
                  </p:custDataLst>
                </p:nvPr>
              </p:nvSpPr>
              <p:spPr>
                <a:xfrm>
                  <a:off x="4429837" y="3122811"/>
                  <a:ext cx="878117" cy="878117"/>
                </a:xfrm>
                <a:custGeom>
                  <a:avLst/>
                  <a:gdLst>
                    <a:gd name="connsiteX0" fmla="*/ 878117 w 878117"/>
                    <a:gd name="connsiteY0" fmla="*/ 439059 h 878117"/>
                    <a:gd name="connsiteX1" fmla="*/ 439059 w 878117"/>
                    <a:gd name="connsiteY1" fmla="*/ 878117 h 878117"/>
                    <a:gd name="connsiteX2" fmla="*/ 0 w 878117"/>
                    <a:gd name="connsiteY2" fmla="*/ 439059 h 878117"/>
                    <a:gd name="connsiteX3" fmla="*/ 439059 w 878117"/>
                    <a:gd name="connsiteY3" fmla="*/ 0 h 878117"/>
                    <a:gd name="connsiteX4" fmla="*/ 878117 w 878117"/>
                    <a:gd name="connsiteY4" fmla="*/ 439059 h 8781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117" h="878117">
                      <a:moveTo>
                        <a:pt x="878117" y="439059"/>
                      </a:moveTo>
                      <a:cubicBezTo>
                        <a:pt x="878117" y="681544"/>
                        <a:pt x="681544" y="878117"/>
                        <a:pt x="439059" y="878117"/>
                      </a:cubicBezTo>
                      <a:cubicBezTo>
                        <a:pt x="196573" y="878117"/>
                        <a:pt x="0" y="681544"/>
                        <a:pt x="0" y="439059"/>
                      </a:cubicBezTo>
                      <a:cubicBezTo>
                        <a:pt x="0" y="196573"/>
                        <a:pt x="196573" y="0"/>
                        <a:pt x="439059" y="0"/>
                      </a:cubicBezTo>
                      <a:cubicBezTo>
                        <a:pt x="681544" y="0"/>
                        <a:pt x="878117" y="196573"/>
                        <a:pt x="878117" y="439059"/>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39" name="任意多边形: 形状 40"/>
                <p:cNvSpPr/>
                <p:nvPr>
                  <p:custDataLst>
                    <p:tags r:id="rId16"/>
                  </p:custDataLst>
                </p:nvPr>
              </p:nvSpPr>
              <p:spPr>
                <a:xfrm>
                  <a:off x="4443293" y="3136268"/>
                  <a:ext cx="851165" cy="851165"/>
                </a:xfrm>
                <a:custGeom>
                  <a:avLst/>
                  <a:gdLst>
                    <a:gd name="connsiteX0" fmla="*/ 851165 w 851165"/>
                    <a:gd name="connsiteY0" fmla="*/ 425602 h 851165"/>
                    <a:gd name="connsiteX1" fmla="*/ 425563 w 851165"/>
                    <a:gd name="connsiteY1" fmla="*/ 851165 h 851165"/>
                    <a:gd name="connsiteX2" fmla="*/ 0 w 851165"/>
                    <a:gd name="connsiteY2" fmla="*/ 425602 h 851165"/>
                    <a:gd name="connsiteX3" fmla="*/ 501 w 851165"/>
                    <a:gd name="connsiteY3" fmla="*/ 404703 h 851165"/>
                    <a:gd name="connsiteX4" fmla="*/ 425563 w 851165"/>
                    <a:gd name="connsiteY4" fmla="*/ 0 h 851165"/>
                    <a:gd name="connsiteX5" fmla="*/ 748023 w 851165"/>
                    <a:gd name="connsiteY5" fmla="*/ 147792 h 851165"/>
                    <a:gd name="connsiteX6" fmla="*/ 851165 w 851165"/>
                    <a:gd name="connsiteY6" fmla="*/ 425602 h 851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165" h="851165">
                      <a:moveTo>
                        <a:pt x="851165" y="425602"/>
                      </a:moveTo>
                      <a:cubicBezTo>
                        <a:pt x="851165" y="660651"/>
                        <a:pt x="660612" y="851165"/>
                        <a:pt x="425563" y="851165"/>
                      </a:cubicBezTo>
                      <a:cubicBezTo>
                        <a:pt x="190515" y="851165"/>
                        <a:pt x="0" y="660612"/>
                        <a:pt x="0" y="425602"/>
                      </a:cubicBezTo>
                      <a:cubicBezTo>
                        <a:pt x="0" y="418584"/>
                        <a:pt x="154" y="411644"/>
                        <a:pt x="501" y="404703"/>
                      </a:cubicBezTo>
                      <a:cubicBezTo>
                        <a:pt x="11374" y="179371"/>
                        <a:pt x="197532" y="0"/>
                        <a:pt x="425563" y="0"/>
                      </a:cubicBezTo>
                      <a:cubicBezTo>
                        <a:pt x="554462" y="0"/>
                        <a:pt x="669943" y="57297"/>
                        <a:pt x="748023" y="147792"/>
                      </a:cubicBezTo>
                      <a:cubicBezTo>
                        <a:pt x="812299" y="222363"/>
                        <a:pt x="851165" y="319414"/>
                        <a:pt x="851165" y="425602"/>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44" name="任意多边形: 形状 41"/>
                <p:cNvSpPr/>
                <p:nvPr>
                  <p:custDataLst>
                    <p:tags r:id="rId17"/>
                  </p:custDataLst>
                </p:nvPr>
              </p:nvSpPr>
              <p:spPr>
                <a:xfrm>
                  <a:off x="4471749" y="3164723"/>
                  <a:ext cx="794253" cy="794253"/>
                </a:xfrm>
                <a:custGeom>
                  <a:avLst/>
                  <a:gdLst>
                    <a:gd name="connsiteX0" fmla="*/ 794254 w 794253"/>
                    <a:gd name="connsiteY0" fmla="*/ 397146 h 794253"/>
                    <a:gd name="connsiteX1" fmla="*/ 397108 w 794253"/>
                    <a:gd name="connsiteY1" fmla="*/ 794254 h 794253"/>
                    <a:gd name="connsiteX2" fmla="*/ 0 w 794253"/>
                    <a:gd name="connsiteY2" fmla="*/ 397146 h 794253"/>
                    <a:gd name="connsiteX3" fmla="*/ 463 w 794253"/>
                    <a:gd name="connsiteY3" fmla="*/ 377636 h 794253"/>
                    <a:gd name="connsiteX4" fmla="*/ 397108 w 794253"/>
                    <a:gd name="connsiteY4" fmla="*/ 0 h 794253"/>
                    <a:gd name="connsiteX5" fmla="*/ 698013 w 794253"/>
                    <a:gd name="connsiteY5" fmla="*/ 137922 h 794253"/>
                    <a:gd name="connsiteX6" fmla="*/ 794254 w 794253"/>
                    <a:gd name="connsiteY6" fmla="*/ 397146 h 794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4253" h="794253">
                      <a:moveTo>
                        <a:pt x="794254" y="397146"/>
                      </a:moveTo>
                      <a:cubicBezTo>
                        <a:pt x="794254" y="616464"/>
                        <a:pt x="616463" y="794254"/>
                        <a:pt x="397108" y="794254"/>
                      </a:cubicBezTo>
                      <a:cubicBezTo>
                        <a:pt x="177790" y="794254"/>
                        <a:pt x="0" y="616464"/>
                        <a:pt x="0" y="397146"/>
                      </a:cubicBezTo>
                      <a:cubicBezTo>
                        <a:pt x="0" y="390591"/>
                        <a:pt x="154" y="384114"/>
                        <a:pt x="463" y="377636"/>
                      </a:cubicBezTo>
                      <a:cubicBezTo>
                        <a:pt x="10603" y="167380"/>
                        <a:pt x="184345" y="0"/>
                        <a:pt x="397108" y="0"/>
                      </a:cubicBezTo>
                      <a:cubicBezTo>
                        <a:pt x="517370" y="0"/>
                        <a:pt x="625177" y="53441"/>
                        <a:pt x="698013" y="137922"/>
                      </a:cubicBezTo>
                      <a:cubicBezTo>
                        <a:pt x="758009" y="207480"/>
                        <a:pt x="794254" y="298052"/>
                        <a:pt x="794254" y="397146"/>
                      </a:cubicBezTo>
                      <a:close/>
                    </a:path>
                  </a:pathLst>
                </a:custGeom>
                <a:solidFill>
                  <a:srgbClr val="98A8FA"/>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45" name="图形 4"/>
              <p:cNvGrpSpPr/>
              <p:nvPr/>
            </p:nvGrpSpPr>
            <p:grpSpPr>
              <a:xfrm>
                <a:off x="5899908" y="3313452"/>
                <a:ext cx="786669" cy="786670"/>
                <a:chOff x="6358926" y="3050785"/>
                <a:chExt cx="882049" cy="882050"/>
              </a:xfrm>
              <a:solidFill>
                <a:srgbClr val="2346F5"/>
              </a:solidFill>
            </p:grpSpPr>
            <p:sp>
              <p:nvSpPr>
                <p:cNvPr id="46" name="任意多边形: 形状 46"/>
                <p:cNvSpPr/>
                <p:nvPr>
                  <p:custDataLst>
                    <p:tags r:id="rId18"/>
                  </p:custDataLst>
                </p:nvPr>
              </p:nvSpPr>
              <p:spPr>
                <a:xfrm>
                  <a:off x="6358926" y="3050785"/>
                  <a:ext cx="882049" cy="882050"/>
                </a:xfrm>
                <a:custGeom>
                  <a:avLst/>
                  <a:gdLst>
                    <a:gd name="connsiteX0" fmla="*/ 882050 w 882049"/>
                    <a:gd name="connsiteY0" fmla="*/ 441025 h 882050"/>
                    <a:gd name="connsiteX1" fmla="*/ 441025 w 882049"/>
                    <a:gd name="connsiteY1" fmla="*/ 882050 h 882050"/>
                    <a:gd name="connsiteX2" fmla="*/ 0 w 882049"/>
                    <a:gd name="connsiteY2" fmla="*/ 441025 h 882050"/>
                    <a:gd name="connsiteX3" fmla="*/ 441025 w 882049"/>
                    <a:gd name="connsiteY3" fmla="*/ 0 h 882050"/>
                    <a:gd name="connsiteX4" fmla="*/ 882050 w 882049"/>
                    <a:gd name="connsiteY4" fmla="*/ 441025 h 882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49" h="882050">
                      <a:moveTo>
                        <a:pt x="882050" y="441025"/>
                      </a:moveTo>
                      <a:cubicBezTo>
                        <a:pt x="882050" y="684596"/>
                        <a:pt x="684596" y="882050"/>
                        <a:pt x="441025" y="882050"/>
                      </a:cubicBezTo>
                      <a:cubicBezTo>
                        <a:pt x="197454" y="882050"/>
                        <a:pt x="0" y="684596"/>
                        <a:pt x="0" y="441025"/>
                      </a:cubicBezTo>
                      <a:cubicBezTo>
                        <a:pt x="0" y="197454"/>
                        <a:pt x="197454" y="0"/>
                        <a:pt x="441025" y="0"/>
                      </a:cubicBezTo>
                      <a:cubicBezTo>
                        <a:pt x="684596" y="0"/>
                        <a:pt x="882050" y="197453"/>
                        <a:pt x="882050" y="441025"/>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51" name="任意多边形: 形状 47"/>
                <p:cNvSpPr/>
                <p:nvPr>
                  <p:custDataLst>
                    <p:tags r:id="rId19"/>
                  </p:custDataLst>
                </p:nvPr>
              </p:nvSpPr>
              <p:spPr>
                <a:xfrm>
                  <a:off x="6372459" y="3064319"/>
                  <a:ext cx="854982" cy="854982"/>
                </a:xfrm>
                <a:custGeom>
                  <a:avLst/>
                  <a:gdLst>
                    <a:gd name="connsiteX0" fmla="*/ 854982 w 854982"/>
                    <a:gd name="connsiteY0" fmla="*/ 427491 h 854982"/>
                    <a:gd name="connsiteX1" fmla="*/ 427491 w 854982"/>
                    <a:gd name="connsiteY1" fmla="*/ 854982 h 854982"/>
                    <a:gd name="connsiteX2" fmla="*/ 0 w 854982"/>
                    <a:gd name="connsiteY2" fmla="*/ 427491 h 854982"/>
                    <a:gd name="connsiteX3" fmla="*/ 501 w 854982"/>
                    <a:gd name="connsiteY3" fmla="*/ 406516 h 854982"/>
                    <a:gd name="connsiteX4" fmla="*/ 427491 w 854982"/>
                    <a:gd name="connsiteY4" fmla="*/ 0 h 854982"/>
                    <a:gd name="connsiteX5" fmla="*/ 751377 w 854982"/>
                    <a:gd name="connsiteY5" fmla="*/ 148486 h 854982"/>
                    <a:gd name="connsiteX6" fmla="*/ 854982 w 854982"/>
                    <a:gd name="connsiteY6" fmla="*/ 427491 h 854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982" h="854982">
                      <a:moveTo>
                        <a:pt x="854982" y="427491"/>
                      </a:moveTo>
                      <a:cubicBezTo>
                        <a:pt x="854982" y="663581"/>
                        <a:pt x="663581" y="854982"/>
                        <a:pt x="427491" y="854982"/>
                      </a:cubicBezTo>
                      <a:cubicBezTo>
                        <a:pt x="191401" y="854982"/>
                        <a:pt x="0" y="663581"/>
                        <a:pt x="0" y="427491"/>
                      </a:cubicBezTo>
                      <a:cubicBezTo>
                        <a:pt x="0" y="420435"/>
                        <a:pt x="154" y="413456"/>
                        <a:pt x="501" y="406516"/>
                      </a:cubicBezTo>
                      <a:cubicBezTo>
                        <a:pt x="11452" y="180142"/>
                        <a:pt x="198419" y="0"/>
                        <a:pt x="427491" y="0"/>
                      </a:cubicBezTo>
                      <a:cubicBezTo>
                        <a:pt x="556969" y="0"/>
                        <a:pt x="672989" y="57567"/>
                        <a:pt x="751377" y="148486"/>
                      </a:cubicBezTo>
                      <a:cubicBezTo>
                        <a:pt x="815962" y="223366"/>
                        <a:pt x="854982" y="320840"/>
                        <a:pt x="854982" y="427491"/>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52" name="任意多边形: 形状 48"/>
                <p:cNvSpPr/>
                <p:nvPr>
                  <p:custDataLst>
                    <p:tags r:id="rId20"/>
                  </p:custDataLst>
                </p:nvPr>
              </p:nvSpPr>
              <p:spPr>
                <a:xfrm>
                  <a:off x="6401031" y="3092890"/>
                  <a:ext cx="797839" cy="797839"/>
                </a:xfrm>
                <a:custGeom>
                  <a:avLst/>
                  <a:gdLst>
                    <a:gd name="connsiteX0" fmla="*/ 797840 w 797839"/>
                    <a:gd name="connsiteY0" fmla="*/ 398920 h 797839"/>
                    <a:gd name="connsiteX1" fmla="*/ 398920 w 797839"/>
                    <a:gd name="connsiteY1" fmla="*/ 797840 h 797839"/>
                    <a:gd name="connsiteX2" fmla="*/ 0 w 797839"/>
                    <a:gd name="connsiteY2" fmla="*/ 398920 h 797839"/>
                    <a:gd name="connsiteX3" fmla="*/ 463 w 797839"/>
                    <a:gd name="connsiteY3" fmla="*/ 379332 h 797839"/>
                    <a:gd name="connsiteX4" fmla="*/ 398882 w 797839"/>
                    <a:gd name="connsiteY4" fmla="*/ 0 h 797839"/>
                    <a:gd name="connsiteX5" fmla="*/ 701136 w 797839"/>
                    <a:gd name="connsiteY5" fmla="*/ 138539 h 797839"/>
                    <a:gd name="connsiteX6" fmla="*/ 797840 w 797839"/>
                    <a:gd name="connsiteY6" fmla="*/ 398920 h 797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7839" h="797839">
                      <a:moveTo>
                        <a:pt x="797840" y="398920"/>
                      </a:moveTo>
                      <a:cubicBezTo>
                        <a:pt x="797840" y="619240"/>
                        <a:pt x="619239" y="797840"/>
                        <a:pt x="398920" y="797840"/>
                      </a:cubicBezTo>
                      <a:cubicBezTo>
                        <a:pt x="178600" y="797840"/>
                        <a:pt x="0" y="619240"/>
                        <a:pt x="0" y="398920"/>
                      </a:cubicBezTo>
                      <a:cubicBezTo>
                        <a:pt x="0" y="392365"/>
                        <a:pt x="154" y="385810"/>
                        <a:pt x="463" y="379332"/>
                      </a:cubicBezTo>
                      <a:cubicBezTo>
                        <a:pt x="10681" y="168112"/>
                        <a:pt x="185155" y="0"/>
                        <a:pt x="398882" y="0"/>
                      </a:cubicBezTo>
                      <a:cubicBezTo>
                        <a:pt x="519683" y="0"/>
                        <a:pt x="627954" y="53711"/>
                        <a:pt x="701136" y="138539"/>
                      </a:cubicBezTo>
                      <a:cubicBezTo>
                        <a:pt x="761402" y="208444"/>
                        <a:pt x="797840" y="299402"/>
                        <a:pt x="797840" y="398920"/>
                      </a:cubicBezTo>
                      <a:close/>
                    </a:path>
                  </a:pathLst>
                </a:custGeom>
                <a:solidFill>
                  <a:srgbClr val="CFD6FD"/>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53" name="图形 4"/>
              <p:cNvGrpSpPr/>
              <p:nvPr/>
            </p:nvGrpSpPr>
            <p:grpSpPr>
              <a:xfrm>
                <a:off x="7598422" y="3553965"/>
                <a:ext cx="1076771" cy="1076771"/>
                <a:chOff x="8263376" y="3320459"/>
                <a:chExt cx="1207324" cy="1207324"/>
              </a:xfrm>
              <a:solidFill>
                <a:srgbClr val="2346F5"/>
              </a:solidFill>
            </p:grpSpPr>
            <p:sp>
              <p:nvSpPr>
                <p:cNvPr id="58" name="任意多边形: 形状 53"/>
                <p:cNvSpPr/>
                <p:nvPr>
                  <p:custDataLst>
                    <p:tags r:id="rId21"/>
                  </p:custDataLst>
                </p:nvPr>
              </p:nvSpPr>
              <p:spPr>
                <a:xfrm>
                  <a:off x="8263376" y="3320459"/>
                  <a:ext cx="1207324" cy="1207324"/>
                </a:xfrm>
                <a:custGeom>
                  <a:avLst/>
                  <a:gdLst>
                    <a:gd name="connsiteX0" fmla="*/ 1207324 w 1207324"/>
                    <a:gd name="connsiteY0" fmla="*/ 603662 h 1207324"/>
                    <a:gd name="connsiteX1" fmla="*/ 603662 w 1207324"/>
                    <a:gd name="connsiteY1" fmla="*/ 1207324 h 1207324"/>
                    <a:gd name="connsiteX2" fmla="*/ -1 w 1207324"/>
                    <a:gd name="connsiteY2" fmla="*/ 603662 h 1207324"/>
                    <a:gd name="connsiteX3" fmla="*/ 603662 w 1207324"/>
                    <a:gd name="connsiteY3" fmla="*/ 0 h 1207324"/>
                    <a:gd name="connsiteX4" fmla="*/ 1207324 w 1207324"/>
                    <a:gd name="connsiteY4" fmla="*/ 603662 h 1207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7324" h="1207324">
                      <a:moveTo>
                        <a:pt x="1207324" y="603662"/>
                      </a:moveTo>
                      <a:cubicBezTo>
                        <a:pt x="1207324" y="937055"/>
                        <a:pt x="937056" y="1207324"/>
                        <a:pt x="603662" y="1207324"/>
                      </a:cubicBezTo>
                      <a:cubicBezTo>
                        <a:pt x="270268" y="1207324"/>
                        <a:pt x="-1" y="937055"/>
                        <a:pt x="-1" y="603662"/>
                      </a:cubicBezTo>
                      <a:cubicBezTo>
                        <a:pt x="-1" y="270269"/>
                        <a:pt x="270268" y="0"/>
                        <a:pt x="603662" y="0"/>
                      </a:cubicBezTo>
                      <a:cubicBezTo>
                        <a:pt x="937056" y="0"/>
                        <a:pt x="1207324" y="270269"/>
                        <a:pt x="1207324" y="603662"/>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59" name="任意多边形: 形状 54"/>
                <p:cNvSpPr/>
                <p:nvPr>
                  <p:custDataLst>
                    <p:tags r:id="rId22"/>
                  </p:custDataLst>
                </p:nvPr>
              </p:nvSpPr>
              <p:spPr>
                <a:xfrm>
                  <a:off x="8281922" y="3338966"/>
                  <a:ext cx="1170270" cy="1170270"/>
                </a:xfrm>
                <a:custGeom>
                  <a:avLst/>
                  <a:gdLst>
                    <a:gd name="connsiteX0" fmla="*/ 1170270 w 1170270"/>
                    <a:gd name="connsiteY0" fmla="*/ 585154 h 1170270"/>
                    <a:gd name="connsiteX1" fmla="*/ 585116 w 1170270"/>
                    <a:gd name="connsiteY1" fmla="*/ 1170270 h 1170270"/>
                    <a:gd name="connsiteX2" fmla="*/ 0 w 1170270"/>
                    <a:gd name="connsiteY2" fmla="*/ 585154 h 1170270"/>
                    <a:gd name="connsiteX3" fmla="*/ 695 w 1170270"/>
                    <a:gd name="connsiteY3" fmla="*/ 556429 h 1170270"/>
                    <a:gd name="connsiteX4" fmla="*/ 585116 w 1170270"/>
                    <a:gd name="connsiteY4" fmla="*/ 0 h 1170270"/>
                    <a:gd name="connsiteX5" fmla="*/ 1028454 w 1170270"/>
                    <a:gd name="connsiteY5" fmla="*/ 203239 h 1170270"/>
                    <a:gd name="connsiteX6" fmla="*/ 1170270 w 1170270"/>
                    <a:gd name="connsiteY6" fmla="*/ 585154 h 117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0270" h="1170270">
                      <a:moveTo>
                        <a:pt x="1170270" y="585154"/>
                      </a:moveTo>
                      <a:cubicBezTo>
                        <a:pt x="1170270" y="908308"/>
                        <a:pt x="908308" y="1170270"/>
                        <a:pt x="585116" y="1170270"/>
                      </a:cubicBezTo>
                      <a:cubicBezTo>
                        <a:pt x="261963" y="1170270"/>
                        <a:pt x="0" y="908308"/>
                        <a:pt x="0" y="585154"/>
                      </a:cubicBezTo>
                      <a:cubicBezTo>
                        <a:pt x="0" y="575515"/>
                        <a:pt x="232" y="565953"/>
                        <a:pt x="695" y="556429"/>
                      </a:cubicBezTo>
                      <a:cubicBezTo>
                        <a:pt x="15655" y="246616"/>
                        <a:pt x="271602" y="0"/>
                        <a:pt x="585116" y="0"/>
                      </a:cubicBezTo>
                      <a:cubicBezTo>
                        <a:pt x="762328" y="0"/>
                        <a:pt x="921148" y="78774"/>
                        <a:pt x="1028454" y="203239"/>
                      </a:cubicBezTo>
                      <a:cubicBezTo>
                        <a:pt x="1116829" y="305725"/>
                        <a:pt x="1170270" y="439174"/>
                        <a:pt x="1170270" y="585154"/>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60" name="任意多边形: 形状 55"/>
                <p:cNvSpPr/>
                <p:nvPr>
                  <p:custDataLst>
                    <p:tags r:id="rId23"/>
                  </p:custDataLst>
                </p:nvPr>
              </p:nvSpPr>
              <p:spPr>
                <a:xfrm>
                  <a:off x="8321059" y="3378103"/>
                  <a:ext cx="1091997" cy="1091997"/>
                </a:xfrm>
                <a:custGeom>
                  <a:avLst/>
                  <a:gdLst>
                    <a:gd name="connsiteX0" fmla="*/ 1091997 w 1091997"/>
                    <a:gd name="connsiteY0" fmla="*/ 546018 h 1091997"/>
                    <a:gd name="connsiteX1" fmla="*/ 545979 w 1091997"/>
                    <a:gd name="connsiteY1" fmla="*/ 1091998 h 1091997"/>
                    <a:gd name="connsiteX2" fmla="*/ 0 w 1091997"/>
                    <a:gd name="connsiteY2" fmla="*/ 546018 h 1091997"/>
                    <a:gd name="connsiteX3" fmla="*/ 655 w 1091997"/>
                    <a:gd name="connsiteY3" fmla="*/ 519221 h 1091997"/>
                    <a:gd name="connsiteX4" fmla="*/ 545979 w 1091997"/>
                    <a:gd name="connsiteY4" fmla="*/ 0 h 1091997"/>
                    <a:gd name="connsiteX5" fmla="*/ 959667 w 1091997"/>
                    <a:gd name="connsiteY5" fmla="*/ 189628 h 1091997"/>
                    <a:gd name="connsiteX6" fmla="*/ 1091997 w 1091997"/>
                    <a:gd name="connsiteY6" fmla="*/ 546018 h 1091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1997" h="1091997">
                      <a:moveTo>
                        <a:pt x="1091997" y="546018"/>
                      </a:moveTo>
                      <a:cubicBezTo>
                        <a:pt x="1091997" y="847541"/>
                        <a:pt x="847540" y="1091998"/>
                        <a:pt x="545979" y="1091998"/>
                      </a:cubicBezTo>
                      <a:cubicBezTo>
                        <a:pt x="244457" y="1091998"/>
                        <a:pt x="0" y="847541"/>
                        <a:pt x="0" y="546018"/>
                      </a:cubicBezTo>
                      <a:cubicBezTo>
                        <a:pt x="0" y="537034"/>
                        <a:pt x="193" y="528089"/>
                        <a:pt x="655" y="519221"/>
                      </a:cubicBezTo>
                      <a:cubicBezTo>
                        <a:pt x="14614" y="230113"/>
                        <a:pt x="253441" y="0"/>
                        <a:pt x="545979" y="0"/>
                      </a:cubicBezTo>
                      <a:cubicBezTo>
                        <a:pt x="711316" y="0"/>
                        <a:pt x="859532" y="73491"/>
                        <a:pt x="959667" y="189628"/>
                      </a:cubicBezTo>
                      <a:cubicBezTo>
                        <a:pt x="1042142" y="285290"/>
                        <a:pt x="1091997" y="409793"/>
                        <a:pt x="1091997" y="546018"/>
                      </a:cubicBezTo>
                      <a:close/>
                    </a:path>
                  </a:pathLst>
                </a:custGeom>
                <a:solidFill>
                  <a:srgbClr val="0A2EE0"/>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64" name="图形 4"/>
              <p:cNvGrpSpPr/>
              <p:nvPr/>
            </p:nvGrpSpPr>
            <p:grpSpPr>
              <a:xfrm>
                <a:off x="8751776" y="2469594"/>
                <a:ext cx="1076771" cy="1076771"/>
                <a:chOff x="9556569" y="2104613"/>
                <a:chExt cx="1207324" cy="1207324"/>
              </a:xfrm>
              <a:solidFill>
                <a:srgbClr val="2346F5"/>
              </a:solidFill>
            </p:grpSpPr>
            <p:sp>
              <p:nvSpPr>
                <p:cNvPr id="65" name="任意多边形: 形状 60"/>
                <p:cNvSpPr/>
                <p:nvPr>
                  <p:custDataLst>
                    <p:tags r:id="rId24"/>
                  </p:custDataLst>
                </p:nvPr>
              </p:nvSpPr>
              <p:spPr>
                <a:xfrm>
                  <a:off x="9556569" y="2104613"/>
                  <a:ext cx="1207324" cy="1207324"/>
                </a:xfrm>
                <a:custGeom>
                  <a:avLst/>
                  <a:gdLst>
                    <a:gd name="connsiteX0" fmla="*/ 1207325 w 1207324"/>
                    <a:gd name="connsiteY0" fmla="*/ 603662 h 1207324"/>
                    <a:gd name="connsiteX1" fmla="*/ 603662 w 1207324"/>
                    <a:gd name="connsiteY1" fmla="*/ 1207324 h 1207324"/>
                    <a:gd name="connsiteX2" fmla="*/ 0 w 1207324"/>
                    <a:gd name="connsiteY2" fmla="*/ 603662 h 1207324"/>
                    <a:gd name="connsiteX3" fmla="*/ 603662 w 1207324"/>
                    <a:gd name="connsiteY3" fmla="*/ 0 h 1207324"/>
                    <a:gd name="connsiteX4" fmla="*/ 1207325 w 1207324"/>
                    <a:gd name="connsiteY4" fmla="*/ 603662 h 1207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7324" h="1207324">
                      <a:moveTo>
                        <a:pt x="1207325" y="603662"/>
                      </a:moveTo>
                      <a:cubicBezTo>
                        <a:pt x="1207325" y="937056"/>
                        <a:pt x="937056" y="1207324"/>
                        <a:pt x="603662" y="1207324"/>
                      </a:cubicBezTo>
                      <a:cubicBezTo>
                        <a:pt x="270269" y="1207324"/>
                        <a:pt x="0" y="937056"/>
                        <a:pt x="0" y="603662"/>
                      </a:cubicBezTo>
                      <a:cubicBezTo>
                        <a:pt x="0" y="270269"/>
                        <a:pt x="270269" y="0"/>
                        <a:pt x="603662" y="0"/>
                      </a:cubicBezTo>
                      <a:cubicBezTo>
                        <a:pt x="937056" y="0"/>
                        <a:pt x="1207325" y="270269"/>
                        <a:pt x="1207325" y="603662"/>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66" name="任意多边形: 形状 61"/>
                <p:cNvSpPr/>
                <p:nvPr>
                  <p:custDataLst>
                    <p:tags r:id="rId25"/>
                  </p:custDataLst>
                </p:nvPr>
              </p:nvSpPr>
              <p:spPr>
                <a:xfrm>
                  <a:off x="9575115" y="2123121"/>
                  <a:ext cx="1170270" cy="1170270"/>
                </a:xfrm>
                <a:custGeom>
                  <a:avLst/>
                  <a:gdLst>
                    <a:gd name="connsiteX0" fmla="*/ 1170270 w 1170270"/>
                    <a:gd name="connsiteY0" fmla="*/ 585154 h 1170270"/>
                    <a:gd name="connsiteX1" fmla="*/ 585116 w 1170270"/>
                    <a:gd name="connsiteY1" fmla="*/ 1170270 h 1170270"/>
                    <a:gd name="connsiteX2" fmla="*/ 0 w 1170270"/>
                    <a:gd name="connsiteY2" fmla="*/ 585154 h 1170270"/>
                    <a:gd name="connsiteX3" fmla="*/ 694 w 1170270"/>
                    <a:gd name="connsiteY3" fmla="*/ 556429 h 1170270"/>
                    <a:gd name="connsiteX4" fmla="*/ 585116 w 1170270"/>
                    <a:gd name="connsiteY4" fmla="*/ 0 h 1170270"/>
                    <a:gd name="connsiteX5" fmla="*/ 1028454 w 1170270"/>
                    <a:gd name="connsiteY5" fmla="*/ 203239 h 1170270"/>
                    <a:gd name="connsiteX6" fmla="*/ 1170270 w 1170270"/>
                    <a:gd name="connsiteY6" fmla="*/ 585154 h 117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0270" h="1170270">
                      <a:moveTo>
                        <a:pt x="1170270" y="585154"/>
                      </a:moveTo>
                      <a:cubicBezTo>
                        <a:pt x="1170270" y="908308"/>
                        <a:pt x="908307" y="1170270"/>
                        <a:pt x="585116" y="1170270"/>
                      </a:cubicBezTo>
                      <a:cubicBezTo>
                        <a:pt x="261962" y="1170270"/>
                        <a:pt x="0" y="908308"/>
                        <a:pt x="0" y="585154"/>
                      </a:cubicBezTo>
                      <a:cubicBezTo>
                        <a:pt x="0" y="575515"/>
                        <a:pt x="232" y="565953"/>
                        <a:pt x="694" y="556429"/>
                      </a:cubicBezTo>
                      <a:cubicBezTo>
                        <a:pt x="15655" y="246616"/>
                        <a:pt x="271601" y="0"/>
                        <a:pt x="585116" y="0"/>
                      </a:cubicBezTo>
                      <a:cubicBezTo>
                        <a:pt x="762328" y="0"/>
                        <a:pt x="921147" y="78774"/>
                        <a:pt x="1028454" y="203239"/>
                      </a:cubicBezTo>
                      <a:cubicBezTo>
                        <a:pt x="1116829" y="305764"/>
                        <a:pt x="1170270" y="439213"/>
                        <a:pt x="1170270" y="585154"/>
                      </a:cubicBezTo>
                      <a:close/>
                    </a:path>
                  </a:pathLst>
                </a:custGeom>
                <a:solidFill>
                  <a:srgbClr val="FFFFFF"/>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67" name="任意多边形: 形状 62"/>
                <p:cNvSpPr/>
                <p:nvPr>
                  <p:custDataLst>
                    <p:tags r:id="rId26"/>
                  </p:custDataLst>
                </p:nvPr>
              </p:nvSpPr>
              <p:spPr>
                <a:xfrm>
                  <a:off x="9614251" y="2162257"/>
                  <a:ext cx="1091997" cy="1091997"/>
                </a:xfrm>
                <a:custGeom>
                  <a:avLst/>
                  <a:gdLst>
                    <a:gd name="connsiteX0" fmla="*/ 1091997 w 1091997"/>
                    <a:gd name="connsiteY0" fmla="*/ 546018 h 1091997"/>
                    <a:gd name="connsiteX1" fmla="*/ 545980 w 1091997"/>
                    <a:gd name="connsiteY1" fmla="*/ 1091998 h 1091997"/>
                    <a:gd name="connsiteX2" fmla="*/ 0 w 1091997"/>
                    <a:gd name="connsiteY2" fmla="*/ 546018 h 1091997"/>
                    <a:gd name="connsiteX3" fmla="*/ 655 w 1091997"/>
                    <a:gd name="connsiteY3" fmla="*/ 519220 h 1091997"/>
                    <a:gd name="connsiteX4" fmla="*/ 545980 w 1091997"/>
                    <a:gd name="connsiteY4" fmla="*/ 0 h 1091997"/>
                    <a:gd name="connsiteX5" fmla="*/ 959668 w 1091997"/>
                    <a:gd name="connsiteY5" fmla="*/ 189628 h 1091997"/>
                    <a:gd name="connsiteX6" fmla="*/ 1091997 w 1091997"/>
                    <a:gd name="connsiteY6" fmla="*/ 546018 h 1091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1997" h="1091997">
                      <a:moveTo>
                        <a:pt x="1091997" y="546018"/>
                      </a:moveTo>
                      <a:cubicBezTo>
                        <a:pt x="1091997" y="847541"/>
                        <a:pt x="847541" y="1091998"/>
                        <a:pt x="545980" y="1091998"/>
                      </a:cubicBezTo>
                      <a:cubicBezTo>
                        <a:pt x="244457" y="1091998"/>
                        <a:pt x="0" y="847541"/>
                        <a:pt x="0" y="546018"/>
                      </a:cubicBezTo>
                      <a:cubicBezTo>
                        <a:pt x="0" y="537034"/>
                        <a:pt x="193" y="528089"/>
                        <a:pt x="655" y="519220"/>
                      </a:cubicBezTo>
                      <a:cubicBezTo>
                        <a:pt x="14614" y="230113"/>
                        <a:pt x="253441" y="0"/>
                        <a:pt x="545980" y="0"/>
                      </a:cubicBezTo>
                      <a:cubicBezTo>
                        <a:pt x="711316" y="0"/>
                        <a:pt x="859532" y="73491"/>
                        <a:pt x="959668" y="189628"/>
                      </a:cubicBezTo>
                      <a:cubicBezTo>
                        <a:pt x="1042142" y="285290"/>
                        <a:pt x="1091997" y="409832"/>
                        <a:pt x="1091997" y="546018"/>
                      </a:cubicBezTo>
                      <a:close/>
                    </a:path>
                  </a:pathLst>
                </a:custGeom>
                <a:solidFill>
                  <a:srgbClr val="0823A8"/>
                </a:solidFill>
                <a:ln w="3856"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grpSp>
          <p:nvGrpSpPr>
            <p:cNvPr id="68" name="图形 3"/>
            <p:cNvGrpSpPr/>
            <p:nvPr/>
          </p:nvGrpSpPr>
          <p:grpSpPr>
            <a:xfrm>
              <a:off x="3374230" y="2934958"/>
              <a:ext cx="345090" cy="310126"/>
              <a:chOff x="6330348" y="5742654"/>
              <a:chExt cx="626646" cy="563155"/>
            </a:xfrm>
            <a:solidFill>
              <a:sysClr val="window" lastClr="FFFFFF"/>
            </a:solidFill>
          </p:grpSpPr>
          <p:sp>
            <p:nvSpPr>
              <p:cNvPr id="69" name="任意多边形: 形状 137"/>
              <p:cNvSpPr/>
              <p:nvPr>
                <p:custDataLst>
                  <p:tags r:id="rId27"/>
                </p:custDataLst>
              </p:nvPr>
            </p:nvSpPr>
            <p:spPr>
              <a:xfrm>
                <a:off x="6564978" y="5866100"/>
                <a:ext cx="392016" cy="439709"/>
              </a:xfrm>
              <a:custGeom>
                <a:avLst/>
                <a:gdLst>
                  <a:gd name="connsiteX0" fmla="*/ 391081 w 392016"/>
                  <a:gd name="connsiteY0" fmla="*/ 414927 h 439709"/>
                  <a:gd name="connsiteX1" fmla="*/ 362465 w 392016"/>
                  <a:gd name="connsiteY1" fmla="*/ 329080 h 439709"/>
                  <a:gd name="connsiteX2" fmla="*/ 364055 w 392016"/>
                  <a:gd name="connsiteY2" fmla="*/ 314773 h 439709"/>
                  <a:gd name="connsiteX3" fmla="*/ 384722 w 392016"/>
                  <a:gd name="connsiteY3" fmla="*/ 171694 h 439709"/>
                  <a:gd name="connsiteX4" fmla="*/ 236874 w 392016"/>
                  <a:gd name="connsiteY4" fmla="*/ 0 h 439709"/>
                  <a:gd name="connsiteX5" fmla="*/ 252772 w 392016"/>
                  <a:gd name="connsiteY5" fmla="*/ 151027 h 439709"/>
                  <a:gd name="connsiteX6" fmla="*/ 41334 w 392016"/>
                  <a:gd name="connsiteY6" fmla="*/ 359286 h 439709"/>
                  <a:gd name="connsiteX7" fmla="*/ 0 w 392016"/>
                  <a:gd name="connsiteY7" fmla="*/ 364055 h 439709"/>
                  <a:gd name="connsiteX8" fmla="*/ 124001 w 392016"/>
                  <a:gd name="connsiteY8" fmla="*/ 432415 h 439709"/>
                  <a:gd name="connsiteX9" fmla="*/ 267080 w 392016"/>
                  <a:gd name="connsiteY9" fmla="*/ 411748 h 439709"/>
                  <a:gd name="connsiteX10" fmla="*/ 281387 w 392016"/>
                  <a:gd name="connsiteY10" fmla="*/ 410158 h 439709"/>
                  <a:gd name="connsiteX11" fmla="*/ 367235 w 392016"/>
                  <a:gd name="connsiteY11" fmla="*/ 438774 h 439709"/>
                  <a:gd name="connsiteX12" fmla="*/ 391081 w 392016"/>
                  <a:gd name="connsiteY12" fmla="*/ 414927 h 43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016" h="439709">
                    <a:moveTo>
                      <a:pt x="391081" y="414927"/>
                    </a:moveTo>
                    <a:lnTo>
                      <a:pt x="362465" y="329080"/>
                    </a:lnTo>
                    <a:cubicBezTo>
                      <a:pt x="360875" y="324311"/>
                      <a:pt x="360875" y="319542"/>
                      <a:pt x="364055" y="314773"/>
                    </a:cubicBezTo>
                    <a:cubicBezTo>
                      <a:pt x="386312" y="273439"/>
                      <a:pt x="394260" y="224156"/>
                      <a:pt x="384722" y="171694"/>
                    </a:cubicBezTo>
                    <a:cubicBezTo>
                      <a:pt x="370414" y="92206"/>
                      <a:pt x="311593" y="25436"/>
                      <a:pt x="236874" y="0"/>
                    </a:cubicBezTo>
                    <a:cubicBezTo>
                      <a:pt x="255951" y="47693"/>
                      <a:pt x="262310" y="100155"/>
                      <a:pt x="252772" y="151027"/>
                    </a:cubicBezTo>
                    <a:cubicBezTo>
                      <a:pt x="233695" y="257541"/>
                      <a:pt x="147848" y="340209"/>
                      <a:pt x="41334" y="359286"/>
                    </a:cubicBezTo>
                    <a:cubicBezTo>
                      <a:pt x="27026" y="362466"/>
                      <a:pt x="14308" y="362466"/>
                      <a:pt x="0" y="364055"/>
                    </a:cubicBezTo>
                    <a:cubicBezTo>
                      <a:pt x="31795" y="399030"/>
                      <a:pt x="74719" y="422876"/>
                      <a:pt x="124001" y="432415"/>
                    </a:cubicBezTo>
                    <a:cubicBezTo>
                      <a:pt x="176463" y="441953"/>
                      <a:pt x="224156" y="432415"/>
                      <a:pt x="267080" y="411748"/>
                    </a:cubicBezTo>
                    <a:cubicBezTo>
                      <a:pt x="271849" y="410158"/>
                      <a:pt x="276618" y="408568"/>
                      <a:pt x="281387" y="410158"/>
                    </a:cubicBezTo>
                    <a:lnTo>
                      <a:pt x="367235" y="438774"/>
                    </a:lnTo>
                    <a:cubicBezTo>
                      <a:pt x="381542" y="443543"/>
                      <a:pt x="395850" y="429235"/>
                      <a:pt x="391081" y="414927"/>
                    </a:cubicBezTo>
                    <a:close/>
                  </a:path>
                </a:pathLst>
              </a:custGeom>
              <a:solidFill>
                <a:sysClr val="window" lastClr="FFFFFF"/>
              </a:solidFill>
              <a:ln w="15883"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70" name="任意多边形: 形状 138"/>
              <p:cNvSpPr/>
              <p:nvPr>
                <p:custDataLst>
                  <p:tags r:id="rId28"/>
                </p:custDataLst>
              </p:nvPr>
            </p:nvSpPr>
            <p:spPr>
              <a:xfrm>
                <a:off x="6330348" y="5742654"/>
                <a:ext cx="450743" cy="452378"/>
              </a:xfrm>
              <a:custGeom>
                <a:avLst/>
                <a:gdLst>
                  <a:gd name="connsiteX0" fmla="*/ 185347 w 450743"/>
                  <a:gd name="connsiteY0" fmla="*/ 4215 h 452378"/>
                  <a:gd name="connsiteX1" fmla="*/ 7294 w 450743"/>
                  <a:gd name="connsiteY1" fmla="*/ 183858 h 452378"/>
                  <a:gd name="connsiteX2" fmla="*/ 27961 w 450743"/>
                  <a:gd name="connsiteY2" fmla="*/ 326936 h 452378"/>
                  <a:gd name="connsiteX3" fmla="*/ 29551 w 450743"/>
                  <a:gd name="connsiteY3" fmla="*/ 341244 h 452378"/>
                  <a:gd name="connsiteX4" fmla="*/ 936 w 450743"/>
                  <a:gd name="connsiteY4" fmla="*/ 427091 h 452378"/>
                  <a:gd name="connsiteX5" fmla="*/ 24782 w 450743"/>
                  <a:gd name="connsiteY5" fmla="*/ 450937 h 452378"/>
                  <a:gd name="connsiteX6" fmla="*/ 110629 w 450743"/>
                  <a:gd name="connsiteY6" fmla="*/ 422322 h 452378"/>
                  <a:gd name="connsiteX7" fmla="*/ 124937 w 450743"/>
                  <a:gd name="connsiteY7" fmla="*/ 423912 h 452378"/>
                  <a:gd name="connsiteX8" fmla="*/ 268015 w 450743"/>
                  <a:gd name="connsiteY8" fmla="*/ 444578 h 452378"/>
                  <a:gd name="connsiteX9" fmla="*/ 446068 w 450743"/>
                  <a:gd name="connsiteY9" fmla="*/ 268115 h 452378"/>
                  <a:gd name="connsiteX10" fmla="*/ 185347 w 450743"/>
                  <a:gd name="connsiteY10" fmla="*/ 4215 h 452378"/>
                  <a:gd name="connsiteX11" fmla="*/ 242579 w 450743"/>
                  <a:gd name="connsiteY11" fmla="*/ 293551 h 452378"/>
                  <a:gd name="connsiteX12" fmla="*/ 131296 w 450743"/>
                  <a:gd name="connsiteY12" fmla="*/ 293551 h 452378"/>
                  <a:gd name="connsiteX13" fmla="*/ 110629 w 450743"/>
                  <a:gd name="connsiteY13" fmla="*/ 272884 h 452378"/>
                  <a:gd name="connsiteX14" fmla="*/ 131296 w 450743"/>
                  <a:gd name="connsiteY14" fmla="*/ 252217 h 452378"/>
                  <a:gd name="connsiteX15" fmla="*/ 242579 w 450743"/>
                  <a:gd name="connsiteY15" fmla="*/ 252217 h 452378"/>
                  <a:gd name="connsiteX16" fmla="*/ 263246 w 450743"/>
                  <a:gd name="connsiteY16" fmla="*/ 272884 h 452378"/>
                  <a:gd name="connsiteX17" fmla="*/ 242579 w 450743"/>
                  <a:gd name="connsiteY17" fmla="*/ 293551 h 452378"/>
                  <a:gd name="connsiteX18" fmla="*/ 322067 w 450743"/>
                  <a:gd name="connsiteY18" fmla="*/ 214063 h 452378"/>
                  <a:gd name="connsiteX19" fmla="*/ 131296 w 450743"/>
                  <a:gd name="connsiteY19" fmla="*/ 214063 h 452378"/>
                  <a:gd name="connsiteX20" fmla="*/ 110629 w 450743"/>
                  <a:gd name="connsiteY20" fmla="*/ 193396 h 452378"/>
                  <a:gd name="connsiteX21" fmla="*/ 131296 w 450743"/>
                  <a:gd name="connsiteY21" fmla="*/ 172729 h 452378"/>
                  <a:gd name="connsiteX22" fmla="*/ 322067 w 450743"/>
                  <a:gd name="connsiteY22" fmla="*/ 172729 h 452378"/>
                  <a:gd name="connsiteX23" fmla="*/ 342734 w 450743"/>
                  <a:gd name="connsiteY23" fmla="*/ 193396 h 452378"/>
                  <a:gd name="connsiteX24" fmla="*/ 322067 w 450743"/>
                  <a:gd name="connsiteY24" fmla="*/ 214063 h 45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743" h="452378">
                    <a:moveTo>
                      <a:pt x="185347" y="4215"/>
                    </a:moveTo>
                    <a:cubicBezTo>
                      <a:pt x="96321" y="20112"/>
                      <a:pt x="24782" y="93241"/>
                      <a:pt x="7294" y="183858"/>
                    </a:cubicBezTo>
                    <a:cubicBezTo>
                      <a:pt x="-2244" y="236320"/>
                      <a:pt x="7294" y="285602"/>
                      <a:pt x="27961" y="326936"/>
                    </a:cubicBezTo>
                    <a:cubicBezTo>
                      <a:pt x="29551" y="331705"/>
                      <a:pt x="31141" y="336475"/>
                      <a:pt x="29551" y="341244"/>
                    </a:cubicBezTo>
                    <a:lnTo>
                      <a:pt x="936" y="427091"/>
                    </a:lnTo>
                    <a:cubicBezTo>
                      <a:pt x="-3834" y="441399"/>
                      <a:pt x="10474" y="457296"/>
                      <a:pt x="24782" y="450937"/>
                    </a:cubicBezTo>
                    <a:lnTo>
                      <a:pt x="110629" y="422322"/>
                    </a:lnTo>
                    <a:cubicBezTo>
                      <a:pt x="115398" y="420732"/>
                      <a:pt x="120167" y="420732"/>
                      <a:pt x="124937" y="423912"/>
                    </a:cubicBezTo>
                    <a:cubicBezTo>
                      <a:pt x="166270" y="444578"/>
                      <a:pt x="215553" y="454117"/>
                      <a:pt x="268015" y="444578"/>
                    </a:cubicBezTo>
                    <a:cubicBezTo>
                      <a:pt x="357042" y="428681"/>
                      <a:pt x="430171" y="357141"/>
                      <a:pt x="446068" y="268115"/>
                    </a:cubicBezTo>
                    <a:cubicBezTo>
                      <a:pt x="477863" y="110729"/>
                      <a:pt x="342734" y="-25991"/>
                      <a:pt x="185347" y="4215"/>
                    </a:cubicBezTo>
                    <a:close/>
                    <a:moveTo>
                      <a:pt x="242579" y="293551"/>
                    </a:moveTo>
                    <a:lnTo>
                      <a:pt x="131296" y="293551"/>
                    </a:lnTo>
                    <a:cubicBezTo>
                      <a:pt x="120167" y="293551"/>
                      <a:pt x="110629" y="284012"/>
                      <a:pt x="110629" y="272884"/>
                    </a:cubicBezTo>
                    <a:cubicBezTo>
                      <a:pt x="110629" y="261756"/>
                      <a:pt x="120167" y="252217"/>
                      <a:pt x="131296" y="252217"/>
                    </a:cubicBezTo>
                    <a:lnTo>
                      <a:pt x="242579" y="252217"/>
                    </a:lnTo>
                    <a:cubicBezTo>
                      <a:pt x="253707" y="252217"/>
                      <a:pt x="263246" y="261756"/>
                      <a:pt x="263246" y="272884"/>
                    </a:cubicBezTo>
                    <a:cubicBezTo>
                      <a:pt x="261656" y="284012"/>
                      <a:pt x="253707" y="293551"/>
                      <a:pt x="242579" y="293551"/>
                    </a:cubicBezTo>
                    <a:close/>
                    <a:moveTo>
                      <a:pt x="322067" y="214063"/>
                    </a:moveTo>
                    <a:lnTo>
                      <a:pt x="131296" y="214063"/>
                    </a:lnTo>
                    <a:cubicBezTo>
                      <a:pt x="120167" y="214063"/>
                      <a:pt x="110629" y="204524"/>
                      <a:pt x="110629" y="193396"/>
                    </a:cubicBezTo>
                    <a:cubicBezTo>
                      <a:pt x="110629" y="182268"/>
                      <a:pt x="120167" y="172729"/>
                      <a:pt x="131296" y="172729"/>
                    </a:cubicBezTo>
                    <a:lnTo>
                      <a:pt x="322067" y="172729"/>
                    </a:lnTo>
                    <a:cubicBezTo>
                      <a:pt x="333195" y="172729"/>
                      <a:pt x="342734" y="182268"/>
                      <a:pt x="342734" y="193396"/>
                    </a:cubicBezTo>
                    <a:cubicBezTo>
                      <a:pt x="341144" y="204524"/>
                      <a:pt x="333195" y="214063"/>
                      <a:pt x="322067" y="214063"/>
                    </a:cubicBezTo>
                    <a:close/>
                  </a:path>
                </a:pathLst>
              </a:custGeom>
              <a:solidFill>
                <a:sysClr val="window" lastClr="FFFFFF">
                  <a:lumMod val="95000"/>
                </a:sysClr>
              </a:solidFill>
              <a:ln w="15883"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71" name="图形 3"/>
            <p:cNvGrpSpPr/>
            <p:nvPr/>
          </p:nvGrpSpPr>
          <p:grpSpPr>
            <a:xfrm>
              <a:off x="1506208" y="3640299"/>
              <a:ext cx="250179" cy="216851"/>
              <a:chOff x="3127918" y="4707102"/>
              <a:chExt cx="548467" cy="475401"/>
            </a:xfrm>
            <a:solidFill>
              <a:sysClr val="window" lastClr="FFFFFF"/>
            </a:solidFill>
          </p:grpSpPr>
          <p:sp>
            <p:nvSpPr>
              <p:cNvPr id="72" name="任意多边形: 形状 140"/>
              <p:cNvSpPr/>
              <p:nvPr>
                <p:custDataLst>
                  <p:tags r:id="rId29"/>
                </p:custDataLst>
              </p:nvPr>
            </p:nvSpPr>
            <p:spPr>
              <a:xfrm>
                <a:off x="3294843" y="4707102"/>
                <a:ext cx="381542" cy="475401"/>
              </a:xfrm>
              <a:custGeom>
                <a:avLst/>
                <a:gdLst>
                  <a:gd name="connsiteX0" fmla="*/ 349747 w 381542"/>
                  <a:gd name="connsiteY0" fmla="*/ 276681 h 475401"/>
                  <a:gd name="connsiteX1" fmla="*/ 349747 w 381542"/>
                  <a:gd name="connsiteY1" fmla="*/ 278271 h 475401"/>
                  <a:gd name="connsiteX2" fmla="*/ 349747 w 381542"/>
                  <a:gd name="connsiteY2" fmla="*/ 279861 h 475401"/>
                  <a:gd name="connsiteX3" fmla="*/ 349747 w 381542"/>
                  <a:gd name="connsiteY3" fmla="*/ 276681 h 475401"/>
                  <a:gd name="connsiteX4" fmla="*/ 335439 w 381542"/>
                  <a:gd name="connsiteY4" fmla="*/ 155860 h 475401"/>
                  <a:gd name="connsiteX5" fmla="*/ 190771 w 381542"/>
                  <a:gd name="connsiteY5" fmla="*/ 155860 h 475401"/>
                  <a:gd name="connsiteX6" fmla="*/ 158976 w 381542"/>
                  <a:gd name="connsiteY6" fmla="*/ 124065 h 475401"/>
                  <a:gd name="connsiteX7" fmla="*/ 158976 w 381542"/>
                  <a:gd name="connsiteY7" fmla="*/ 63654 h 475401"/>
                  <a:gd name="connsiteX8" fmla="*/ 93796 w 381542"/>
                  <a:gd name="connsiteY8" fmla="*/ 63 h 475401"/>
                  <a:gd name="connsiteX9" fmla="*/ 63590 w 381542"/>
                  <a:gd name="connsiteY9" fmla="*/ 31858 h 475401"/>
                  <a:gd name="connsiteX10" fmla="*/ 63590 w 381542"/>
                  <a:gd name="connsiteY10" fmla="*/ 95449 h 475401"/>
                  <a:gd name="connsiteX11" fmla="*/ 0 w 381542"/>
                  <a:gd name="connsiteY11" fmla="*/ 203553 h 475401"/>
                  <a:gd name="connsiteX12" fmla="*/ 0 w 381542"/>
                  <a:gd name="connsiteY12" fmla="*/ 407042 h 475401"/>
                  <a:gd name="connsiteX13" fmla="*/ 17487 w 381542"/>
                  <a:gd name="connsiteY13" fmla="*/ 435657 h 475401"/>
                  <a:gd name="connsiteX14" fmla="*/ 36564 w 381542"/>
                  <a:gd name="connsiteY14" fmla="*/ 446786 h 475401"/>
                  <a:gd name="connsiteX15" fmla="*/ 149437 w 381542"/>
                  <a:gd name="connsiteY15" fmla="*/ 475401 h 475401"/>
                  <a:gd name="connsiteX16" fmla="*/ 271849 w 381542"/>
                  <a:gd name="connsiteY16" fmla="*/ 475401 h 475401"/>
                  <a:gd name="connsiteX17" fmla="*/ 317952 w 381542"/>
                  <a:gd name="connsiteY17" fmla="*/ 429298 h 475401"/>
                  <a:gd name="connsiteX18" fmla="*/ 317952 w 381542"/>
                  <a:gd name="connsiteY18" fmla="*/ 422939 h 475401"/>
                  <a:gd name="connsiteX19" fmla="*/ 313183 w 381542"/>
                  <a:gd name="connsiteY19" fmla="*/ 402273 h 475401"/>
                  <a:gd name="connsiteX20" fmla="*/ 333850 w 381542"/>
                  <a:gd name="connsiteY20" fmla="*/ 364118 h 475401"/>
                  <a:gd name="connsiteX21" fmla="*/ 333850 w 381542"/>
                  <a:gd name="connsiteY21" fmla="*/ 351400 h 475401"/>
                  <a:gd name="connsiteX22" fmla="*/ 319542 w 381542"/>
                  <a:gd name="connsiteY22" fmla="*/ 318015 h 475401"/>
                  <a:gd name="connsiteX23" fmla="*/ 349747 w 381542"/>
                  <a:gd name="connsiteY23" fmla="*/ 276681 h 475401"/>
                  <a:gd name="connsiteX24" fmla="*/ 338619 w 381542"/>
                  <a:gd name="connsiteY24" fmla="*/ 248066 h 475401"/>
                  <a:gd name="connsiteX25" fmla="*/ 381542 w 381542"/>
                  <a:gd name="connsiteY25" fmla="*/ 201963 h 475401"/>
                  <a:gd name="connsiteX26" fmla="*/ 381542 w 381542"/>
                  <a:gd name="connsiteY26" fmla="*/ 200373 h 475401"/>
                  <a:gd name="connsiteX27" fmla="*/ 335439 w 381542"/>
                  <a:gd name="connsiteY27" fmla="*/ 155860 h 47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81542" h="475401">
                    <a:moveTo>
                      <a:pt x="349747" y="276681"/>
                    </a:moveTo>
                    <a:cubicBezTo>
                      <a:pt x="349747" y="276681"/>
                      <a:pt x="349747" y="278271"/>
                      <a:pt x="349747" y="278271"/>
                    </a:cubicBezTo>
                    <a:cubicBezTo>
                      <a:pt x="349747" y="278271"/>
                      <a:pt x="349747" y="279861"/>
                      <a:pt x="349747" y="279861"/>
                    </a:cubicBezTo>
                    <a:lnTo>
                      <a:pt x="349747" y="276681"/>
                    </a:lnTo>
                    <a:close/>
                    <a:moveTo>
                      <a:pt x="335439" y="155860"/>
                    </a:moveTo>
                    <a:lnTo>
                      <a:pt x="190771" y="155860"/>
                    </a:lnTo>
                    <a:cubicBezTo>
                      <a:pt x="173284" y="155860"/>
                      <a:pt x="158976" y="141552"/>
                      <a:pt x="158976" y="124065"/>
                    </a:cubicBezTo>
                    <a:lnTo>
                      <a:pt x="158976" y="63654"/>
                    </a:lnTo>
                    <a:cubicBezTo>
                      <a:pt x="158976" y="27089"/>
                      <a:pt x="128771" y="-1527"/>
                      <a:pt x="93796" y="63"/>
                    </a:cubicBezTo>
                    <a:cubicBezTo>
                      <a:pt x="76308" y="63"/>
                      <a:pt x="63590" y="14371"/>
                      <a:pt x="63590" y="31858"/>
                    </a:cubicBezTo>
                    <a:lnTo>
                      <a:pt x="63590" y="95449"/>
                    </a:lnTo>
                    <a:cubicBezTo>
                      <a:pt x="63590" y="139962"/>
                      <a:pt x="0" y="171758"/>
                      <a:pt x="0" y="203553"/>
                    </a:cubicBezTo>
                    <a:lnTo>
                      <a:pt x="0" y="407042"/>
                    </a:lnTo>
                    <a:cubicBezTo>
                      <a:pt x="0" y="418170"/>
                      <a:pt x="6359" y="429298"/>
                      <a:pt x="17487" y="435657"/>
                    </a:cubicBezTo>
                    <a:cubicBezTo>
                      <a:pt x="23846" y="438837"/>
                      <a:pt x="30205" y="442017"/>
                      <a:pt x="36564" y="446786"/>
                    </a:cubicBezTo>
                    <a:cubicBezTo>
                      <a:pt x="71539" y="465863"/>
                      <a:pt x="109693" y="475401"/>
                      <a:pt x="149437" y="475401"/>
                    </a:cubicBezTo>
                    <a:lnTo>
                      <a:pt x="271849" y="475401"/>
                    </a:lnTo>
                    <a:cubicBezTo>
                      <a:pt x="297285" y="475401"/>
                      <a:pt x="317952" y="454735"/>
                      <a:pt x="317952" y="429298"/>
                    </a:cubicBezTo>
                    <a:lnTo>
                      <a:pt x="317952" y="422939"/>
                    </a:lnTo>
                    <a:cubicBezTo>
                      <a:pt x="317952" y="414991"/>
                      <a:pt x="316362" y="408632"/>
                      <a:pt x="313183" y="402273"/>
                    </a:cubicBezTo>
                    <a:cubicBezTo>
                      <a:pt x="325901" y="394324"/>
                      <a:pt x="333850" y="380016"/>
                      <a:pt x="333850" y="364118"/>
                    </a:cubicBezTo>
                    <a:lnTo>
                      <a:pt x="333850" y="351400"/>
                    </a:lnTo>
                    <a:cubicBezTo>
                      <a:pt x="333850" y="338682"/>
                      <a:pt x="329080" y="327554"/>
                      <a:pt x="319542" y="318015"/>
                    </a:cubicBezTo>
                    <a:cubicBezTo>
                      <a:pt x="337029" y="311656"/>
                      <a:pt x="348157" y="295759"/>
                      <a:pt x="349747" y="276681"/>
                    </a:cubicBezTo>
                    <a:cubicBezTo>
                      <a:pt x="349747" y="265553"/>
                      <a:pt x="344978" y="256015"/>
                      <a:pt x="338619" y="248066"/>
                    </a:cubicBezTo>
                    <a:cubicBezTo>
                      <a:pt x="362465" y="246476"/>
                      <a:pt x="381542" y="227399"/>
                      <a:pt x="381542" y="201963"/>
                    </a:cubicBezTo>
                    <a:lnTo>
                      <a:pt x="381542" y="200373"/>
                    </a:lnTo>
                    <a:cubicBezTo>
                      <a:pt x="381542" y="176527"/>
                      <a:pt x="360875" y="155860"/>
                      <a:pt x="335439" y="155860"/>
                    </a:cubicBezTo>
                    <a:close/>
                  </a:path>
                </a:pathLst>
              </a:custGeom>
              <a:solidFill>
                <a:sysClr val="window" lastClr="FFFFFF"/>
              </a:solidFill>
              <a:ln w="15883"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73" name="任意多边形: 形状 141"/>
              <p:cNvSpPr/>
              <p:nvPr>
                <p:custDataLst>
                  <p:tags r:id="rId30"/>
                </p:custDataLst>
              </p:nvPr>
            </p:nvSpPr>
            <p:spPr>
              <a:xfrm>
                <a:off x="3127918" y="4878860"/>
                <a:ext cx="127180" cy="270259"/>
              </a:xfrm>
              <a:custGeom>
                <a:avLst/>
                <a:gdLst>
                  <a:gd name="connsiteX0" fmla="*/ 119232 w 127180"/>
                  <a:gd name="connsiteY0" fmla="*/ 0 h 270259"/>
                  <a:gd name="connsiteX1" fmla="*/ 7949 w 127180"/>
                  <a:gd name="connsiteY1" fmla="*/ 0 h 270259"/>
                  <a:gd name="connsiteX2" fmla="*/ 0 w 127180"/>
                  <a:gd name="connsiteY2" fmla="*/ 7949 h 270259"/>
                  <a:gd name="connsiteX3" fmla="*/ 0 w 127180"/>
                  <a:gd name="connsiteY3" fmla="*/ 262310 h 270259"/>
                  <a:gd name="connsiteX4" fmla="*/ 7949 w 127180"/>
                  <a:gd name="connsiteY4" fmla="*/ 270259 h 270259"/>
                  <a:gd name="connsiteX5" fmla="*/ 119232 w 127180"/>
                  <a:gd name="connsiteY5" fmla="*/ 270259 h 270259"/>
                  <a:gd name="connsiteX6" fmla="*/ 127181 w 127180"/>
                  <a:gd name="connsiteY6" fmla="*/ 262310 h 270259"/>
                  <a:gd name="connsiteX7" fmla="*/ 127181 w 127180"/>
                  <a:gd name="connsiteY7" fmla="*/ 7949 h 270259"/>
                  <a:gd name="connsiteX8" fmla="*/ 119232 w 127180"/>
                  <a:gd name="connsiteY8" fmla="*/ 0 h 270259"/>
                  <a:gd name="connsiteX9" fmla="*/ 63590 w 127180"/>
                  <a:gd name="connsiteY9" fmla="*/ 222566 h 270259"/>
                  <a:gd name="connsiteX10" fmla="*/ 39744 w 127180"/>
                  <a:gd name="connsiteY10" fmla="*/ 198720 h 270259"/>
                  <a:gd name="connsiteX11" fmla="*/ 63590 w 127180"/>
                  <a:gd name="connsiteY11" fmla="*/ 174874 h 270259"/>
                  <a:gd name="connsiteX12" fmla="*/ 87437 w 127180"/>
                  <a:gd name="connsiteY12" fmla="*/ 198720 h 270259"/>
                  <a:gd name="connsiteX13" fmla="*/ 63590 w 127180"/>
                  <a:gd name="connsiteY13" fmla="*/ 222566 h 27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180" h="270259">
                    <a:moveTo>
                      <a:pt x="119232" y="0"/>
                    </a:moveTo>
                    <a:lnTo>
                      <a:pt x="7949" y="0"/>
                    </a:lnTo>
                    <a:cubicBezTo>
                      <a:pt x="3180" y="0"/>
                      <a:pt x="0" y="3179"/>
                      <a:pt x="0" y="7949"/>
                    </a:cubicBezTo>
                    <a:lnTo>
                      <a:pt x="0" y="262310"/>
                    </a:lnTo>
                    <a:cubicBezTo>
                      <a:pt x="0" y="267079"/>
                      <a:pt x="3180" y="270259"/>
                      <a:pt x="7949" y="270259"/>
                    </a:cubicBezTo>
                    <a:lnTo>
                      <a:pt x="119232" y="270259"/>
                    </a:lnTo>
                    <a:cubicBezTo>
                      <a:pt x="124001" y="270259"/>
                      <a:pt x="127181" y="267079"/>
                      <a:pt x="127181" y="262310"/>
                    </a:cubicBezTo>
                    <a:lnTo>
                      <a:pt x="127181" y="7949"/>
                    </a:lnTo>
                    <a:cubicBezTo>
                      <a:pt x="127181" y="3179"/>
                      <a:pt x="122411" y="0"/>
                      <a:pt x="119232" y="0"/>
                    </a:cubicBezTo>
                    <a:close/>
                    <a:moveTo>
                      <a:pt x="63590" y="222566"/>
                    </a:moveTo>
                    <a:cubicBezTo>
                      <a:pt x="50872" y="222566"/>
                      <a:pt x="39744" y="211438"/>
                      <a:pt x="39744" y="198720"/>
                    </a:cubicBezTo>
                    <a:cubicBezTo>
                      <a:pt x="39744" y="186002"/>
                      <a:pt x="50872" y="174874"/>
                      <a:pt x="63590" y="174874"/>
                    </a:cubicBezTo>
                    <a:cubicBezTo>
                      <a:pt x="76308" y="174874"/>
                      <a:pt x="87437" y="186002"/>
                      <a:pt x="87437" y="198720"/>
                    </a:cubicBezTo>
                    <a:cubicBezTo>
                      <a:pt x="87437" y="211438"/>
                      <a:pt x="76308" y="222566"/>
                      <a:pt x="63590" y="222566"/>
                    </a:cubicBezTo>
                    <a:close/>
                  </a:path>
                </a:pathLst>
              </a:custGeom>
              <a:solidFill>
                <a:sysClr val="window" lastClr="FFFFFF"/>
              </a:solidFill>
              <a:ln w="15883"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74" name="图形 3"/>
            <p:cNvGrpSpPr/>
            <p:nvPr/>
          </p:nvGrpSpPr>
          <p:grpSpPr>
            <a:xfrm>
              <a:off x="4902973" y="3635661"/>
              <a:ext cx="288101" cy="341434"/>
              <a:chOff x="7464782" y="1390927"/>
              <a:chExt cx="523159" cy="620006"/>
            </a:xfrm>
            <a:solidFill>
              <a:sysClr val="window" lastClr="FFFFFF"/>
            </a:solidFill>
          </p:grpSpPr>
          <p:sp>
            <p:nvSpPr>
              <p:cNvPr id="75" name="任意多边形: 形状 143"/>
              <p:cNvSpPr/>
              <p:nvPr>
                <p:custDataLst>
                  <p:tags r:id="rId31"/>
                </p:custDataLst>
              </p:nvPr>
            </p:nvSpPr>
            <p:spPr>
              <a:xfrm>
                <a:off x="7464782" y="1390927"/>
                <a:ext cx="518261" cy="620006"/>
              </a:xfrm>
              <a:custGeom>
                <a:avLst/>
                <a:gdLst>
                  <a:gd name="connsiteX0" fmla="*/ 346567 w 518261"/>
                  <a:gd name="connsiteY0" fmla="*/ 259131 h 620006"/>
                  <a:gd name="connsiteX1" fmla="*/ 257541 w 518261"/>
                  <a:gd name="connsiteY1" fmla="*/ 351337 h 620006"/>
                  <a:gd name="connsiteX2" fmla="*/ 168515 w 518261"/>
                  <a:gd name="connsiteY2" fmla="*/ 259131 h 620006"/>
                  <a:gd name="connsiteX3" fmla="*/ 257541 w 518261"/>
                  <a:gd name="connsiteY3" fmla="*/ 166925 h 620006"/>
                  <a:gd name="connsiteX4" fmla="*/ 268669 w 518261"/>
                  <a:gd name="connsiteY4" fmla="*/ 168515 h 620006"/>
                  <a:gd name="connsiteX5" fmla="*/ 319542 w 518261"/>
                  <a:gd name="connsiteY5" fmla="*/ 117642 h 620006"/>
                  <a:gd name="connsiteX6" fmla="*/ 257541 w 518261"/>
                  <a:gd name="connsiteY6" fmla="*/ 103334 h 620006"/>
                  <a:gd name="connsiteX7" fmla="*/ 104924 w 518261"/>
                  <a:gd name="connsiteY7" fmla="*/ 259131 h 620006"/>
                  <a:gd name="connsiteX8" fmla="*/ 257541 w 518261"/>
                  <a:gd name="connsiteY8" fmla="*/ 414927 h 620006"/>
                  <a:gd name="connsiteX9" fmla="*/ 410158 w 518261"/>
                  <a:gd name="connsiteY9" fmla="*/ 259131 h 620006"/>
                  <a:gd name="connsiteX10" fmla="*/ 397440 w 518261"/>
                  <a:gd name="connsiteY10" fmla="*/ 198720 h 620006"/>
                  <a:gd name="connsiteX11" fmla="*/ 344978 w 518261"/>
                  <a:gd name="connsiteY11" fmla="*/ 251182 h 620006"/>
                  <a:gd name="connsiteX12" fmla="*/ 346567 w 518261"/>
                  <a:gd name="connsiteY12" fmla="*/ 259131 h 620006"/>
                  <a:gd name="connsiteX13" fmla="*/ 418107 w 518261"/>
                  <a:gd name="connsiteY13" fmla="*/ 464210 h 620006"/>
                  <a:gd name="connsiteX14" fmla="*/ 518262 w 518261"/>
                  <a:gd name="connsiteY14" fmla="*/ 259131 h 620006"/>
                  <a:gd name="connsiteX15" fmla="*/ 505543 w 518261"/>
                  <a:gd name="connsiteY15" fmla="*/ 178053 h 620006"/>
                  <a:gd name="connsiteX16" fmla="*/ 491236 w 518261"/>
                  <a:gd name="connsiteY16" fmla="*/ 192361 h 620006"/>
                  <a:gd name="connsiteX17" fmla="*/ 453081 w 518261"/>
                  <a:gd name="connsiteY17" fmla="*/ 208259 h 620006"/>
                  <a:gd name="connsiteX18" fmla="*/ 448312 w 518261"/>
                  <a:gd name="connsiteY18" fmla="*/ 208259 h 620006"/>
                  <a:gd name="connsiteX19" fmla="*/ 454671 w 518261"/>
                  <a:gd name="connsiteY19" fmla="*/ 259131 h 620006"/>
                  <a:gd name="connsiteX20" fmla="*/ 259131 w 518261"/>
                  <a:gd name="connsiteY20" fmla="*/ 454671 h 620006"/>
                  <a:gd name="connsiteX21" fmla="*/ 63590 w 518261"/>
                  <a:gd name="connsiteY21" fmla="*/ 259131 h 620006"/>
                  <a:gd name="connsiteX22" fmla="*/ 259131 w 518261"/>
                  <a:gd name="connsiteY22" fmla="*/ 63590 h 620006"/>
                  <a:gd name="connsiteX23" fmla="*/ 317952 w 518261"/>
                  <a:gd name="connsiteY23" fmla="*/ 73129 h 620006"/>
                  <a:gd name="connsiteX24" fmla="*/ 333850 w 518261"/>
                  <a:gd name="connsiteY24" fmla="*/ 34975 h 620006"/>
                  <a:gd name="connsiteX25" fmla="*/ 351337 w 518261"/>
                  <a:gd name="connsiteY25" fmla="*/ 17487 h 620006"/>
                  <a:gd name="connsiteX26" fmla="*/ 259131 w 518261"/>
                  <a:gd name="connsiteY26" fmla="*/ 0 h 620006"/>
                  <a:gd name="connsiteX27" fmla="*/ 0 w 518261"/>
                  <a:gd name="connsiteY27" fmla="*/ 259131 h 620006"/>
                  <a:gd name="connsiteX28" fmla="*/ 112873 w 518261"/>
                  <a:gd name="connsiteY28" fmla="*/ 473748 h 620006"/>
                  <a:gd name="connsiteX29" fmla="*/ 69949 w 518261"/>
                  <a:gd name="connsiteY29" fmla="*/ 588211 h 620006"/>
                  <a:gd name="connsiteX30" fmla="*/ 84257 w 518261"/>
                  <a:gd name="connsiteY30" fmla="*/ 618416 h 620006"/>
                  <a:gd name="connsiteX31" fmla="*/ 92206 w 518261"/>
                  <a:gd name="connsiteY31" fmla="*/ 620006 h 620006"/>
                  <a:gd name="connsiteX32" fmla="*/ 114462 w 518261"/>
                  <a:gd name="connsiteY32" fmla="*/ 604109 h 620006"/>
                  <a:gd name="connsiteX33" fmla="*/ 154206 w 518261"/>
                  <a:gd name="connsiteY33" fmla="*/ 497595 h 620006"/>
                  <a:gd name="connsiteX34" fmla="*/ 243233 w 518261"/>
                  <a:gd name="connsiteY34" fmla="*/ 518262 h 620006"/>
                  <a:gd name="connsiteX35" fmla="*/ 243233 w 518261"/>
                  <a:gd name="connsiteY35" fmla="*/ 596160 h 620006"/>
                  <a:gd name="connsiteX36" fmla="*/ 267079 w 518261"/>
                  <a:gd name="connsiteY36" fmla="*/ 620006 h 620006"/>
                  <a:gd name="connsiteX37" fmla="*/ 290926 w 518261"/>
                  <a:gd name="connsiteY37" fmla="*/ 596160 h 620006"/>
                  <a:gd name="connsiteX38" fmla="*/ 290926 w 518261"/>
                  <a:gd name="connsiteY38" fmla="*/ 516672 h 620006"/>
                  <a:gd name="connsiteX39" fmla="*/ 376773 w 518261"/>
                  <a:gd name="connsiteY39" fmla="*/ 489646 h 620006"/>
                  <a:gd name="connsiteX40" fmla="*/ 419696 w 518261"/>
                  <a:gd name="connsiteY40" fmla="*/ 604109 h 620006"/>
                  <a:gd name="connsiteX41" fmla="*/ 441953 w 518261"/>
                  <a:gd name="connsiteY41" fmla="*/ 620006 h 620006"/>
                  <a:gd name="connsiteX42" fmla="*/ 449902 w 518261"/>
                  <a:gd name="connsiteY42" fmla="*/ 618416 h 620006"/>
                  <a:gd name="connsiteX43" fmla="*/ 464210 w 518261"/>
                  <a:gd name="connsiteY43" fmla="*/ 588211 h 620006"/>
                  <a:gd name="connsiteX44" fmla="*/ 418107 w 518261"/>
                  <a:gd name="connsiteY44" fmla="*/ 464210 h 62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18261" h="620006">
                    <a:moveTo>
                      <a:pt x="346567" y="259131"/>
                    </a:moveTo>
                    <a:cubicBezTo>
                      <a:pt x="346567" y="310003"/>
                      <a:pt x="306823" y="351337"/>
                      <a:pt x="257541" y="351337"/>
                    </a:cubicBezTo>
                    <a:cubicBezTo>
                      <a:pt x="208259" y="351337"/>
                      <a:pt x="168515" y="310003"/>
                      <a:pt x="168515" y="259131"/>
                    </a:cubicBezTo>
                    <a:cubicBezTo>
                      <a:pt x="168515" y="208259"/>
                      <a:pt x="208259" y="166925"/>
                      <a:pt x="257541" y="166925"/>
                    </a:cubicBezTo>
                    <a:cubicBezTo>
                      <a:pt x="262310" y="166925"/>
                      <a:pt x="265490" y="166925"/>
                      <a:pt x="268669" y="168515"/>
                    </a:cubicBezTo>
                    <a:lnTo>
                      <a:pt x="319542" y="117642"/>
                    </a:lnTo>
                    <a:cubicBezTo>
                      <a:pt x="300464" y="108104"/>
                      <a:pt x="279798" y="103334"/>
                      <a:pt x="257541" y="103334"/>
                    </a:cubicBezTo>
                    <a:cubicBezTo>
                      <a:pt x="173284" y="103334"/>
                      <a:pt x="104924" y="173284"/>
                      <a:pt x="104924" y="259131"/>
                    </a:cubicBezTo>
                    <a:cubicBezTo>
                      <a:pt x="104924" y="344978"/>
                      <a:pt x="173284" y="414927"/>
                      <a:pt x="257541" y="414927"/>
                    </a:cubicBezTo>
                    <a:cubicBezTo>
                      <a:pt x="341798" y="414927"/>
                      <a:pt x="410158" y="344978"/>
                      <a:pt x="410158" y="259131"/>
                    </a:cubicBezTo>
                    <a:cubicBezTo>
                      <a:pt x="410158" y="236874"/>
                      <a:pt x="405389" y="216207"/>
                      <a:pt x="397440" y="198720"/>
                    </a:cubicBezTo>
                    <a:lnTo>
                      <a:pt x="344978" y="251182"/>
                    </a:lnTo>
                    <a:cubicBezTo>
                      <a:pt x="346567" y="252772"/>
                      <a:pt x="346567" y="255951"/>
                      <a:pt x="346567" y="259131"/>
                    </a:cubicBezTo>
                    <a:close/>
                    <a:moveTo>
                      <a:pt x="418107" y="464210"/>
                    </a:moveTo>
                    <a:cubicBezTo>
                      <a:pt x="478518" y="416517"/>
                      <a:pt x="518262" y="343388"/>
                      <a:pt x="518262" y="259131"/>
                    </a:cubicBezTo>
                    <a:cubicBezTo>
                      <a:pt x="518262" y="230515"/>
                      <a:pt x="513492" y="203489"/>
                      <a:pt x="505543" y="178053"/>
                    </a:cubicBezTo>
                    <a:lnTo>
                      <a:pt x="491236" y="192361"/>
                    </a:lnTo>
                    <a:cubicBezTo>
                      <a:pt x="480107" y="203489"/>
                      <a:pt x="467389" y="208259"/>
                      <a:pt x="453081" y="208259"/>
                    </a:cubicBezTo>
                    <a:cubicBezTo>
                      <a:pt x="451492" y="208259"/>
                      <a:pt x="449902" y="208259"/>
                      <a:pt x="448312" y="208259"/>
                    </a:cubicBezTo>
                    <a:cubicBezTo>
                      <a:pt x="453081" y="224156"/>
                      <a:pt x="454671" y="241643"/>
                      <a:pt x="454671" y="259131"/>
                    </a:cubicBezTo>
                    <a:cubicBezTo>
                      <a:pt x="454671" y="367235"/>
                      <a:pt x="367235" y="454671"/>
                      <a:pt x="259131" y="454671"/>
                    </a:cubicBezTo>
                    <a:cubicBezTo>
                      <a:pt x="151027" y="454671"/>
                      <a:pt x="63590" y="367235"/>
                      <a:pt x="63590" y="259131"/>
                    </a:cubicBezTo>
                    <a:cubicBezTo>
                      <a:pt x="63590" y="151027"/>
                      <a:pt x="151027" y="63590"/>
                      <a:pt x="259131" y="63590"/>
                    </a:cubicBezTo>
                    <a:cubicBezTo>
                      <a:pt x="279798" y="63590"/>
                      <a:pt x="298875" y="66770"/>
                      <a:pt x="317952" y="73129"/>
                    </a:cubicBezTo>
                    <a:cubicBezTo>
                      <a:pt x="317952" y="58821"/>
                      <a:pt x="324311" y="46103"/>
                      <a:pt x="333850" y="34975"/>
                    </a:cubicBezTo>
                    <a:lnTo>
                      <a:pt x="351337" y="17487"/>
                    </a:lnTo>
                    <a:cubicBezTo>
                      <a:pt x="322721" y="6359"/>
                      <a:pt x="290926" y="0"/>
                      <a:pt x="259131" y="0"/>
                    </a:cubicBezTo>
                    <a:cubicBezTo>
                      <a:pt x="116052" y="0"/>
                      <a:pt x="0" y="116052"/>
                      <a:pt x="0" y="259131"/>
                    </a:cubicBezTo>
                    <a:cubicBezTo>
                      <a:pt x="0" y="348157"/>
                      <a:pt x="44513" y="426056"/>
                      <a:pt x="112873" y="473748"/>
                    </a:cubicBezTo>
                    <a:lnTo>
                      <a:pt x="69949" y="588211"/>
                    </a:lnTo>
                    <a:cubicBezTo>
                      <a:pt x="65180" y="600929"/>
                      <a:pt x="71539" y="613647"/>
                      <a:pt x="84257" y="618416"/>
                    </a:cubicBezTo>
                    <a:cubicBezTo>
                      <a:pt x="87437" y="620006"/>
                      <a:pt x="90616" y="620006"/>
                      <a:pt x="92206" y="620006"/>
                    </a:cubicBezTo>
                    <a:cubicBezTo>
                      <a:pt x="101745" y="620006"/>
                      <a:pt x="111283" y="613647"/>
                      <a:pt x="114462" y="604109"/>
                    </a:cubicBezTo>
                    <a:lnTo>
                      <a:pt x="154206" y="497595"/>
                    </a:lnTo>
                    <a:cubicBezTo>
                      <a:pt x="181232" y="510313"/>
                      <a:pt x="211438" y="516672"/>
                      <a:pt x="243233" y="518262"/>
                    </a:cubicBezTo>
                    <a:lnTo>
                      <a:pt x="243233" y="596160"/>
                    </a:lnTo>
                    <a:cubicBezTo>
                      <a:pt x="243233" y="608878"/>
                      <a:pt x="254362" y="620006"/>
                      <a:pt x="267079" y="620006"/>
                    </a:cubicBezTo>
                    <a:cubicBezTo>
                      <a:pt x="279798" y="620006"/>
                      <a:pt x="290926" y="608878"/>
                      <a:pt x="290926" y="596160"/>
                    </a:cubicBezTo>
                    <a:lnTo>
                      <a:pt x="290926" y="516672"/>
                    </a:lnTo>
                    <a:cubicBezTo>
                      <a:pt x="321131" y="513492"/>
                      <a:pt x="351337" y="503954"/>
                      <a:pt x="376773" y="489646"/>
                    </a:cubicBezTo>
                    <a:lnTo>
                      <a:pt x="419696" y="604109"/>
                    </a:lnTo>
                    <a:cubicBezTo>
                      <a:pt x="422876" y="613647"/>
                      <a:pt x="432414" y="620006"/>
                      <a:pt x="441953" y="620006"/>
                    </a:cubicBezTo>
                    <a:cubicBezTo>
                      <a:pt x="445133" y="620006"/>
                      <a:pt x="448312" y="620006"/>
                      <a:pt x="449902" y="618416"/>
                    </a:cubicBezTo>
                    <a:cubicBezTo>
                      <a:pt x="462620" y="613647"/>
                      <a:pt x="468979" y="599339"/>
                      <a:pt x="464210" y="588211"/>
                    </a:cubicBezTo>
                    <a:lnTo>
                      <a:pt x="418107" y="464210"/>
                    </a:lnTo>
                    <a:close/>
                  </a:path>
                </a:pathLst>
              </a:custGeom>
              <a:solidFill>
                <a:sysClr val="window" lastClr="FFFFFF"/>
              </a:solidFill>
              <a:ln w="15883"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76" name="任意多边形: 形状 144"/>
              <p:cNvSpPr/>
              <p:nvPr>
                <p:custDataLst>
                  <p:tags r:id="rId32"/>
                </p:custDataLst>
              </p:nvPr>
            </p:nvSpPr>
            <p:spPr>
              <a:xfrm>
                <a:off x="7673041" y="1395696"/>
                <a:ext cx="314901" cy="308413"/>
              </a:xfrm>
              <a:custGeom>
                <a:avLst/>
                <a:gdLst>
                  <a:gd name="connsiteX0" fmla="*/ 305234 w 314901"/>
                  <a:gd name="connsiteY0" fmla="*/ 79488 h 308413"/>
                  <a:gd name="connsiteX1" fmla="*/ 260720 w 314901"/>
                  <a:gd name="connsiteY1" fmla="*/ 62001 h 308413"/>
                  <a:gd name="connsiteX2" fmla="*/ 252772 w 314901"/>
                  <a:gd name="connsiteY2" fmla="*/ 54052 h 308413"/>
                  <a:gd name="connsiteX3" fmla="*/ 235284 w 314901"/>
                  <a:gd name="connsiteY3" fmla="*/ 9539 h 308413"/>
                  <a:gd name="connsiteX4" fmla="*/ 220976 w 314901"/>
                  <a:gd name="connsiteY4" fmla="*/ 0 h 308413"/>
                  <a:gd name="connsiteX5" fmla="*/ 209848 w 314901"/>
                  <a:gd name="connsiteY5" fmla="*/ 4769 h 308413"/>
                  <a:gd name="connsiteX6" fmla="*/ 154206 w 314901"/>
                  <a:gd name="connsiteY6" fmla="*/ 60411 h 308413"/>
                  <a:gd name="connsiteX7" fmla="*/ 151027 w 314901"/>
                  <a:gd name="connsiteY7" fmla="*/ 76309 h 308413"/>
                  <a:gd name="connsiteX8" fmla="*/ 165335 w 314901"/>
                  <a:gd name="connsiteY8" fmla="*/ 114463 h 308413"/>
                  <a:gd name="connsiteX9" fmla="*/ 69949 w 314901"/>
                  <a:gd name="connsiteY9" fmla="*/ 209848 h 308413"/>
                  <a:gd name="connsiteX10" fmla="*/ 50872 w 314901"/>
                  <a:gd name="connsiteY10" fmla="*/ 206669 h 308413"/>
                  <a:gd name="connsiteX11" fmla="*/ 0 w 314901"/>
                  <a:gd name="connsiteY11" fmla="*/ 257541 h 308413"/>
                  <a:gd name="connsiteX12" fmla="*/ 50872 w 314901"/>
                  <a:gd name="connsiteY12" fmla="*/ 308413 h 308413"/>
                  <a:gd name="connsiteX13" fmla="*/ 101745 w 314901"/>
                  <a:gd name="connsiteY13" fmla="*/ 257541 h 308413"/>
                  <a:gd name="connsiteX14" fmla="*/ 98565 w 314901"/>
                  <a:gd name="connsiteY14" fmla="*/ 238464 h 308413"/>
                  <a:gd name="connsiteX15" fmla="*/ 190771 w 314901"/>
                  <a:gd name="connsiteY15" fmla="*/ 146258 h 308413"/>
                  <a:gd name="connsiteX16" fmla="*/ 240053 w 314901"/>
                  <a:gd name="connsiteY16" fmla="*/ 165335 h 308413"/>
                  <a:gd name="connsiteX17" fmla="*/ 244823 w 314901"/>
                  <a:gd name="connsiteY17" fmla="*/ 166925 h 308413"/>
                  <a:gd name="connsiteX18" fmla="*/ 255951 w 314901"/>
                  <a:gd name="connsiteY18" fmla="*/ 162156 h 308413"/>
                  <a:gd name="connsiteX19" fmla="*/ 311592 w 314901"/>
                  <a:gd name="connsiteY19" fmla="*/ 106514 h 308413"/>
                  <a:gd name="connsiteX20" fmla="*/ 305234 w 314901"/>
                  <a:gd name="connsiteY20" fmla="*/ 79488 h 3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4901" h="308413">
                    <a:moveTo>
                      <a:pt x="305234" y="79488"/>
                    </a:moveTo>
                    <a:lnTo>
                      <a:pt x="260720" y="62001"/>
                    </a:lnTo>
                    <a:cubicBezTo>
                      <a:pt x="255951" y="60411"/>
                      <a:pt x="254362" y="57231"/>
                      <a:pt x="252772" y="54052"/>
                    </a:cubicBezTo>
                    <a:lnTo>
                      <a:pt x="235284" y="9539"/>
                    </a:lnTo>
                    <a:cubicBezTo>
                      <a:pt x="233694" y="3180"/>
                      <a:pt x="227335" y="0"/>
                      <a:pt x="220976" y="0"/>
                    </a:cubicBezTo>
                    <a:cubicBezTo>
                      <a:pt x="217797" y="0"/>
                      <a:pt x="213028" y="1590"/>
                      <a:pt x="209848" y="4769"/>
                    </a:cubicBezTo>
                    <a:lnTo>
                      <a:pt x="154206" y="60411"/>
                    </a:lnTo>
                    <a:cubicBezTo>
                      <a:pt x="149437" y="65180"/>
                      <a:pt x="149437" y="71539"/>
                      <a:pt x="151027" y="76309"/>
                    </a:cubicBezTo>
                    <a:lnTo>
                      <a:pt x="165335" y="114463"/>
                    </a:lnTo>
                    <a:lnTo>
                      <a:pt x="69949" y="209848"/>
                    </a:lnTo>
                    <a:cubicBezTo>
                      <a:pt x="63590" y="206669"/>
                      <a:pt x="57231" y="206669"/>
                      <a:pt x="50872" y="206669"/>
                    </a:cubicBezTo>
                    <a:cubicBezTo>
                      <a:pt x="22257" y="206669"/>
                      <a:pt x="0" y="228925"/>
                      <a:pt x="0" y="257541"/>
                    </a:cubicBezTo>
                    <a:cubicBezTo>
                      <a:pt x="0" y="286157"/>
                      <a:pt x="22257" y="308413"/>
                      <a:pt x="50872" y="308413"/>
                    </a:cubicBezTo>
                    <a:cubicBezTo>
                      <a:pt x="79488" y="308413"/>
                      <a:pt x="101745" y="286157"/>
                      <a:pt x="101745" y="257541"/>
                    </a:cubicBezTo>
                    <a:cubicBezTo>
                      <a:pt x="101745" y="251182"/>
                      <a:pt x="100155" y="244823"/>
                      <a:pt x="98565" y="238464"/>
                    </a:cubicBezTo>
                    <a:lnTo>
                      <a:pt x="190771" y="146258"/>
                    </a:lnTo>
                    <a:lnTo>
                      <a:pt x="240053" y="165335"/>
                    </a:lnTo>
                    <a:cubicBezTo>
                      <a:pt x="241643" y="165335"/>
                      <a:pt x="243233" y="166925"/>
                      <a:pt x="244823" y="166925"/>
                    </a:cubicBezTo>
                    <a:cubicBezTo>
                      <a:pt x="248002" y="166925"/>
                      <a:pt x="252772" y="165335"/>
                      <a:pt x="255951" y="162156"/>
                    </a:cubicBezTo>
                    <a:lnTo>
                      <a:pt x="311592" y="106514"/>
                    </a:lnTo>
                    <a:cubicBezTo>
                      <a:pt x="317952" y="95386"/>
                      <a:pt x="314772" y="82668"/>
                      <a:pt x="305234" y="79488"/>
                    </a:cubicBezTo>
                    <a:close/>
                  </a:path>
                </a:pathLst>
              </a:custGeom>
              <a:solidFill>
                <a:sysClr val="window" lastClr="FFFFFF">
                  <a:lumMod val="95000"/>
                </a:sysClr>
              </a:solidFill>
              <a:ln w="15883"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77" name="图形 3"/>
            <p:cNvGrpSpPr/>
            <p:nvPr/>
          </p:nvGrpSpPr>
          <p:grpSpPr>
            <a:xfrm>
              <a:off x="9571045" y="2905921"/>
              <a:ext cx="385290" cy="307196"/>
              <a:chOff x="5678602" y="5225087"/>
              <a:chExt cx="543062" cy="432990"/>
            </a:xfrm>
            <a:solidFill>
              <a:sysClr val="window" lastClr="FFFFFF"/>
            </a:solidFill>
          </p:grpSpPr>
          <p:sp>
            <p:nvSpPr>
              <p:cNvPr id="78" name="任意多边形: 形状 146"/>
              <p:cNvSpPr/>
              <p:nvPr>
                <p:custDataLst>
                  <p:tags r:id="rId33"/>
                </p:custDataLst>
              </p:nvPr>
            </p:nvSpPr>
            <p:spPr>
              <a:xfrm>
                <a:off x="5757693" y="5333299"/>
                <a:ext cx="384880" cy="324779"/>
              </a:xfrm>
              <a:custGeom>
                <a:avLst/>
                <a:gdLst>
                  <a:gd name="connsiteX0" fmla="*/ 360826 w 384880"/>
                  <a:gd name="connsiteY0" fmla="*/ 139414 h 324779"/>
                  <a:gd name="connsiteX1" fmla="*/ 328281 w 384880"/>
                  <a:gd name="connsiteY1" fmla="*/ 101209 h 324779"/>
                  <a:gd name="connsiteX2" fmla="*/ 311301 w 384880"/>
                  <a:gd name="connsiteY2" fmla="*/ 24799 h 324779"/>
                  <a:gd name="connsiteX3" fmla="*/ 301396 w 384880"/>
                  <a:gd name="connsiteY3" fmla="*/ 10649 h 324779"/>
                  <a:gd name="connsiteX4" fmla="*/ 264606 w 384880"/>
                  <a:gd name="connsiteY4" fmla="*/ 744 h 324779"/>
                  <a:gd name="connsiteX5" fmla="*/ 247625 w 384880"/>
                  <a:gd name="connsiteY5" fmla="*/ 10649 h 324779"/>
                  <a:gd name="connsiteX6" fmla="*/ 192440 w 384880"/>
                  <a:gd name="connsiteY6" fmla="*/ 63004 h 324779"/>
                  <a:gd name="connsiteX7" fmla="*/ 137255 w 384880"/>
                  <a:gd name="connsiteY7" fmla="*/ 10649 h 324779"/>
                  <a:gd name="connsiteX8" fmla="*/ 120275 w 384880"/>
                  <a:gd name="connsiteY8" fmla="*/ 744 h 324779"/>
                  <a:gd name="connsiteX9" fmla="*/ 82070 w 384880"/>
                  <a:gd name="connsiteY9" fmla="*/ 10649 h 324779"/>
                  <a:gd name="connsiteX10" fmla="*/ 72165 w 384880"/>
                  <a:gd name="connsiteY10" fmla="*/ 24799 h 324779"/>
                  <a:gd name="connsiteX11" fmla="*/ 55185 w 384880"/>
                  <a:gd name="connsiteY11" fmla="*/ 101209 h 324779"/>
                  <a:gd name="connsiteX12" fmla="*/ 22640 w 384880"/>
                  <a:gd name="connsiteY12" fmla="*/ 139414 h 324779"/>
                  <a:gd name="connsiteX13" fmla="*/ 0 w 384880"/>
                  <a:gd name="connsiteY13" fmla="*/ 203090 h 324779"/>
                  <a:gd name="connsiteX14" fmla="*/ 0 w 384880"/>
                  <a:gd name="connsiteY14" fmla="*/ 283745 h 324779"/>
                  <a:gd name="connsiteX15" fmla="*/ 41035 w 384880"/>
                  <a:gd name="connsiteY15" fmla="*/ 324780 h 324779"/>
                  <a:gd name="connsiteX16" fmla="*/ 343846 w 384880"/>
                  <a:gd name="connsiteY16" fmla="*/ 324780 h 324779"/>
                  <a:gd name="connsiteX17" fmla="*/ 384881 w 384880"/>
                  <a:gd name="connsiteY17" fmla="*/ 283745 h 324779"/>
                  <a:gd name="connsiteX18" fmla="*/ 384881 w 384880"/>
                  <a:gd name="connsiteY18" fmla="*/ 205920 h 324779"/>
                  <a:gd name="connsiteX19" fmla="*/ 360826 w 384880"/>
                  <a:gd name="connsiteY19" fmla="*/ 139414 h 324779"/>
                  <a:gd name="connsiteX20" fmla="*/ 192440 w 384880"/>
                  <a:gd name="connsiteY20" fmla="*/ 252615 h 324779"/>
                  <a:gd name="connsiteX21" fmla="*/ 123105 w 384880"/>
                  <a:gd name="connsiteY21" fmla="*/ 183280 h 324779"/>
                  <a:gd name="connsiteX22" fmla="*/ 192440 w 384880"/>
                  <a:gd name="connsiteY22" fmla="*/ 113945 h 324779"/>
                  <a:gd name="connsiteX23" fmla="*/ 261775 w 384880"/>
                  <a:gd name="connsiteY23" fmla="*/ 183280 h 324779"/>
                  <a:gd name="connsiteX24" fmla="*/ 192440 w 384880"/>
                  <a:gd name="connsiteY24" fmla="*/ 252615 h 32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4880" h="324779">
                    <a:moveTo>
                      <a:pt x="360826" y="139414"/>
                    </a:moveTo>
                    <a:lnTo>
                      <a:pt x="328281" y="101209"/>
                    </a:lnTo>
                    <a:cubicBezTo>
                      <a:pt x="307056" y="77154"/>
                      <a:pt x="311301" y="57344"/>
                      <a:pt x="311301" y="24799"/>
                    </a:cubicBezTo>
                    <a:cubicBezTo>
                      <a:pt x="311301" y="17724"/>
                      <a:pt x="307056" y="12064"/>
                      <a:pt x="301396" y="10649"/>
                    </a:cubicBezTo>
                    <a:lnTo>
                      <a:pt x="264606" y="744"/>
                    </a:lnTo>
                    <a:cubicBezTo>
                      <a:pt x="257531" y="-2086"/>
                      <a:pt x="249041" y="3574"/>
                      <a:pt x="247625" y="10649"/>
                    </a:cubicBezTo>
                    <a:cubicBezTo>
                      <a:pt x="241966" y="37534"/>
                      <a:pt x="219325" y="63004"/>
                      <a:pt x="192440" y="63004"/>
                    </a:cubicBezTo>
                    <a:cubicBezTo>
                      <a:pt x="165555" y="63004"/>
                      <a:pt x="142915" y="37534"/>
                      <a:pt x="137255" y="10649"/>
                    </a:cubicBezTo>
                    <a:cubicBezTo>
                      <a:pt x="135840" y="3574"/>
                      <a:pt x="127350" y="-671"/>
                      <a:pt x="120275" y="744"/>
                    </a:cubicBezTo>
                    <a:lnTo>
                      <a:pt x="82070" y="10649"/>
                    </a:lnTo>
                    <a:cubicBezTo>
                      <a:pt x="76410" y="12064"/>
                      <a:pt x="70750" y="17724"/>
                      <a:pt x="72165" y="24799"/>
                    </a:cubicBezTo>
                    <a:cubicBezTo>
                      <a:pt x="73580" y="54514"/>
                      <a:pt x="74995" y="77154"/>
                      <a:pt x="55185" y="101209"/>
                    </a:cubicBezTo>
                    <a:lnTo>
                      <a:pt x="22640" y="139414"/>
                    </a:lnTo>
                    <a:cubicBezTo>
                      <a:pt x="7075" y="156395"/>
                      <a:pt x="0" y="179034"/>
                      <a:pt x="0" y="203090"/>
                    </a:cubicBezTo>
                    <a:lnTo>
                      <a:pt x="0" y="283745"/>
                    </a:lnTo>
                    <a:cubicBezTo>
                      <a:pt x="0" y="306385"/>
                      <a:pt x="18395" y="324780"/>
                      <a:pt x="41035" y="324780"/>
                    </a:cubicBezTo>
                    <a:lnTo>
                      <a:pt x="343846" y="324780"/>
                    </a:lnTo>
                    <a:cubicBezTo>
                      <a:pt x="366486" y="324780"/>
                      <a:pt x="384881" y="306385"/>
                      <a:pt x="384881" y="283745"/>
                    </a:cubicBezTo>
                    <a:lnTo>
                      <a:pt x="384881" y="205920"/>
                    </a:lnTo>
                    <a:cubicBezTo>
                      <a:pt x="384881" y="180449"/>
                      <a:pt x="376391" y="157809"/>
                      <a:pt x="360826" y="139414"/>
                    </a:cubicBezTo>
                    <a:close/>
                    <a:moveTo>
                      <a:pt x="192440" y="252615"/>
                    </a:moveTo>
                    <a:cubicBezTo>
                      <a:pt x="154235" y="252615"/>
                      <a:pt x="123105" y="221484"/>
                      <a:pt x="123105" y="183280"/>
                    </a:cubicBezTo>
                    <a:cubicBezTo>
                      <a:pt x="123105" y="145074"/>
                      <a:pt x="154235" y="113945"/>
                      <a:pt x="192440" y="113945"/>
                    </a:cubicBezTo>
                    <a:cubicBezTo>
                      <a:pt x="230645" y="113945"/>
                      <a:pt x="261775" y="145074"/>
                      <a:pt x="261775" y="183280"/>
                    </a:cubicBezTo>
                    <a:cubicBezTo>
                      <a:pt x="261775" y="221484"/>
                      <a:pt x="230645" y="252615"/>
                      <a:pt x="192440" y="252615"/>
                    </a:cubicBezTo>
                    <a:close/>
                  </a:path>
                </a:pathLst>
              </a:custGeom>
              <a:solidFill>
                <a:sysClr val="window" lastClr="FFFFFF"/>
              </a:solidFill>
              <a:ln w="14140"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79" name="任意多边形: 形状 147"/>
              <p:cNvSpPr/>
              <p:nvPr>
                <p:custDataLst>
                  <p:tags r:id="rId34"/>
                </p:custDataLst>
              </p:nvPr>
            </p:nvSpPr>
            <p:spPr>
              <a:xfrm>
                <a:off x="5678602" y="5225087"/>
                <a:ext cx="543062" cy="194691"/>
              </a:xfrm>
              <a:custGeom>
                <a:avLst/>
                <a:gdLst>
                  <a:gd name="connsiteX0" fmla="*/ 521987 w 543062"/>
                  <a:gd name="connsiteY0" fmla="*/ 73580 h 194691"/>
                  <a:gd name="connsiteX1" fmla="*/ 271531 w 543062"/>
                  <a:gd name="connsiteY1" fmla="*/ 0 h 194691"/>
                  <a:gd name="connsiteX2" fmla="*/ 21076 w 543062"/>
                  <a:gd name="connsiteY2" fmla="*/ 73580 h 194691"/>
                  <a:gd name="connsiteX3" fmla="*/ 8341 w 543062"/>
                  <a:gd name="connsiteY3" fmla="*/ 166970 h 194691"/>
                  <a:gd name="connsiteX4" fmla="*/ 57866 w 543062"/>
                  <a:gd name="connsiteY4" fmla="*/ 192440 h 194691"/>
                  <a:gd name="connsiteX5" fmla="*/ 98901 w 543062"/>
                  <a:gd name="connsiteY5" fmla="*/ 175460 h 194691"/>
                  <a:gd name="connsiteX6" fmla="*/ 115881 w 543062"/>
                  <a:gd name="connsiteY6" fmla="*/ 142915 h 194691"/>
                  <a:gd name="connsiteX7" fmla="*/ 155501 w 543062"/>
                  <a:gd name="connsiteY7" fmla="*/ 80655 h 194691"/>
                  <a:gd name="connsiteX8" fmla="*/ 271531 w 543062"/>
                  <a:gd name="connsiteY8" fmla="*/ 70750 h 194691"/>
                  <a:gd name="connsiteX9" fmla="*/ 387561 w 543062"/>
                  <a:gd name="connsiteY9" fmla="*/ 80655 h 194691"/>
                  <a:gd name="connsiteX10" fmla="*/ 427182 w 543062"/>
                  <a:gd name="connsiteY10" fmla="*/ 142915 h 194691"/>
                  <a:gd name="connsiteX11" fmla="*/ 444161 w 543062"/>
                  <a:gd name="connsiteY11" fmla="*/ 175460 h 194691"/>
                  <a:gd name="connsiteX12" fmla="*/ 485197 w 543062"/>
                  <a:gd name="connsiteY12" fmla="*/ 192440 h 194691"/>
                  <a:gd name="connsiteX13" fmla="*/ 534722 w 543062"/>
                  <a:gd name="connsiteY13" fmla="*/ 166970 h 194691"/>
                  <a:gd name="connsiteX14" fmla="*/ 521987 w 543062"/>
                  <a:gd name="connsiteY14" fmla="*/ 73580 h 19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3062" h="194691">
                    <a:moveTo>
                      <a:pt x="521987" y="73580"/>
                    </a:moveTo>
                    <a:cubicBezTo>
                      <a:pt x="469632" y="29715"/>
                      <a:pt x="373411" y="0"/>
                      <a:pt x="271531" y="0"/>
                    </a:cubicBezTo>
                    <a:cubicBezTo>
                      <a:pt x="169651" y="0"/>
                      <a:pt x="73431" y="31130"/>
                      <a:pt x="21076" y="73580"/>
                    </a:cubicBezTo>
                    <a:cubicBezTo>
                      <a:pt x="2681" y="87730"/>
                      <a:pt x="-8639" y="135840"/>
                      <a:pt x="8341" y="166970"/>
                    </a:cubicBezTo>
                    <a:cubicBezTo>
                      <a:pt x="19661" y="189610"/>
                      <a:pt x="33811" y="199515"/>
                      <a:pt x="57866" y="192440"/>
                    </a:cubicBezTo>
                    <a:lnTo>
                      <a:pt x="98901" y="175460"/>
                    </a:lnTo>
                    <a:cubicBezTo>
                      <a:pt x="114466" y="171215"/>
                      <a:pt x="118711" y="161310"/>
                      <a:pt x="115881" y="142915"/>
                    </a:cubicBezTo>
                    <a:cubicBezTo>
                      <a:pt x="108806" y="103295"/>
                      <a:pt x="120126" y="90560"/>
                      <a:pt x="155501" y="80655"/>
                    </a:cubicBezTo>
                    <a:cubicBezTo>
                      <a:pt x="189461" y="72165"/>
                      <a:pt x="236156" y="70750"/>
                      <a:pt x="271531" y="70750"/>
                    </a:cubicBezTo>
                    <a:cubicBezTo>
                      <a:pt x="308321" y="70750"/>
                      <a:pt x="353601" y="72165"/>
                      <a:pt x="387561" y="80655"/>
                    </a:cubicBezTo>
                    <a:cubicBezTo>
                      <a:pt x="422936" y="89145"/>
                      <a:pt x="434257" y="101880"/>
                      <a:pt x="427182" y="142915"/>
                    </a:cubicBezTo>
                    <a:cubicBezTo>
                      <a:pt x="424352" y="161310"/>
                      <a:pt x="427182" y="171215"/>
                      <a:pt x="444161" y="175460"/>
                    </a:cubicBezTo>
                    <a:lnTo>
                      <a:pt x="485197" y="192440"/>
                    </a:lnTo>
                    <a:cubicBezTo>
                      <a:pt x="509252" y="199515"/>
                      <a:pt x="523402" y="189610"/>
                      <a:pt x="534722" y="166970"/>
                    </a:cubicBezTo>
                    <a:cubicBezTo>
                      <a:pt x="551702" y="135840"/>
                      <a:pt x="540382" y="87730"/>
                      <a:pt x="521987" y="73580"/>
                    </a:cubicBezTo>
                    <a:close/>
                  </a:path>
                </a:pathLst>
              </a:custGeom>
              <a:solidFill>
                <a:sysClr val="window" lastClr="FFFFFF"/>
              </a:solidFill>
              <a:ln w="14140"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80" name="图形 3"/>
            <p:cNvGrpSpPr/>
            <p:nvPr/>
          </p:nvGrpSpPr>
          <p:grpSpPr>
            <a:xfrm>
              <a:off x="8443899" y="3975669"/>
              <a:ext cx="332874" cy="369786"/>
              <a:chOff x="3800744" y="5192543"/>
              <a:chExt cx="445815" cy="495250"/>
            </a:xfrm>
            <a:solidFill>
              <a:sysClr val="window" lastClr="FFFFFF"/>
            </a:solidFill>
          </p:grpSpPr>
          <p:sp>
            <p:nvSpPr>
              <p:cNvPr id="81" name="任意多边形: 形状 149"/>
              <p:cNvSpPr/>
              <p:nvPr>
                <p:custDataLst>
                  <p:tags r:id="rId35"/>
                </p:custDataLst>
              </p:nvPr>
            </p:nvSpPr>
            <p:spPr>
              <a:xfrm>
                <a:off x="3800744" y="5192543"/>
                <a:ext cx="445815" cy="301395"/>
              </a:xfrm>
              <a:custGeom>
                <a:avLst/>
                <a:gdLst>
                  <a:gd name="connsiteX0" fmla="*/ 411766 w 445815"/>
                  <a:gd name="connsiteY0" fmla="*/ 145745 h 301395"/>
                  <a:gd name="connsiteX1" fmla="*/ 406106 w 445815"/>
                  <a:gd name="connsiteY1" fmla="*/ 145745 h 301395"/>
                  <a:gd name="connsiteX2" fmla="*/ 223570 w 445815"/>
                  <a:gd name="connsiteY2" fmla="*/ 0 h 301395"/>
                  <a:gd name="connsiteX3" fmla="*/ 41035 w 445815"/>
                  <a:gd name="connsiteY3" fmla="*/ 145745 h 301395"/>
                  <a:gd name="connsiteX4" fmla="*/ 35375 w 445815"/>
                  <a:gd name="connsiteY4" fmla="*/ 145745 h 301395"/>
                  <a:gd name="connsiteX5" fmla="*/ 0 w 445815"/>
                  <a:gd name="connsiteY5" fmla="*/ 181120 h 301395"/>
                  <a:gd name="connsiteX6" fmla="*/ 0 w 445815"/>
                  <a:gd name="connsiteY6" fmla="*/ 223570 h 301395"/>
                  <a:gd name="connsiteX7" fmla="*/ 35375 w 445815"/>
                  <a:gd name="connsiteY7" fmla="*/ 258945 h 301395"/>
                  <a:gd name="connsiteX8" fmla="*/ 48110 w 445815"/>
                  <a:gd name="connsiteY8" fmla="*/ 256115 h 301395"/>
                  <a:gd name="connsiteX9" fmla="*/ 113200 w 445815"/>
                  <a:gd name="connsiteY9" fmla="*/ 301395 h 301395"/>
                  <a:gd name="connsiteX10" fmla="*/ 127350 w 445815"/>
                  <a:gd name="connsiteY10" fmla="*/ 287245 h 301395"/>
                  <a:gd name="connsiteX11" fmla="*/ 113200 w 445815"/>
                  <a:gd name="connsiteY11" fmla="*/ 273095 h 301395"/>
                  <a:gd name="connsiteX12" fmla="*/ 70750 w 445815"/>
                  <a:gd name="connsiteY12" fmla="*/ 230645 h 301395"/>
                  <a:gd name="connsiteX13" fmla="*/ 70750 w 445815"/>
                  <a:gd name="connsiteY13" fmla="*/ 185365 h 301395"/>
                  <a:gd name="connsiteX14" fmla="*/ 222155 w 445815"/>
                  <a:gd name="connsiteY14" fmla="*/ 35375 h 301395"/>
                  <a:gd name="connsiteX15" fmla="*/ 374976 w 445815"/>
                  <a:gd name="connsiteY15" fmla="*/ 191025 h 301395"/>
                  <a:gd name="connsiteX16" fmla="*/ 374976 w 445815"/>
                  <a:gd name="connsiteY16" fmla="*/ 192440 h 301395"/>
                  <a:gd name="connsiteX17" fmla="*/ 374976 w 445815"/>
                  <a:gd name="connsiteY17" fmla="*/ 223570 h 301395"/>
                  <a:gd name="connsiteX18" fmla="*/ 410351 w 445815"/>
                  <a:gd name="connsiteY18" fmla="*/ 258945 h 301395"/>
                  <a:gd name="connsiteX19" fmla="*/ 445726 w 445815"/>
                  <a:gd name="connsiteY19" fmla="*/ 223570 h 301395"/>
                  <a:gd name="connsiteX20" fmla="*/ 445726 w 445815"/>
                  <a:gd name="connsiteY20" fmla="*/ 181120 h 301395"/>
                  <a:gd name="connsiteX21" fmla="*/ 411766 w 445815"/>
                  <a:gd name="connsiteY21" fmla="*/ 145745 h 30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5815" h="301395">
                    <a:moveTo>
                      <a:pt x="411766" y="145745"/>
                    </a:moveTo>
                    <a:cubicBezTo>
                      <a:pt x="410351" y="145745"/>
                      <a:pt x="407521" y="145745"/>
                      <a:pt x="406106" y="145745"/>
                    </a:cubicBezTo>
                    <a:cubicBezTo>
                      <a:pt x="386296" y="62260"/>
                      <a:pt x="312716" y="0"/>
                      <a:pt x="223570" y="0"/>
                    </a:cubicBezTo>
                    <a:cubicBezTo>
                      <a:pt x="135840" y="0"/>
                      <a:pt x="62260" y="62260"/>
                      <a:pt x="41035" y="145745"/>
                    </a:cubicBezTo>
                    <a:cubicBezTo>
                      <a:pt x="39620" y="145745"/>
                      <a:pt x="38205" y="145745"/>
                      <a:pt x="35375" y="145745"/>
                    </a:cubicBezTo>
                    <a:cubicBezTo>
                      <a:pt x="15565" y="145745"/>
                      <a:pt x="0" y="161310"/>
                      <a:pt x="0" y="181120"/>
                    </a:cubicBezTo>
                    <a:lnTo>
                      <a:pt x="0" y="223570"/>
                    </a:lnTo>
                    <a:cubicBezTo>
                      <a:pt x="0" y="243380"/>
                      <a:pt x="15565" y="258945"/>
                      <a:pt x="35375" y="258945"/>
                    </a:cubicBezTo>
                    <a:cubicBezTo>
                      <a:pt x="39620" y="258945"/>
                      <a:pt x="43865" y="257530"/>
                      <a:pt x="48110" y="256115"/>
                    </a:cubicBezTo>
                    <a:cubicBezTo>
                      <a:pt x="58015" y="281585"/>
                      <a:pt x="83485" y="301395"/>
                      <a:pt x="113200" y="301395"/>
                    </a:cubicBezTo>
                    <a:cubicBezTo>
                      <a:pt x="121690" y="301395"/>
                      <a:pt x="127350" y="295735"/>
                      <a:pt x="127350" y="287245"/>
                    </a:cubicBezTo>
                    <a:cubicBezTo>
                      <a:pt x="127350" y="278755"/>
                      <a:pt x="121690" y="273095"/>
                      <a:pt x="113200" y="273095"/>
                    </a:cubicBezTo>
                    <a:cubicBezTo>
                      <a:pt x="89145" y="273095"/>
                      <a:pt x="70750" y="254700"/>
                      <a:pt x="70750" y="230645"/>
                    </a:cubicBezTo>
                    <a:lnTo>
                      <a:pt x="70750" y="185365"/>
                    </a:lnTo>
                    <a:cubicBezTo>
                      <a:pt x="73580" y="101880"/>
                      <a:pt x="140085" y="35375"/>
                      <a:pt x="222155" y="35375"/>
                    </a:cubicBezTo>
                    <a:cubicBezTo>
                      <a:pt x="305641" y="35375"/>
                      <a:pt x="374976" y="104710"/>
                      <a:pt x="374976" y="191025"/>
                    </a:cubicBezTo>
                    <a:cubicBezTo>
                      <a:pt x="374976" y="191025"/>
                      <a:pt x="374976" y="191025"/>
                      <a:pt x="374976" y="192440"/>
                    </a:cubicBezTo>
                    <a:lnTo>
                      <a:pt x="374976" y="223570"/>
                    </a:lnTo>
                    <a:cubicBezTo>
                      <a:pt x="374976" y="243380"/>
                      <a:pt x="390541" y="258945"/>
                      <a:pt x="410351" y="258945"/>
                    </a:cubicBezTo>
                    <a:cubicBezTo>
                      <a:pt x="430161" y="258945"/>
                      <a:pt x="445726" y="243380"/>
                      <a:pt x="445726" y="223570"/>
                    </a:cubicBezTo>
                    <a:lnTo>
                      <a:pt x="445726" y="181120"/>
                    </a:lnTo>
                    <a:cubicBezTo>
                      <a:pt x="447141" y="162725"/>
                      <a:pt x="431576" y="145745"/>
                      <a:pt x="411766" y="145745"/>
                    </a:cubicBezTo>
                    <a:close/>
                  </a:path>
                </a:pathLst>
              </a:custGeom>
              <a:solidFill>
                <a:sysClr val="window" lastClr="FFFFFF"/>
              </a:solidFill>
              <a:ln w="14140"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82" name="任意多边形: 形状 150"/>
              <p:cNvSpPr/>
              <p:nvPr>
                <p:custDataLst>
                  <p:tags r:id="rId36"/>
                </p:custDataLst>
              </p:nvPr>
            </p:nvSpPr>
            <p:spPr>
              <a:xfrm>
                <a:off x="3813479" y="5268953"/>
                <a:ext cx="423085" cy="418840"/>
              </a:xfrm>
              <a:custGeom>
                <a:avLst/>
                <a:gdLst>
                  <a:gd name="connsiteX0" fmla="*/ 328281 w 423085"/>
                  <a:gd name="connsiteY0" fmla="*/ 267435 h 418840"/>
                  <a:gd name="connsiteX1" fmla="*/ 287246 w 423085"/>
                  <a:gd name="connsiteY1" fmla="*/ 267435 h 418840"/>
                  <a:gd name="connsiteX2" fmla="*/ 264605 w 423085"/>
                  <a:gd name="connsiteY2" fmla="*/ 280170 h 418840"/>
                  <a:gd name="connsiteX3" fmla="*/ 234890 w 423085"/>
                  <a:gd name="connsiteY3" fmla="*/ 321205 h 418840"/>
                  <a:gd name="connsiteX4" fmla="*/ 188195 w 423085"/>
                  <a:gd name="connsiteY4" fmla="*/ 321205 h 418840"/>
                  <a:gd name="connsiteX5" fmla="*/ 159895 w 423085"/>
                  <a:gd name="connsiteY5" fmla="*/ 280170 h 418840"/>
                  <a:gd name="connsiteX6" fmla="*/ 135840 w 423085"/>
                  <a:gd name="connsiteY6" fmla="*/ 267435 h 418840"/>
                  <a:gd name="connsiteX7" fmla="*/ 94805 w 423085"/>
                  <a:gd name="connsiteY7" fmla="*/ 267435 h 418840"/>
                  <a:gd name="connsiteX8" fmla="*/ 0 w 423085"/>
                  <a:gd name="connsiteY8" fmla="*/ 362241 h 418840"/>
                  <a:gd name="connsiteX9" fmla="*/ 0 w 423085"/>
                  <a:gd name="connsiteY9" fmla="*/ 404691 h 418840"/>
                  <a:gd name="connsiteX10" fmla="*/ 14150 w 423085"/>
                  <a:gd name="connsiteY10" fmla="*/ 418841 h 418840"/>
                  <a:gd name="connsiteX11" fmla="*/ 408936 w 423085"/>
                  <a:gd name="connsiteY11" fmla="*/ 418841 h 418840"/>
                  <a:gd name="connsiteX12" fmla="*/ 423086 w 423085"/>
                  <a:gd name="connsiteY12" fmla="*/ 404691 h 418840"/>
                  <a:gd name="connsiteX13" fmla="*/ 423086 w 423085"/>
                  <a:gd name="connsiteY13" fmla="*/ 362241 h 418840"/>
                  <a:gd name="connsiteX14" fmla="*/ 328281 w 423085"/>
                  <a:gd name="connsiteY14" fmla="*/ 267435 h 418840"/>
                  <a:gd name="connsiteX15" fmla="*/ 212250 w 423085"/>
                  <a:gd name="connsiteY15" fmla="*/ 232060 h 418840"/>
                  <a:gd name="connsiteX16" fmla="*/ 328281 w 423085"/>
                  <a:gd name="connsiteY16" fmla="*/ 116030 h 418840"/>
                  <a:gd name="connsiteX17" fmla="*/ 212250 w 423085"/>
                  <a:gd name="connsiteY17" fmla="*/ 0 h 418840"/>
                  <a:gd name="connsiteX18" fmla="*/ 96220 w 423085"/>
                  <a:gd name="connsiteY18" fmla="*/ 116030 h 418840"/>
                  <a:gd name="connsiteX19" fmla="*/ 212250 w 423085"/>
                  <a:gd name="connsiteY19" fmla="*/ 232060 h 41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3085" h="418840">
                    <a:moveTo>
                      <a:pt x="328281" y="267435"/>
                    </a:moveTo>
                    <a:lnTo>
                      <a:pt x="287246" y="267435"/>
                    </a:lnTo>
                    <a:cubicBezTo>
                      <a:pt x="277340" y="267435"/>
                      <a:pt x="268851" y="271680"/>
                      <a:pt x="264605" y="280170"/>
                    </a:cubicBezTo>
                    <a:lnTo>
                      <a:pt x="234890" y="321205"/>
                    </a:lnTo>
                    <a:cubicBezTo>
                      <a:pt x="223570" y="336770"/>
                      <a:pt x="199515" y="336770"/>
                      <a:pt x="188195" y="321205"/>
                    </a:cubicBezTo>
                    <a:lnTo>
                      <a:pt x="159895" y="280170"/>
                    </a:lnTo>
                    <a:cubicBezTo>
                      <a:pt x="154235" y="273095"/>
                      <a:pt x="145745" y="267435"/>
                      <a:pt x="135840" y="267435"/>
                    </a:cubicBezTo>
                    <a:lnTo>
                      <a:pt x="94805" y="267435"/>
                    </a:lnTo>
                    <a:cubicBezTo>
                      <a:pt x="42450" y="267435"/>
                      <a:pt x="0" y="309886"/>
                      <a:pt x="0" y="362241"/>
                    </a:cubicBezTo>
                    <a:lnTo>
                      <a:pt x="0" y="404691"/>
                    </a:lnTo>
                    <a:cubicBezTo>
                      <a:pt x="0" y="413181"/>
                      <a:pt x="5660" y="418841"/>
                      <a:pt x="14150" y="418841"/>
                    </a:cubicBezTo>
                    <a:lnTo>
                      <a:pt x="408936" y="418841"/>
                    </a:lnTo>
                    <a:cubicBezTo>
                      <a:pt x="417426" y="418841"/>
                      <a:pt x="423086" y="413181"/>
                      <a:pt x="423086" y="404691"/>
                    </a:cubicBezTo>
                    <a:lnTo>
                      <a:pt x="423086" y="362241"/>
                    </a:lnTo>
                    <a:cubicBezTo>
                      <a:pt x="423086" y="309886"/>
                      <a:pt x="380636" y="267435"/>
                      <a:pt x="328281" y="267435"/>
                    </a:cubicBezTo>
                    <a:close/>
                    <a:moveTo>
                      <a:pt x="212250" y="232060"/>
                    </a:moveTo>
                    <a:cubicBezTo>
                      <a:pt x="277340" y="232060"/>
                      <a:pt x="328281" y="179705"/>
                      <a:pt x="328281" y="116030"/>
                    </a:cubicBezTo>
                    <a:cubicBezTo>
                      <a:pt x="328281" y="50940"/>
                      <a:pt x="275926" y="0"/>
                      <a:pt x="212250" y="0"/>
                    </a:cubicBezTo>
                    <a:cubicBezTo>
                      <a:pt x="147160" y="0"/>
                      <a:pt x="96220" y="52355"/>
                      <a:pt x="96220" y="116030"/>
                    </a:cubicBezTo>
                    <a:cubicBezTo>
                      <a:pt x="94805" y="179705"/>
                      <a:pt x="147160" y="232060"/>
                      <a:pt x="212250" y="232060"/>
                    </a:cubicBezTo>
                    <a:close/>
                  </a:path>
                </a:pathLst>
              </a:custGeom>
              <a:solidFill>
                <a:sysClr val="window" lastClr="FFFFFF">
                  <a:lumMod val="95000"/>
                </a:sysClr>
              </a:solidFill>
              <a:ln w="14140"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83" name="图形 3"/>
            <p:cNvGrpSpPr/>
            <p:nvPr/>
          </p:nvGrpSpPr>
          <p:grpSpPr>
            <a:xfrm>
              <a:off x="6612778" y="3598059"/>
              <a:ext cx="315516" cy="291704"/>
              <a:chOff x="4726156" y="4236001"/>
              <a:chExt cx="524966" cy="485345"/>
            </a:xfrm>
            <a:solidFill>
              <a:sysClr val="window" lastClr="FFFFFF"/>
            </a:solidFill>
          </p:grpSpPr>
          <p:sp>
            <p:nvSpPr>
              <p:cNvPr id="84" name="任意多边形: 形状 152"/>
              <p:cNvSpPr/>
              <p:nvPr>
                <p:custDataLst>
                  <p:tags r:id="rId37"/>
                </p:custDataLst>
              </p:nvPr>
            </p:nvSpPr>
            <p:spPr>
              <a:xfrm>
                <a:off x="4726156" y="4236001"/>
                <a:ext cx="524966" cy="485345"/>
              </a:xfrm>
              <a:custGeom>
                <a:avLst/>
                <a:gdLst>
                  <a:gd name="connsiteX0" fmla="*/ 498081 w 524966"/>
                  <a:gd name="connsiteY0" fmla="*/ 137255 h 485345"/>
                  <a:gd name="connsiteX1" fmla="*/ 292906 w 524966"/>
                  <a:gd name="connsiteY1" fmla="*/ 8490 h 485345"/>
                  <a:gd name="connsiteX2" fmla="*/ 230645 w 524966"/>
                  <a:gd name="connsiteY2" fmla="*/ 8490 h 485345"/>
                  <a:gd name="connsiteX3" fmla="*/ 25470 w 524966"/>
                  <a:gd name="connsiteY3" fmla="*/ 137255 h 485345"/>
                  <a:gd name="connsiteX4" fmla="*/ 0 w 524966"/>
                  <a:gd name="connsiteY4" fmla="*/ 182535 h 485345"/>
                  <a:gd name="connsiteX5" fmla="*/ 0 w 524966"/>
                  <a:gd name="connsiteY5" fmla="*/ 432991 h 485345"/>
                  <a:gd name="connsiteX6" fmla="*/ 55185 w 524966"/>
                  <a:gd name="connsiteY6" fmla="*/ 485346 h 485345"/>
                  <a:gd name="connsiteX7" fmla="*/ 469781 w 524966"/>
                  <a:gd name="connsiteY7" fmla="*/ 485346 h 485345"/>
                  <a:gd name="connsiteX8" fmla="*/ 524966 w 524966"/>
                  <a:gd name="connsiteY8" fmla="*/ 432991 h 485345"/>
                  <a:gd name="connsiteX9" fmla="*/ 524966 w 524966"/>
                  <a:gd name="connsiteY9" fmla="*/ 182535 h 485345"/>
                  <a:gd name="connsiteX10" fmla="*/ 498081 w 524966"/>
                  <a:gd name="connsiteY10" fmla="*/ 137255 h 485345"/>
                  <a:gd name="connsiteX11" fmla="*/ 195270 w 524966"/>
                  <a:gd name="connsiteY11" fmla="*/ 348091 h 485345"/>
                  <a:gd name="connsiteX12" fmla="*/ 67920 w 524966"/>
                  <a:gd name="connsiteY12" fmla="*/ 447141 h 485345"/>
                  <a:gd name="connsiteX13" fmla="*/ 56600 w 524966"/>
                  <a:gd name="connsiteY13" fmla="*/ 451386 h 485345"/>
                  <a:gd name="connsiteX14" fmla="*/ 42450 w 524966"/>
                  <a:gd name="connsiteY14" fmla="*/ 444311 h 485345"/>
                  <a:gd name="connsiteX15" fmla="*/ 45280 w 524966"/>
                  <a:gd name="connsiteY15" fmla="*/ 418841 h 485345"/>
                  <a:gd name="connsiteX16" fmla="*/ 172630 w 524966"/>
                  <a:gd name="connsiteY16" fmla="*/ 319791 h 485345"/>
                  <a:gd name="connsiteX17" fmla="*/ 198100 w 524966"/>
                  <a:gd name="connsiteY17" fmla="*/ 322621 h 485345"/>
                  <a:gd name="connsiteX18" fmla="*/ 195270 w 524966"/>
                  <a:gd name="connsiteY18" fmla="*/ 348091 h 485345"/>
                  <a:gd name="connsiteX19" fmla="*/ 244795 w 524966"/>
                  <a:gd name="connsiteY19" fmla="*/ 307055 h 485345"/>
                  <a:gd name="connsiteX20" fmla="*/ 83485 w 524966"/>
                  <a:gd name="connsiteY20" fmla="*/ 192441 h 485345"/>
                  <a:gd name="connsiteX21" fmla="*/ 96220 w 524966"/>
                  <a:gd name="connsiteY21" fmla="*/ 152820 h 485345"/>
                  <a:gd name="connsiteX22" fmla="*/ 425916 w 524966"/>
                  <a:gd name="connsiteY22" fmla="*/ 152820 h 485345"/>
                  <a:gd name="connsiteX23" fmla="*/ 438651 w 524966"/>
                  <a:gd name="connsiteY23" fmla="*/ 192441 h 485345"/>
                  <a:gd name="connsiteX24" fmla="*/ 277341 w 524966"/>
                  <a:gd name="connsiteY24" fmla="*/ 307055 h 485345"/>
                  <a:gd name="connsiteX25" fmla="*/ 244795 w 524966"/>
                  <a:gd name="connsiteY25" fmla="*/ 307055 h 485345"/>
                  <a:gd name="connsiteX26" fmla="*/ 481101 w 524966"/>
                  <a:gd name="connsiteY26" fmla="*/ 444311 h 485345"/>
                  <a:gd name="connsiteX27" fmla="*/ 466951 w 524966"/>
                  <a:gd name="connsiteY27" fmla="*/ 451386 h 485345"/>
                  <a:gd name="connsiteX28" fmla="*/ 455631 w 524966"/>
                  <a:gd name="connsiteY28" fmla="*/ 447141 h 485345"/>
                  <a:gd name="connsiteX29" fmla="*/ 328281 w 524966"/>
                  <a:gd name="connsiteY29" fmla="*/ 348091 h 485345"/>
                  <a:gd name="connsiteX30" fmla="*/ 325451 w 524966"/>
                  <a:gd name="connsiteY30" fmla="*/ 322621 h 485345"/>
                  <a:gd name="connsiteX31" fmla="*/ 350921 w 524966"/>
                  <a:gd name="connsiteY31" fmla="*/ 319791 h 485345"/>
                  <a:gd name="connsiteX32" fmla="*/ 478271 w 524966"/>
                  <a:gd name="connsiteY32" fmla="*/ 418841 h 485345"/>
                  <a:gd name="connsiteX33" fmla="*/ 481101 w 524966"/>
                  <a:gd name="connsiteY33" fmla="*/ 444311 h 48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24966" h="485345">
                    <a:moveTo>
                      <a:pt x="498081" y="137255"/>
                    </a:moveTo>
                    <a:lnTo>
                      <a:pt x="292906" y="8490"/>
                    </a:lnTo>
                    <a:cubicBezTo>
                      <a:pt x="274510" y="-2830"/>
                      <a:pt x="250455" y="-2830"/>
                      <a:pt x="230645" y="8490"/>
                    </a:cubicBezTo>
                    <a:lnTo>
                      <a:pt x="25470" y="137255"/>
                    </a:lnTo>
                    <a:cubicBezTo>
                      <a:pt x="9905" y="147160"/>
                      <a:pt x="0" y="164141"/>
                      <a:pt x="0" y="182535"/>
                    </a:cubicBezTo>
                    <a:lnTo>
                      <a:pt x="0" y="432991"/>
                    </a:lnTo>
                    <a:cubicBezTo>
                      <a:pt x="0" y="462706"/>
                      <a:pt x="24055" y="485346"/>
                      <a:pt x="55185" y="485346"/>
                    </a:cubicBezTo>
                    <a:lnTo>
                      <a:pt x="469781" y="485346"/>
                    </a:lnTo>
                    <a:cubicBezTo>
                      <a:pt x="499496" y="485346"/>
                      <a:pt x="524966" y="461291"/>
                      <a:pt x="524966" y="432991"/>
                    </a:cubicBezTo>
                    <a:lnTo>
                      <a:pt x="524966" y="182535"/>
                    </a:lnTo>
                    <a:cubicBezTo>
                      <a:pt x="523551" y="164141"/>
                      <a:pt x="513646" y="147160"/>
                      <a:pt x="498081" y="137255"/>
                    </a:cubicBezTo>
                    <a:close/>
                    <a:moveTo>
                      <a:pt x="195270" y="348091"/>
                    </a:moveTo>
                    <a:lnTo>
                      <a:pt x="67920" y="447141"/>
                    </a:lnTo>
                    <a:cubicBezTo>
                      <a:pt x="65090" y="449971"/>
                      <a:pt x="60845" y="451386"/>
                      <a:pt x="56600" y="451386"/>
                    </a:cubicBezTo>
                    <a:cubicBezTo>
                      <a:pt x="50940" y="451386"/>
                      <a:pt x="46695" y="448556"/>
                      <a:pt x="42450" y="444311"/>
                    </a:cubicBezTo>
                    <a:cubicBezTo>
                      <a:pt x="36790" y="437236"/>
                      <a:pt x="38205" y="425916"/>
                      <a:pt x="45280" y="418841"/>
                    </a:cubicBezTo>
                    <a:lnTo>
                      <a:pt x="172630" y="319791"/>
                    </a:lnTo>
                    <a:cubicBezTo>
                      <a:pt x="179705" y="314130"/>
                      <a:pt x="191025" y="315546"/>
                      <a:pt x="198100" y="322621"/>
                    </a:cubicBezTo>
                    <a:cubicBezTo>
                      <a:pt x="203760" y="331111"/>
                      <a:pt x="202345" y="342431"/>
                      <a:pt x="195270" y="348091"/>
                    </a:cubicBezTo>
                    <a:close/>
                    <a:moveTo>
                      <a:pt x="244795" y="307055"/>
                    </a:moveTo>
                    <a:lnTo>
                      <a:pt x="83485" y="192441"/>
                    </a:lnTo>
                    <a:cubicBezTo>
                      <a:pt x="65090" y="179705"/>
                      <a:pt x="74995" y="152820"/>
                      <a:pt x="96220" y="152820"/>
                    </a:cubicBezTo>
                    <a:lnTo>
                      <a:pt x="425916" y="152820"/>
                    </a:lnTo>
                    <a:cubicBezTo>
                      <a:pt x="448556" y="152820"/>
                      <a:pt x="457046" y="179705"/>
                      <a:pt x="438651" y="192441"/>
                    </a:cubicBezTo>
                    <a:lnTo>
                      <a:pt x="277341" y="307055"/>
                    </a:lnTo>
                    <a:cubicBezTo>
                      <a:pt x="268851" y="314130"/>
                      <a:pt x="254700" y="314130"/>
                      <a:pt x="244795" y="307055"/>
                    </a:cubicBezTo>
                    <a:close/>
                    <a:moveTo>
                      <a:pt x="481101" y="444311"/>
                    </a:moveTo>
                    <a:cubicBezTo>
                      <a:pt x="478271" y="448556"/>
                      <a:pt x="472611" y="451386"/>
                      <a:pt x="466951" y="451386"/>
                    </a:cubicBezTo>
                    <a:cubicBezTo>
                      <a:pt x="462706" y="451386"/>
                      <a:pt x="459876" y="449971"/>
                      <a:pt x="455631" y="447141"/>
                    </a:cubicBezTo>
                    <a:lnTo>
                      <a:pt x="328281" y="348091"/>
                    </a:lnTo>
                    <a:cubicBezTo>
                      <a:pt x="321206" y="342431"/>
                      <a:pt x="319791" y="331111"/>
                      <a:pt x="325451" y="322621"/>
                    </a:cubicBezTo>
                    <a:cubicBezTo>
                      <a:pt x="331111" y="315546"/>
                      <a:pt x="342431" y="314130"/>
                      <a:pt x="350921" y="319791"/>
                    </a:cubicBezTo>
                    <a:lnTo>
                      <a:pt x="478271" y="418841"/>
                    </a:lnTo>
                    <a:cubicBezTo>
                      <a:pt x="485346" y="425916"/>
                      <a:pt x="486761" y="437236"/>
                      <a:pt x="481101" y="444311"/>
                    </a:cubicBezTo>
                    <a:close/>
                  </a:path>
                </a:pathLst>
              </a:custGeom>
              <a:solidFill>
                <a:sysClr val="window" lastClr="FFFFFF"/>
              </a:solidFill>
              <a:ln w="14140"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sp>
            <p:nvSpPr>
              <p:cNvPr id="85" name="任意多边形: 形状 153"/>
              <p:cNvSpPr/>
              <p:nvPr>
                <p:custDataLst>
                  <p:tags r:id="rId38"/>
                </p:custDataLst>
              </p:nvPr>
            </p:nvSpPr>
            <p:spPr>
              <a:xfrm>
                <a:off x="4917182" y="4422781"/>
                <a:ext cx="155650" cy="42450"/>
              </a:xfrm>
              <a:custGeom>
                <a:avLst/>
                <a:gdLst>
                  <a:gd name="connsiteX0" fmla="*/ 134425 w 155650"/>
                  <a:gd name="connsiteY0" fmla="*/ 0 h 42450"/>
                  <a:gd name="connsiteX1" fmla="*/ 21225 w 155650"/>
                  <a:gd name="connsiteY1" fmla="*/ 0 h 42450"/>
                  <a:gd name="connsiteX2" fmla="*/ 0 w 155650"/>
                  <a:gd name="connsiteY2" fmla="*/ 21225 h 42450"/>
                  <a:gd name="connsiteX3" fmla="*/ 21225 w 155650"/>
                  <a:gd name="connsiteY3" fmla="*/ 42450 h 42450"/>
                  <a:gd name="connsiteX4" fmla="*/ 134425 w 155650"/>
                  <a:gd name="connsiteY4" fmla="*/ 42450 h 42450"/>
                  <a:gd name="connsiteX5" fmla="*/ 155650 w 155650"/>
                  <a:gd name="connsiteY5" fmla="*/ 21225 h 42450"/>
                  <a:gd name="connsiteX6" fmla="*/ 134425 w 155650"/>
                  <a:gd name="connsiteY6" fmla="*/ 0 h 4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650" h="42450">
                    <a:moveTo>
                      <a:pt x="134425" y="0"/>
                    </a:moveTo>
                    <a:lnTo>
                      <a:pt x="21225" y="0"/>
                    </a:lnTo>
                    <a:cubicBezTo>
                      <a:pt x="9905" y="0"/>
                      <a:pt x="0" y="9905"/>
                      <a:pt x="0" y="21225"/>
                    </a:cubicBezTo>
                    <a:cubicBezTo>
                      <a:pt x="0" y="32545"/>
                      <a:pt x="9905" y="42450"/>
                      <a:pt x="21225" y="42450"/>
                    </a:cubicBezTo>
                    <a:lnTo>
                      <a:pt x="134425" y="42450"/>
                    </a:lnTo>
                    <a:cubicBezTo>
                      <a:pt x="145745" y="42450"/>
                      <a:pt x="155650" y="32545"/>
                      <a:pt x="155650" y="21225"/>
                    </a:cubicBezTo>
                    <a:cubicBezTo>
                      <a:pt x="155650" y="9905"/>
                      <a:pt x="145745" y="0"/>
                      <a:pt x="134425" y="0"/>
                    </a:cubicBezTo>
                    <a:close/>
                  </a:path>
                </a:pathLst>
              </a:custGeom>
              <a:solidFill>
                <a:sysClr val="window" lastClr="FFFFFF">
                  <a:lumMod val="95000"/>
                </a:sysClr>
              </a:solidFill>
              <a:ln w="14140" cap="flat">
                <a:noFill/>
                <a:prstDash val="solid"/>
                <a:miter/>
              </a:ln>
            </p:spPr>
            <p:txBody>
              <a:bodyPr rtlCol="0" anchor="ctr"/>
              <a:lstStyle/>
              <a:p>
                <a:endParaRPr lang="zh-CN" altLang="en-US">
                  <a:solidFill>
                    <a:sysClr val="windowText" lastClr="000000"/>
                  </a:solidFill>
                  <a:latin typeface="微软雅黑" panose="020B0503020204020204" charset="-122"/>
                  <a:ea typeface="微软雅黑" panose="020B0503020204020204" charset="-122"/>
                </a:endParaRPr>
              </a:p>
            </p:txBody>
          </p:sp>
        </p:grpSp>
        <p:grpSp>
          <p:nvGrpSpPr>
            <p:cNvPr id="86" name="组合 85"/>
            <p:cNvGrpSpPr/>
            <p:nvPr/>
          </p:nvGrpSpPr>
          <p:grpSpPr>
            <a:xfrm>
              <a:off x="1448911" y="4850676"/>
              <a:ext cx="2173605" cy="1235612"/>
              <a:chOff x="997970" y="5049258"/>
              <a:chExt cx="2173605" cy="1235612"/>
            </a:xfrm>
          </p:grpSpPr>
          <p:sp>
            <p:nvSpPr>
              <p:cNvPr id="87" name="文本框 23"/>
              <p:cNvSpPr txBox="1"/>
              <p:nvPr>
                <p:custDataLst>
                  <p:tags r:id="rId39"/>
                </p:custDataLst>
              </p:nvPr>
            </p:nvSpPr>
            <p:spPr>
              <a:xfrm>
                <a:off x="997970" y="5049258"/>
                <a:ext cx="1927860" cy="337185"/>
              </a:xfrm>
              <a:prstGeom prst="rect">
                <a:avLst/>
              </a:prstGeom>
              <a:noFill/>
            </p:spPr>
            <p:txBody>
              <a:bodyPr wrap="square" rtlCol="0">
                <a:spAutoFit/>
              </a:bodyPr>
              <a:lstStyle>
                <a:defPPr>
                  <a:defRPr lang="zh-CN"/>
                </a:defPPr>
                <a:lvl1pPr marL="0" algn="l" defTabSz="914400" rtl="0" eaLnBrk="1" latinLnBrk="0" hangingPunct="1">
                  <a:defRPr sz="1800" kern="1200">
                    <a:solidFill>
                      <a:sysClr val="windowText" lastClr="000000"/>
                    </a:solidFill>
                    <a:latin typeface="MiSans Light" panose="00000400000000000000" pitchFamily="2" charset="-122"/>
                    <a:ea typeface="+mn-ea"/>
                    <a:cs typeface="+mn-ea"/>
                  </a:defRPr>
                </a:lvl1pPr>
                <a:lvl2pPr marL="457200" algn="l" defTabSz="914400" rtl="0" eaLnBrk="1" latinLnBrk="0" hangingPunct="1">
                  <a:defRPr sz="1800" kern="1200">
                    <a:solidFill>
                      <a:sysClr val="windowText" lastClr="000000"/>
                    </a:solidFill>
                    <a:latin typeface="MiSans Light" panose="00000400000000000000" pitchFamily="2" charset="-122"/>
                    <a:ea typeface="+mn-ea"/>
                    <a:cs typeface="+mn-ea"/>
                  </a:defRPr>
                </a:lvl2pPr>
                <a:lvl3pPr marL="914400" algn="l" defTabSz="914400" rtl="0" eaLnBrk="1" latinLnBrk="0" hangingPunct="1">
                  <a:defRPr sz="1800" kern="1200">
                    <a:solidFill>
                      <a:sysClr val="windowText" lastClr="000000"/>
                    </a:solidFill>
                    <a:latin typeface="MiSans Light" panose="00000400000000000000" pitchFamily="2" charset="-122"/>
                    <a:ea typeface="+mn-ea"/>
                    <a:cs typeface="+mn-ea"/>
                  </a:defRPr>
                </a:lvl3pPr>
                <a:lvl4pPr marL="1371600" algn="l" defTabSz="914400" rtl="0" eaLnBrk="1" latinLnBrk="0" hangingPunct="1">
                  <a:defRPr sz="1800" kern="1200">
                    <a:solidFill>
                      <a:sysClr val="windowText" lastClr="000000"/>
                    </a:solidFill>
                    <a:latin typeface="MiSans Light" panose="00000400000000000000" pitchFamily="2" charset="-122"/>
                    <a:ea typeface="+mn-ea"/>
                    <a:cs typeface="+mn-ea"/>
                  </a:defRPr>
                </a:lvl4pPr>
                <a:lvl5pPr marL="1828800" algn="l" defTabSz="914400" rtl="0" eaLnBrk="1" latinLnBrk="0" hangingPunct="1">
                  <a:defRPr sz="1800" kern="1200">
                    <a:solidFill>
                      <a:sysClr val="windowText" lastClr="000000"/>
                    </a:solidFill>
                    <a:latin typeface="MiSans Light" panose="00000400000000000000" pitchFamily="2" charset="-122"/>
                    <a:ea typeface="+mn-ea"/>
                    <a:cs typeface="+mn-ea"/>
                  </a:defRPr>
                </a:lvl5pPr>
                <a:lvl6pPr marL="2286000" algn="l" defTabSz="914400" rtl="0" eaLnBrk="1" latinLnBrk="0" hangingPunct="1">
                  <a:defRPr sz="1800" kern="1200">
                    <a:solidFill>
                      <a:sysClr val="windowText" lastClr="000000"/>
                    </a:solidFill>
                    <a:latin typeface="MiSans Light" panose="00000400000000000000" pitchFamily="2" charset="-122"/>
                    <a:ea typeface="+mn-ea"/>
                    <a:cs typeface="+mn-ea"/>
                  </a:defRPr>
                </a:lvl6pPr>
                <a:lvl7pPr marL="2743200" algn="l" defTabSz="914400" rtl="0" eaLnBrk="1" latinLnBrk="0" hangingPunct="1">
                  <a:defRPr sz="1800" kern="1200">
                    <a:solidFill>
                      <a:sysClr val="windowText" lastClr="000000"/>
                    </a:solidFill>
                    <a:latin typeface="MiSans Light" panose="00000400000000000000" pitchFamily="2" charset="-122"/>
                    <a:ea typeface="+mn-ea"/>
                    <a:cs typeface="+mn-ea"/>
                  </a:defRPr>
                </a:lvl7pPr>
                <a:lvl8pPr marL="3200400" algn="l" defTabSz="914400" rtl="0" eaLnBrk="1" latinLnBrk="0" hangingPunct="1">
                  <a:defRPr sz="1800" kern="1200">
                    <a:solidFill>
                      <a:sysClr val="windowText" lastClr="000000"/>
                    </a:solidFill>
                    <a:latin typeface="MiSans Light" panose="00000400000000000000" pitchFamily="2" charset="-122"/>
                    <a:ea typeface="+mn-ea"/>
                    <a:cs typeface="+mn-ea"/>
                  </a:defRPr>
                </a:lvl8pPr>
                <a:lvl9pPr marL="3657600" algn="l" defTabSz="914400" rtl="0" eaLnBrk="1" latinLnBrk="0" hangingPunct="1">
                  <a:defRPr sz="1800" kern="1200">
                    <a:solidFill>
                      <a:sysClr val="windowText" lastClr="000000"/>
                    </a:solidFill>
                    <a:latin typeface="MiSans Light" panose="00000400000000000000" pitchFamily="2" charset="-122"/>
                    <a:ea typeface="+mn-ea"/>
                    <a:cs typeface="+mn-ea"/>
                  </a:defRPr>
                </a:lvl9pPr>
              </a:lstStyle>
              <a:p>
                <a:r>
                  <a:rPr lang="zh-CN" altLang="en-US" sz="1600" b="1" dirty="0">
                    <a:solidFill>
                      <a:srgbClr val="2346F5"/>
                    </a:solidFill>
                    <a:latin typeface="微软雅黑" panose="020B0503020204020204" charset="-122"/>
                    <a:ea typeface="微软雅黑" panose="020B0503020204020204" charset="-122"/>
                    <a:cs typeface="阿里巴巴普惠体 R" panose="00020600040101010101" pitchFamily="18" charset="-122"/>
                  </a:rPr>
                  <a:t>目标采购企业跟进</a:t>
                </a:r>
                <a:endParaRPr lang="zh-CN" altLang="en-US" sz="1600" b="1" dirty="0">
                  <a:solidFill>
                    <a:srgbClr val="2346F5"/>
                  </a:solidFill>
                  <a:latin typeface="微软雅黑" panose="020B0503020204020204" charset="-122"/>
                  <a:ea typeface="微软雅黑" panose="020B0503020204020204" charset="-122"/>
                  <a:cs typeface="阿里巴巴普惠体 R" panose="00020600040101010101" pitchFamily="18" charset="-122"/>
                </a:endParaRPr>
              </a:p>
            </p:txBody>
          </p:sp>
          <p:sp>
            <p:nvSpPr>
              <p:cNvPr id="88" name="文本框 24"/>
              <p:cNvSpPr txBox="1"/>
              <p:nvPr>
                <p:custDataLst>
                  <p:tags r:id="rId40"/>
                </p:custDataLst>
              </p:nvPr>
            </p:nvSpPr>
            <p:spPr>
              <a:xfrm>
                <a:off x="997970" y="5325483"/>
                <a:ext cx="2173605" cy="959387"/>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目标采购企业入驻情况跟进，填写信息跟进表，反馈跟进进度</a:t>
                </a: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grpSp>
        <p:grpSp>
          <p:nvGrpSpPr>
            <p:cNvPr id="89" name="组合 88"/>
            <p:cNvGrpSpPr/>
            <p:nvPr/>
          </p:nvGrpSpPr>
          <p:grpSpPr>
            <a:xfrm>
              <a:off x="4482316" y="4710471"/>
              <a:ext cx="2245360" cy="1400810"/>
              <a:chOff x="997970" y="5049258"/>
              <a:chExt cx="2245360" cy="1400810"/>
            </a:xfrm>
          </p:grpSpPr>
          <p:sp>
            <p:nvSpPr>
              <p:cNvPr id="90" name="文本框 23"/>
              <p:cNvSpPr txBox="1"/>
              <p:nvPr>
                <p:custDataLst>
                  <p:tags r:id="rId41"/>
                </p:custDataLst>
              </p:nvPr>
            </p:nvSpPr>
            <p:spPr>
              <a:xfrm>
                <a:off x="997970" y="5049258"/>
                <a:ext cx="2130425" cy="583565"/>
              </a:xfrm>
              <a:prstGeom prst="rect">
                <a:avLst/>
              </a:prstGeom>
              <a:noFill/>
            </p:spPr>
            <p:txBody>
              <a:bodyPr wrap="square" rtlCol="0">
                <a:spAutoFit/>
              </a:bodyPr>
              <a:lstStyle>
                <a:defPPr>
                  <a:defRPr lang="zh-CN"/>
                </a:defPPr>
                <a:lvl1pPr marL="0" algn="l" defTabSz="914400" rtl="0" eaLnBrk="1" latinLnBrk="0" hangingPunct="1">
                  <a:defRPr sz="1800" kern="1200">
                    <a:solidFill>
                      <a:sysClr val="windowText" lastClr="000000"/>
                    </a:solidFill>
                    <a:latin typeface="MiSans Light" panose="00000400000000000000" pitchFamily="2" charset="-122"/>
                    <a:ea typeface="+mn-ea"/>
                    <a:cs typeface="+mn-ea"/>
                  </a:defRPr>
                </a:lvl1pPr>
                <a:lvl2pPr marL="457200" algn="l" defTabSz="914400" rtl="0" eaLnBrk="1" latinLnBrk="0" hangingPunct="1">
                  <a:defRPr sz="1800" kern="1200">
                    <a:solidFill>
                      <a:sysClr val="windowText" lastClr="000000"/>
                    </a:solidFill>
                    <a:latin typeface="MiSans Light" panose="00000400000000000000" pitchFamily="2" charset="-122"/>
                    <a:ea typeface="+mn-ea"/>
                    <a:cs typeface="+mn-ea"/>
                  </a:defRPr>
                </a:lvl2pPr>
                <a:lvl3pPr marL="914400" algn="l" defTabSz="914400" rtl="0" eaLnBrk="1" latinLnBrk="0" hangingPunct="1">
                  <a:defRPr sz="1800" kern="1200">
                    <a:solidFill>
                      <a:sysClr val="windowText" lastClr="000000"/>
                    </a:solidFill>
                    <a:latin typeface="MiSans Light" panose="00000400000000000000" pitchFamily="2" charset="-122"/>
                    <a:ea typeface="+mn-ea"/>
                    <a:cs typeface="+mn-ea"/>
                  </a:defRPr>
                </a:lvl3pPr>
                <a:lvl4pPr marL="1371600" algn="l" defTabSz="914400" rtl="0" eaLnBrk="1" latinLnBrk="0" hangingPunct="1">
                  <a:defRPr sz="1800" kern="1200">
                    <a:solidFill>
                      <a:sysClr val="windowText" lastClr="000000"/>
                    </a:solidFill>
                    <a:latin typeface="MiSans Light" panose="00000400000000000000" pitchFamily="2" charset="-122"/>
                    <a:ea typeface="+mn-ea"/>
                    <a:cs typeface="+mn-ea"/>
                  </a:defRPr>
                </a:lvl4pPr>
                <a:lvl5pPr marL="1828800" algn="l" defTabSz="914400" rtl="0" eaLnBrk="1" latinLnBrk="0" hangingPunct="1">
                  <a:defRPr sz="1800" kern="1200">
                    <a:solidFill>
                      <a:sysClr val="windowText" lastClr="000000"/>
                    </a:solidFill>
                    <a:latin typeface="MiSans Light" panose="00000400000000000000" pitchFamily="2" charset="-122"/>
                    <a:ea typeface="+mn-ea"/>
                    <a:cs typeface="+mn-ea"/>
                  </a:defRPr>
                </a:lvl5pPr>
                <a:lvl6pPr marL="2286000" algn="l" defTabSz="914400" rtl="0" eaLnBrk="1" latinLnBrk="0" hangingPunct="1">
                  <a:defRPr sz="1800" kern="1200">
                    <a:solidFill>
                      <a:sysClr val="windowText" lastClr="000000"/>
                    </a:solidFill>
                    <a:latin typeface="MiSans Light" panose="00000400000000000000" pitchFamily="2" charset="-122"/>
                    <a:ea typeface="+mn-ea"/>
                    <a:cs typeface="+mn-ea"/>
                  </a:defRPr>
                </a:lvl6pPr>
                <a:lvl7pPr marL="2743200" algn="l" defTabSz="914400" rtl="0" eaLnBrk="1" latinLnBrk="0" hangingPunct="1">
                  <a:defRPr sz="1800" kern="1200">
                    <a:solidFill>
                      <a:sysClr val="windowText" lastClr="000000"/>
                    </a:solidFill>
                    <a:latin typeface="MiSans Light" panose="00000400000000000000" pitchFamily="2" charset="-122"/>
                    <a:ea typeface="+mn-ea"/>
                    <a:cs typeface="+mn-ea"/>
                  </a:defRPr>
                </a:lvl7pPr>
                <a:lvl8pPr marL="3200400" algn="l" defTabSz="914400" rtl="0" eaLnBrk="1" latinLnBrk="0" hangingPunct="1">
                  <a:defRPr sz="1800" kern="1200">
                    <a:solidFill>
                      <a:sysClr val="windowText" lastClr="000000"/>
                    </a:solidFill>
                    <a:latin typeface="MiSans Light" panose="00000400000000000000" pitchFamily="2" charset="-122"/>
                    <a:ea typeface="+mn-ea"/>
                    <a:cs typeface="+mn-ea"/>
                  </a:defRPr>
                </a:lvl8pPr>
                <a:lvl9pPr marL="3657600" algn="l" defTabSz="914400" rtl="0" eaLnBrk="1" latinLnBrk="0" hangingPunct="1">
                  <a:defRPr sz="1800" kern="1200">
                    <a:solidFill>
                      <a:sysClr val="windowText" lastClr="000000"/>
                    </a:solidFill>
                    <a:latin typeface="MiSans Light" panose="00000400000000000000" pitchFamily="2" charset="-122"/>
                    <a:ea typeface="+mn-ea"/>
                    <a:cs typeface="+mn-ea"/>
                  </a:defRPr>
                </a:lvl9pPr>
              </a:lstStyle>
              <a:p>
                <a:pPr lvl="0" algn="r">
                  <a:buClrTx/>
                  <a:buSzTx/>
                  <a:buFontTx/>
                </a:pPr>
                <a:r>
                  <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日常订单等数据跟进</a:t>
                </a:r>
                <a:endPar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sp>
            <p:nvSpPr>
              <p:cNvPr id="91" name="文本框 24"/>
              <p:cNvSpPr txBox="1"/>
              <p:nvPr>
                <p:custDataLst>
                  <p:tags r:id="rId42"/>
                </p:custDataLst>
              </p:nvPr>
            </p:nvSpPr>
            <p:spPr>
              <a:xfrm>
                <a:off x="997970" y="5325483"/>
                <a:ext cx="2245360" cy="112458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与相关运营人员对接所负责区域订单支付、未支付等数据，毕竟进行跟进</a:t>
                </a: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a:p>
                <a:pPr lvl="0" algn="l">
                  <a:lnSpc>
                    <a:spcPct val="120000"/>
                  </a:lnSpc>
                  <a:buClrTx/>
                  <a:buSzTx/>
                  <a:buFontTx/>
                </a:pPr>
                <a:r>
                  <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每日提交《订单反馈表》</a:t>
                </a: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grpSp>
        <p:grpSp>
          <p:nvGrpSpPr>
            <p:cNvPr id="92" name="组合 91"/>
            <p:cNvGrpSpPr/>
            <p:nvPr/>
          </p:nvGrpSpPr>
          <p:grpSpPr>
            <a:xfrm>
              <a:off x="8132974" y="5156874"/>
              <a:ext cx="2556510" cy="1400810"/>
              <a:chOff x="997970" y="5049258"/>
              <a:chExt cx="2556510" cy="1400810"/>
            </a:xfrm>
          </p:grpSpPr>
          <p:sp>
            <p:nvSpPr>
              <p:cNvPr id="93" name="文本框 23"/>
              <p:cNvSpPr txBox="1"/>
              <p:nvPr>
                <p:custDataLst>
                  <p:tags r:id="rId43"/>
                </p:custDataLst>
              </p:nvPr>
            </p:nvSpPr>
            <p:spPr>
              <a:xfrm>
                <a:off x="997970" y="5049258"/>
                <a:ext cx="2556510" cy="583565"/>
              </a:xfrm>
              <a:prstGeom prst="rect">
                <a:avLst/>
              </a:prstGeom>
              <a:noFill/>
            </p:spPr>
            <p:txBody>
              <a:bodyPr wrap="square" rtlCol="0">
                <a:spAutoFit/>
              </a:bodyPr>
              <a:lstStyle>
                <a:defPPr>
                  <a:defRPr lang="zh-CN"/>
                </a:defPPr>
                <a:lvl1pPr marL="0" algn="l" defTabSz="914400" rtl="0" eaLnBrk="1" latinLnBrk="0" hangingPunct="1">
                  <a:defRPr sz="1800" kern="1200">
                    <a:solidFill>
                      <a:sysClr val="windowText" lastClr="000000"/>
                    </a:solidFill>
                    <a:latin typeface="MiSans Light" panose="00000400000000000000" pitchFamily="2" charset="-122"/>
                    <a:ea typeface="+mn-ea"/>
                    <a:cs typeface="+mn-ea"/>
                  </a:defRPr>
                </a:lvl1pPr>
                <a:lvl2pPr marL="457200" algn="l" defTabSz="914400" rtl="0" eaLnBrk="1" latinLnBrk="0" hangingPunct="1">
                  <a:defRPr sz="1800" kern="1200">
                    <a:solidFill>
                      <a:sysClr val="windowText" lastClr="000000"/>
                    </a:solidFill>
                    <a:latin typeface="MiSans Light" panose="00000400000000000000" pitchFamily="2" charset="-122"/>
                    <a:ea typeface="+mn-ea"/>
                    <a:cs typeface="+mn-ea"/>
                  </a:defRPr>
                </a:lvl2pPr>
                <a:lvl3pPr marL="914400" algn="l" defTabSz="914400" rtl="0" eaLnBrk="1" latinLnBrk="0" hangingPunct="1">
                  <a:defRPr sz="1800" kern="1200">
                    <a:solidFill>
                      <a:sysClr val="windowText" lastClr="000000"/>
                    </a:solidFill>
                    <a:latin typeface="MiSans Light" panose="00000400000000000000" pitchFamily="2" charset="-122"/>
                    <a:ea typeface="+mn-ea"/>
                    <a:cs typeface="+mn-ea"/>
                  </a:defRPr>
                </a:lvl3pPr>
                <a:lvl4pPr marL="1371600" algn="l" defTabSz="914400" rtl="0" eaLnBrk="1" latinLnBrk="0" hangingPunct="1">
                  <a:defRPr sz="1800" kern="1200">
                    <a:solidFill>
                      <a:sysClr val="windowText" lastClr="000000"/>
                    </a:solidFill>
                    <a:latin typeface="MiSans Light" panose="00000400000000000000" pitchFamily="2" charset="-122"/>
                    <a:ea typeface="+mn-ea"/>
                    <a:cs typeface="+mn-ea"/>
                  </a:defRPr>
                </a:lvl4pPr>
                <a:lvl5pPr marL="1828800" algn="l" defTabSz="914400" rtl="0" eaLnBrk="1" latinLnBrk="0" hangingPunct="1">
                  <a:defRPr sz="1800" kern="1200">
                    <a:solidFill>
                      <a:sysClr val="windowText" lastClr="000000"/>
                    </a:solidFill>
                    <a:latin typeface="MiSans Light" panose="00000400000000000000" pitchFamily="2" charset="-122"/>
                    <a:ea typeface="+mn-ea"/>
                    <a:cs typeface="+mn-ea"/>
                  </a:defRPr>
                </a:lvl5pPr>
                <a:lvl6pPr marL="2286000" algn="l" defTabSz="914400" rtl="0" eaLnBrk="1" latinLnBrk="0" hangingPunct="1">
                  <a:defRPr sz="1800" kern="1200">
                    <a:solidFill>
                      <a:sysClr val="windowText" lastClr="000000"/>
                    </a:solidFill>
                    <a:latin typeface="MiSans Light" panose="00000400000000000000" pitchFamily="2" charset="-122"/>
                    <a:ea typeface="+mn-ea"/>
                    <a:cs typeface="+mn-ea"/>
                  </a:defRPr>
                </a:lvl6pPr>
                <a:lvl7pPr marL="2743200" algn="l" defTabSz="914400" rtl="0" eaLnBrk="1" latinLnBrk="0" hangingPunct="1">
                  <a:defRPr sz="1800" kern="1200">
                    <a:solidFill>
                      <a:sysClr val="windowText" lastClr="000000"/>
                    </a:solidFill>
                    <a:latin typeface="MiSans Light" panose="00000400000000000000" pitchFamily="2" charset="-122"/>
                    <a:ea typeface="+mn-ea"/>
                    <a:cs typeface="+mn-ea"/>
                  </a:defRPr>
                </a:lvl7pPr>
                <a:lvl8pPr marL="3200400" algn="l" defTabSz="914400" rtl="0" eaLnBrk="1" latinLnBrk="0" hangingPunct="1">
                  <a:defRPr sz="1800" kern="1200">
                    <a:solidFill>
                      <a:sysClr val="windowText" lastClr="000000"/>
                    </a:solidFill>
                    <a:latin typeface="MiSans Light" panose="00000400000000000000" pitchFamily="2" charset="-122"/>
                    <a:ea typeface="+mn-ea"/>
                    <a:cs typeface="+mn-ea"/>
                  </a:defRPr>
                </a:lvl8pPr>
                <a:lvl9pPr marL="3657600" algn="l" defTabSz="914400" rtl="0" eaLnBrk="1" latinLnBrk="0" hangingPunct="1">
                  <a:defRPr sz="1800" kern="1200">
                    <a:solidFill>
                      <a:sysClr val="windowText" lastClr="000000"/>
                    </a:solidFill>
                    <a:latin typeface="MiSans Light" panose="00000400000000000000" pitchFamily="2" charset="-122"/>
                    <a:ea typeface="+mn-ea"/>
                    <a:cs typeface="+mn-ea"/>
                  </a:defRPr>
                </a:lvl9pPr>
              </a:lstStyle>
              <a:p>
                <a:pPr lvl="0" algn="r">
                  <a:buClrTx/>
                  <a:buSzTx/>
                  <a:buFontTx/>
                </a:pPr>
                <a:r>
                  <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区域月度跟进情况等月报</a:t>
                </a:r>
                <a:endPar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sp>
            <p:nvSpPr>
              <p:cNvPr id="94" name="文本框 24"/>
              <p:cNvSpPr txBox="1"/>
              <p:nvPr>
                <p:custDataLst>
                  <p:tags r:id="rId44"/>
                </p:custDataLst>
              </p:nvPr>
            </p:nvSpPr>
            <p:spPr>
              <a:xfrm>
                <a:off x="997970" y="5325483"/>
                <a:ext cx="2556510" cy="112458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rPr>
                  <a:t>区域内采购企业、供应商入驻情况目标完成情况报表等报送</a:t>
                </a: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endParaRPr>
              </a:p>
              <a:p>
                <a:pPr algn="l">
                  <a:lnSpc>
                    <a:spcPct val="120000"/>
                  </a:lnSpc>
                </a:pPr>
                <a:r>
                  <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每月提交《区域月度报表》</a:t>
                </a: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a:p>
                <a:pPr algn="l">
                  <a:lnSpc>
                    <a:spcPct val="120000"/>
                  </a:lnSpc>
                </a:pP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endParaRPr>
              </a:p>
            </p:txBody>
          </p:sp>
        </p:grpSp>
        <p:grpSp>
          <p:nvGrpSpPr>
            <p:cNvPr id="95" name="组合 94"/>
            <p:cNvGrpSpPr/>
            <p:nvPr/>
          </p:nvGrpSpPr>
          <p:grpSpPr>
            <a:xfrm>
              <a:off x="1297709" y="1823784"/>
              <a:ext cx="2205990" cy="1158240"/>
              <a:chOff x="1156071" y="1955741"/>
              <a:chExt cx="2205990" cy="1158240"/>
            </a:xfrm>
          </p:grpSpPr>
          <p:sp>
            <p:nvSpPr>
              <p:cNvPr id="96" name="文本框 23"/>
              <p:cNvSpPr txBox="1"/>
              <p:nvPr>
                <p:custDataLst>
                  <p:tags r:id="rId45"/>
                </p:custDataLst>
              </p:nvPr>
            </p:nvSpPr>
            <p:spPr>
              <a:xfrm>
                <a:off x="1423406" y="1955741"/>
                <a:ext cx="1938655" cy="337185"/>
              </a:xfrm>
              <a:prstGeom prst="rect">
                <a:avLst/>
              </a:prstGeom>
              <a:noFill/>
            </p:spPr>
            <p:txBody>
              <a:bodyPr wrap="square" rtlCol="0">
                <a:spAutoFit/>
              </a:bodyPr>
              <a:lstStyle>
                <a:defPPr>
                  <a:defRPr lang="zh-CN"/>
                </a:defPPr>
                <a:lvl1pPr marL="0" algn="l" defTabSz="914400" rtl="0" eaLnBrk="1" latinLnBrk="0" hangingPunct="1">
                  <a:defRPr sz="1800" kern="1200">
                    <a:solidFill>
                      <a:sysClr val="windowText" lastClr="000000"/>
                    </a:solidFill>
                    <a:latin typeface="MiSans Light" panose="00000400000000000000" pitchFamily="2" charset="-122"/>
                    <a:ea typeface="+mn-ea"/>
                    <a:cs typeface="+mn-ea"/>
                  </a:defRPr>
                </a:lvl1pPr>
                <a:lvl2pPr marL="457200" algn="l" defTabSz="914400" rtl="0" eaLnBrk="1" latinLnBrk="0" hangingPunct="1">
                  <a:defRPr sz="1800" kern="1200">
                    <a:solidFill>
                      <a:sysClr val="windowText" lastClr="000000"/>
                    </a:solidFill>
                    <a:latin typeface="MiSans Light" panose="00000400000000000000" pitchFamily="2" charset="-122"/>
                    <a:ea typeface="+mn-ea"/>
                    <a:cs typeface="+mn-ea"/>
                  </a:defRPr>
                </a:lvl2pPr>
                <a:lvl3pPr marL="914400" algn="l" defTabSz="914400" rtl="0" eaLnBrk="1" latinLnBrk="0" hangingPunct="1">
                  <a:defRPr sz="1800" kern="1200">
                    <a:solidFill>
                      <a:sysClr val="windowText" lastClr="000000"/>
                    </a:solidFill>
                    <a:latin typeface="MiSans Light" panose="00000400000000000000" pitchFamily="2" charset="-122"/>
                    <a:ea typeface="+mn-ea"/>
                    <a:cs typeface="+mn-ea"/>
                  </a:defRPr>
                </a:lvl3pPr>
                <a:lvl4pPr marL="1371600" algn="l" defTabSz="914400" rtl="0" eaLnBrk="1" latinLnBrk="0" hangingPunct="1">
                  <a:defRPr sz="1800" kern="1200">
                    <a:solidFill>
                      <a:sysClr val="windowText" lastClr="000000"/>
                    </a:solidFill>
                    <a:latin typeface="MiSans Light" panose="00000400000000000000" pitchFamily="2" charset="-122"/>
                    <a:ea typeface="+mn-ea"/>
                    <a:cs typeface="+mn-ea"/>
                  </a:defRPr>
                </a:lvl4pPr>
                <a:lvl5pPr marL="1828800" algn="l" defTabSz="914400" rtl="0" eaLnBrk="1" latinLnBrk="0" hangingPunct="1">
                  <a:defRPr sz="1800" kern="1200">
                    <a:solidFill>
                      <a:sysClr val="windowText" lastClr="000000"/>
                    </a:solidFill>
                    <a:latin typeface="MiSans Light" panose="00000400000000000000" pitchFamily="2" charset="-122"/>
                    <a:ea typeface="+mn-ea"/>
                    <a:cs typeface="+mn-ea"/>
                  </a:defRPr>
                </a:lvl5pPr>
                <a:lvl6pPr marL="2286000" algn="l" defTabSz="914400" rtl="0" eaLnBrk="1" latinLnBrk="0" hangingPunct="1">
                  <a:defRPr sz="1800" kern="1200">
                    <a:solidFill>
                      <a:sysClr val="windowText" lastClr="000000"/>
                    </a:solidFill>
                    <a:latin typeface="MiSans Light" panose="00000400000000000000" pitchFamily="2" charset="-122"/>
                    <a:ea typeface="+mn-ea"/>
                    <a:cs typeface="+mn-ea"/>
                  </a:defRPr>
                </a:lvl6pPr>
                <a:lvl7pPr marL="2743200" algn="l" defTabSz="914400" rtl="0" eaLnBrk="1" latinLnBrk="0" hangingPunct="1">
                  <a:defRPr sz="1800" kern="1200">
                    <a:solidFill>
                      <a:sysClr val="windowText" lastClr="000000"/>
                    </a:solidFill>
                    <a:latin typeface="MiSans Light" panose="00000400000000000000" pitchFamily="2" charset="-122"/>
                    <a:ea typeface="+mn-ea"/>
                    <a:cs typeface="+mn-ea"/>
                  </a:defRPr>
                </a:lvl7pPr>
                <a:lvl8pPr marL="3200400" algn="l" defTabSz="914400" rtl="0" eaLnBrk="1" latinLnBrk="0" hangingPunct="1">
                  <a:defRPr sz="1800" kern="1200">
                    <a:solidFill>
                      <a:sysClr val="windowText" lastClr="000000"/>
                    </a:solidFill>
                    <a:latin typeface="MiSans Light" panose="00000400000000000000" pitchFamily="2" charset="-122"/>
                    <a:ea typeface="+mn-ea"/>
                    <a:cs typeface="+mn-ea"/>
                  </a:defRPr>
                </a:lvl8pPr>
                <a:lvl9pPr marL="3657600" algn="l" defTabSz="914400" rtl="0" eaLnBrk="1" latinLnBrk="0" hangingPunct="1">
                  <a:defRPr sz="1800" kern="1200">
                    <a:solidFill>
                      <a:sysClr val="windowText" lastClr="000000"/>
                    </a:solidFill>
                    <a:latin typeface="MiSans Light" panose="00000400000000000000" pitchFamily="2" charset="-122"/>
                    <a:ea typeface="+mn-ea"/>
                    <a:cs typeface="+mn-ea"/>
                  </a:defRPr>
                </a:lvl9pPr>
              </a:lstStyle>
              <a:p>
                <a:pPr algn="r"/>
                <a:r>
                  <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rPr>
                  <a:t>采购企业操作指导</a:t>
                </a:r>
                <a:endPar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endParaRPr>
              </a:p>
            </p:txBody>
          </p:sp>
          <p:sp>
            <p:nvSpPr>
              <p:cNvPr id="97" name="文本框 24"/>
              <p:cNvSpPr txBox="1"/>
              <p:nvPr>
                <p:custDataLst>
                  <p:tags r:id="rId46"/>
                </p:custDataLst>
              </p:nvPr>
            </p:nvSpPr>
            <p:spPr>
              <a:xfrm>
                <a:off x="1156071" y="2231966"/>
                <a:ext cx="2205990" cy="88201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对已经入驻服务的采购企业或供应商进行操作指导</a:t>
                </a: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grpSp>
        <p:grpSp>
          <p:nvGrpSpPr>
            <p:cNvPr id="98" name="组合 97"/>
            <p:cNvGrpSpPr/>
            <p:nvPr/>
          </p:nvGrpSpPr>
          <p:grpSpPr>
            <a:xfrm>
              <a:off x="5020944" y="2167334"/>
              <a:ext cx="2266315" cy="591123"/>
              <a:chOff x="1186551" y="1955741"/>
              <a:chExt cx="2266315" cy="591123"/>
            </a:xfrm>
          </p:grpSpPr>
          <p:sp>
            <p:nvSpPr>
              <p:cNvPr id="99" name="文本框 23"/>
              <p:cNvSpPr txBox="1"/>
              <p:nvPr>
                <p:custDataLst>
                  <p:tags r:id="rId47"/>
                </p:custDataLst>
              </p:nvPr>
            </p:nvSpPr>
            <p:spPr>
              <a:xfrm>
                <a:off x="1423723" y="1955741"/>
                <a:ext cx="1661020" cy="337185"/>
              </a:xfrm>
              <a:prstGeom prst="rect">
                <a:avLst/>
              </a:prstGeom>
              <a:noFill/>
            </p:spPr>
            <p:txBody>
              <a:bodyPr wrap="square" rtlCol="0">
                <a:spAutoFit/>
              </a:bodyPr>
              <a:lstStyle>
                <a:defPPr>
                  <a:defRPr lang="zh-CN"/>
                </a:defPPr>
                <a:lvl1pPr marL="0" algn="l" defTabSz="914400" rtl="0" eaLnBrk="1" latinLnBrk="0" hangingPunct="1">
                  <a:defRPr sz="1800" kern="1200">
                    <a:solidFill>
                      <a:sysClr val="windowText" lastClr="000000"/>
                    </a:solidFill>
                    <a:latin typeface="MiSans Light" panose="00000400000000000000" pitchFamily="2" charset="-122"/>
                    <a:ea typeface="+mn-ea"/>
                    <a:cs typeface="+mn-ea"/>
                  </a:defRPr>
                </a:lvl1pPr>
                <a:lvl2pPr marL="457200" algn="l" defTabSz="914400" rtl="0" eaLnBrk="1" latinLnBrk="0" hangingPunct="1">
                  <a:defRPr sz="1800" kern="1200">
                    <a:solidFill>
                      <a:sysClr val="windowText" lastClr="000000"/>
                    </a:solidFill>
                    <a:latin typeface="MiSans Light" panose="00000400000000000000" pitchFamily="2" charset="-122"/>
                    <a:ea typeface="+mn-ea"/>
                    <a:cs typeface="+mn-ea"/>
                  </a:defRPr>
                </a:lvl2pPr>
                <a:lvl3pPr marL="914400" algn="l" defTabSz="914400" rtl="0" eaLnBrk="1" latinLnBrk="0" hangingPunct="1">
                  <a:defRPr sz="1800" kern="1200">
                    <a:solidFill>
                      <a:sysClr val="windowText" lastClr="000000"/>
                    </a:solidFill>
                    <a:latin typeface="MiSans Light" panose="00000400000000000000" pitchFamily="2" charset="-122"/>
                    <a:ea typeface="+mn-ea"/>
                    <a:cs typeface="+mn-ea"/>
                  </a:defRPr>
                </a:lvl3pPr>
                <a:lvl4pPr marL="1371600" algn="l" defTabSz="914400" rtl="0" eaLnBrk="1" latinLnBrk="0" hangingPunct="1">
                  <a:defRPr sz="1800" kern="1200">
                    <a:solidFill>
                      <a:sysClr val="windowText" lastClr="000000"/>
                    </a:solidFill>
                    <a:latin typeface="MiSans Light" panose="00000400000000000000" pitchFamily="2" charset="-122"/>
                    <a:ea typeface="+mn-ea"/>
                    <a:cs typeface="+mn-ea"/>
                  </a:defRPr>
                </a:lvl4pPr>
                <a:lvl5pPr marL="1828800" algn="l" defTabSz="914400" rtl="0" eaLnBrk="1" latinLnBrk="0" hangingPunct="1">
                  <a:defRPr sz="1800" kern="1200">
                    <a:solidFill>
                      <a:sysClr val="windowText" lastClr="000000"/>
                    </a:solidFill>
                    <a:latin typeface="MiSans Light" panose="00000400000000000000" pitchFamily="2" charset="-122"/>
                    <a:ea typeface="+mn-ea"/>
                    <a:cs typeface="+mn-ea"/>
                  </a:defRPr>
                </a:lvl5pPr>
                <a:lvl6pPr marL="2286000" algn="l" defTabSz="914400" rtl="0" eaLnBrk="1" latinLnBrk="0" hangingPunct="1">
                  <a:defRPr sz="1800" kern="1200">
                    <a:solidFill>
                      <a:sysClr val="windowText" lastClr="000000"/>
                    </a:solidFill>
                    <a:latin typeface="MiSans Light" panose="00000400000000000000" pitchFamily="2" charset="-122"/>
                    <a:ea typeface="+mn-ea"/>
                    <a:cs typeface="+mn-ea"/>
                  </a:defRPr>
                </a:lvl6pPr>
                <a:lvl7pPr marL="2743200" algn="l" defTabSz="914400" rtl="0" eaLnBrk="1" latinLnBrk="0" hangingPunct="1">
                  <a:defRPr sz="1800" kern="1200">
                    <a:solidFill>
                      <a:sysClr val="windowText" lastClr="000000"/>
                    </a:solidFill>
                    <a:latin typeface="MiSans Light" panose="00000400000000000000" pitchFamily="2" charset="-122"/>
                    <a:ea typeface="+mn-ea"/>
                    <a:cs typeface="+mn-ea"/>
                  </a:defRPr>
                </a:lvl7pPr>
                <a:lvl8pPr marL="3200400" algn="l" defTabSz="914400" rtl="0" eaLnBrk="1" latinLnBrk="0" hangingPunct="1">
                  <a:defRPr sz="1800" kern="1200">
                    <a:solidFill>
                      <a:sysClr val="windowText" lastClr="000000"/>
                    </a:solidFill>
                    <a:latin typeface="MiSans Light" panose="00000400000000000000" pitchFamily="2" charset="-122"/>
                    <a:ea typeface="+mn-ea"/>
                    <a:cs typeface="+mn-ea"/>
                  </a:defRPr>
                </a:lvl8pPr>
                <a:lvl9pPr marL="3657600" algn="l" defTabSz="914400" rtl="0" eaLnBrk="1" latinLnBrk="0" hangingPunct="1">
                  <a:defRPr sz="1800" kern="1200">
                    <a:solidFill>
                      <a:sysClr val="windowText" lastClr="000000"/>
                    </a:solidFill>
                    <a:latin typeface="MiSans Light" panose="00000400000000000000" pitchFamily="2" charset="-122"/>
                    <a:ea typeface="+mn-ea"/>
                    <a:cs typeface="+mn-ea"/>
                  </a:defRPr>
                </a:lvl9pPr>
              </a:lstStyle>
              <a:p>
                <a:pPr lvl="0" algn="r">
                  <a:buClrTx/>
                  <a:buSzTx/>
                  <a:buFontTx/>
                </a:pPr>
                <a:r>
                  <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咨询问题回复</a:t>
                </a:r>
                <a:endPar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sp>
            <p:nvSpPr>
              <p:cNvPr id="100" name="文本框 24"/>
              <p:cNvSpPr txBox="1"/>
              <p:nvPr>
                <p:custDataLst>
                  <p:tags r:id="rId48"/>
                </p:custDataLst>
              </p:nvPr>
            </p:nvSpPr>
            <p:spPr>
              <a:xfrm>
                <a:off x="1186551" y="2231966"/>
                <a:ext cx="2266315" cy="314898"/>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供应商、采购企业群消息、电话咨询等信息回复</a:t>
                </a: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grpSp>
        <p:grpSp>
          <p:nvGrpSpPr>
            <p:cNvPr id="101" name="组合 100"/>
            <p:cNvGrpSpPr/>
            <p:nvPr/>
          </p:nvGrpSpPr>
          <p:grpSpPr>
            <a:xfrm>
              <a:off x="7584420" y="1747040"/>
              <a:ext cx="2226945" cy="1256665"/>
              <a:chOff x="1159881" y="1955741"/>
              <a:chExt cx="2226945" cy="1256665"/>
            </a:xfrm>
          </p:grpSpPr>
          <p:sp>
            <p:nvSpPr>
              <p:cNvPr id="102" name="文本框 23"/>
              <p:cNvSpPr txBox="1"/>
              <p:nvPr>
                <p:custDataLst>
                  <p:tags r:id="rId49"/>
                </p:custDataLst>
              </p:nvPr>
            </p:nvSpPr>
            <p:spPr>
              <a:xfrm>
                <a:off x="1423723" y="1955741"/>
                <a:ext cx="1661020" cy="283558"/>
              </a:xfrm>
              <a:prstGeom prst="rect">
                <a:avLst/>
              </a:prstGeom>
              <a:noFill/>
            </p:spPr>
            <p:txBody>
              <a:bodyPr wrap="square" rtlCol="0">
                <a:spAutoFit/>
              </a:bodyPr>
              <a:lstStyle>
                <a:defPPr>
                  <a:defRPr lang="zh-CN"/>
                </a:defPPr>
                <a:lvl1pPr marL="0" algn="l" defTabSz="914400" rtl="0" eaLnBrk="1" latinLnBrk="0" hangingPunct="1">
                  <a:defRPr sz="1800" kern="1200">
                    <a:solidFill>
                      <a:sysClr val="windowText" lastClr="000000"/>
                    </a:solidFill>
                    <a:latin typeface="MiSans Light" panose="00000400000000000000" pitchFamily="2" charset="-122"/>
                    <a:ea typeface="+mn-ea"/>
                    <a:cs typeface="+mn-ea"/>
                  </a:defRPr>
                </a:lvl1pPr>
                <a:lvl2pPr marL="457200" algn="l" defTabSz="914400" rtl="0" eaLnBrk="1" latinLnBrk="0" hangingPunct="1">
                  <a:defRPr sz="1800" kern="1200">
                    <a:solidFill>
                      <a:sysClr val="windowText" lastClr="000000"/>
                    </a:solidFill>
                    <a:latin typeface="MiSans Light" panose="00000400000000000000" pitchFamily="2" charset="-122"/>
                    <a:ea typeface="+mn-ea"/>
                    <a:cs typeface="+mn-ea"/>
                  </a:defRPr>
                </a:lvl2pPr>
                <a:lvl3pPr marL="914400" algn="l" defTabSz="914400" rtl="0" eaLnBrk="1" latinLnBrk="0" hangingPunct="1">
                  <a:defRPr sz="1800" kern="1200">
                    <a:solidFill>
                      <a:sysClr val="windowText" lastClr="000000"/>
                    </a:solidFill>
                    <a:latin typeface="MiSans Light" panose="00000400000000000000" pitchFamily="2" charset="-122"/>
                    <a:ea typeface="+mn-ea"/>
                    <a:cs typeface="+mn-ea"/>
                  </a:defRPr>
                </a:lvl3pPr>
                <a:lvl4pPr marL="1371600" algn="l" defTabSz="914400" rtl="0" eaLnBrk="1" latinLnBrk="0" hangingPunct="1">
                  <a:defRPr sz="1800" kern="1200">
                    <a:solidFill>
                      <a:sysClr val="windowText" lastClr="000000"/>
                    </a:solidFill>
                    <a:latin typeface="MiSans Light" panose="00000400000000000000" pitchFamily="2" charset="-122"/>
                    <a:ea typeface="+mn-ea"/>
                    <a:cs typeface="+mn-ea"/>
                  </a:defRPr>
                </a:lvl4pPr>
                <a:lvl5pPr marL="1828800" algn="l" defTabSz="914400" rtl="0" eaLnBrk="1" latinLnBrk="0" hangingPunct="1">
                  <a:defRPr sz="1800" kern="1200">
                    <a:solidFill>
                      <a:sysClr val="windowText" lastClr="000000"/>
                    </a:solidFill>
                    <a:latin typeface="MiSans Light" panose="00000400000000000000" pitchFamily="2" charset="-122"/>
                    <a:ea typeface="+mn-ea"/>
                    <a:cs typeface="+mn-ea"/>
                  </a:defRPr>
                </a:lvl5pPr>
                <a:lvl6pPr marL="2286000" algn="l" defTabSz="914400" rtl="0" eaLnBrk="1" latinLnBrk="0" hangingPunct="1">
                  <a:defRPr sz="1800" kern="1200">
                    <a:solidFill>
                      <a:sysClr val="windowText" lastClr="000000"/>
                    </a:solidFill>
                    <a:latin typeface="MiSans Light" panose="00000400000000000000" pitchFamily="2" charset="-122"/>
                    <a:ea typeface="+mn-ea"/>
                    <a:cs typeface="+mn-ea"/>
                  </a:defRPr>
                </a:lvl6pPr>
                <a:lvl7pPr marL="2743200" algn="l" defTabSz="914400" rtl="0" eaLnBrk="1" latinLnBrk="0" hangingPunct="1">
                  <a:defRPr sz="1800" kern="1200">
                    <a:solidFill>
                      <a:sysClr val="windowText" lastClr="000000"/>
                    </a:solidFill>
                    <a:latin typeface="MiSans Light" panose="00000400000000000000" pitchFamily="2" charset="-122"/>
                    <a:ea typeface="+mn-ea"/>
                    <a:cs typeface="+mn-ea"/>
                  </a:defRPr>
                </a:lvl7pPr>
                <a:lvl8pPr marL="3200400" algn="l" defTabSz="914400" rtl="0" eaLnBrk="1" latinLnBrk="0" hangingPunct="1">
                  <a:defRPr sz="1800" kern="1200">
                    <a:solidFill>
                      <a:sysClr val="windowText" lastClr="000000"/>
                    </a:solidFill>
                    <a:latin typeface="MiSans Light" panose="00000400000000000000" pitchFamily="2" charset="-122"/>
                    <a:ea typeface="+mn-ea"/>
                    <a:cs typeface="+mn-ea"/>
                  </a:defRPr>
                </a:lvl8pPr>
                <a:lvl9pPr marL="3657600" algn="l" defTabSz="914400" rtl="0" eaLnBrk="1" latinLnBrk="0" hangingPunct="1">
                  <a:defRPr sz="1800" kern="1200">
                    <a:solidFill>
                      <a:sysClr val="windowText" lastClr="000000"/>
                    </a:solidFill>
                    <a:latin typeface="MiSans Light" panose="00000400000000000000" pitchFamily="2" charset="-122"/>
                    <a:ea typeface="+mn-ea"/>
                    <a:cs typeface="+mn-ea"/>
                  </a:defRPr>
                </a:lvl9pPr>
              </a:lstStyle>
              <a:p>
                <a:pPr lvl="0" algn="r">
                  <a:buClrTx/>
                  <a:buSzTx/>
                  <a:buFontTx/>
                </a:pPr>
                <a:r>
                  <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使用意见收集</a:t>
                </a:r>
                <a:endParaRPr lang="zh-CN" altLang="en-US" sz="1600" b="1" dirty="0">
                  <a:solidFill>
                    <a:srgbClr val="4B68F7"/>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sp>
            <p:nvSpPr>
              <p:cNvPr id="103" name="文本框 24"/>
              <p:cNvSpPr txBox="1"/>
              <p:nvPr>
                <p:custDataLst>
                  <p:tags r:id="rId50"/>
                </p:custDataLst>
              </p:nvPr>
            </p:nvSpPr>
            <p:spPr>
              <a:xfrm>
                <a:off x="1159881" y="2332931"/>
                <a:ext cx="2226945" cy="87947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buClrTx/>
                  <a:buSzTx/>
                  <a:buFontTx/>
                </a:pPr>
                <a:r>
                  <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rPr>
                  <a:t>定期进行采购企业、供应商使用意见和建议收集和反馈，每周提交《意见建议反馈表》</a:t>
                </a: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a:p>
                <a:pPr lvl="0" algn="l">
                  <a:lnSpc>
                    <a:spcPct val="120000"/>
                  </a:lnSpc>
                  <a:buClrTx/>
                  <a:buSzTx/>
                  <a:buFontTx/>
                </a:pPr>
                <a:endParaRPr lang="zh-CN" altLang="en-US" sz="1400" dirty="0">
                  <a:solidFill>
                    <a:sysClr val="windowText" lastClr="000000">
                      <a:lumMod val="85000"/>
                      <a:lumOff val="15000"/>
                    </a:sysClr>
                  </a:solidFill>
                  <a:latin typeface="微软雅黑" panose="020B0503020204020204" charset="-122"/>
                  <a:ea typeface="微软雅黑" panose="020B0503020204020204" charset="-122"/>
                  <a:cs typeface="阿里巴巴普惠体 R" panose="00020600040101010101" pitchFamily="18" charset="-122"/>
                  <a:sym typeface="MiSans Heavy" panose="00000A00000000000000" pitchFamily="2" charset="-122"/>
                </a:endParaRPr>
              </a:p>
            </p:txBody>
          </p:sp>
        </p:grpSp>
      </p:grpSp>
      <p:sp>
        <p:nvSpPr>
          <p:cNvPr id="104" name="文本框 103"/>
          <p:cNvSpPr txBox="1"/>
          <p:nvPr/>
        </p:nvSpPr>
        <p:spPr>
          <a:xfrm>
            <a:off x="346710" y="176530"/>
            <a:ext cx="2552700" cy="578485"/>
          </a:xfrm>
          <a:prstGeom prst="rect">
            <a:avLst/>
          </a:prstGeom>
          <a:noFill/>
        </p:spPr>
        <p:txBody>
          <a:bodyPr wrap="square" rtlCol="0">
            <a:spAutoFit/>
          </a:bodyPr>
          <a:p>
            <a:pPr algn="l" fontAlgn="auto">
              <a:lnSpc>
                <a:spcPts val="3800"/>
              </a:lnSpc>
            </a:pP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日常运营</a:t>
            </a:r>
            <a:r>
              <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rPr>
              <a:t>工作</a:t>
            </a:r>
            <a:endParaRPr lang="zh-CN" altLang="en-US" sz="2800" b="1" cap="all">
              <a:solidFill>
                <a:schemeClr val="bg1"/>
              </a:solidFill>
              <a:uFillTx/>
              <a:latin typeface="微软雅黑" panose="020B0503020204020204" charset="-122"/>
              <a:ea typeface="微软雅黑" panose="020B0503020204020204" charset="-122"/>
              <a:cs typeface="思源黑体 CN Medium" panose="020B0600000000000000" charset="-122"/>
            </a:endParaRPr>
          </a:p>
        </p:txBody>
      </p:sp>
    </p:spTree>
    <p:custDataLst>
      <p:tags r:id="rId5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项目推近资源 2"/>
          <p:cNvPicPr>
            <a:picLocks noChangeAspect="1"/>
          </p:cNvPicPr>
          <p:nvPr/>
        </p:nvPicPr>
        <p:blipFill>
          <a:blip r:embed="rId1"/>
          <a:srcRect r="1290" b="3342"/>
          <a:stretch>
            <a:fillRect/>
          </a:stretch>
        </p:blipFill>
        <p:spPr>
          <a:xfrm>
            <a:off x="6009005" y="4017645"/>
            <a:ext cx="6182995" cy="2840355"/>
          </a:xfrm>
          <a:prstGeom prst="rect">
            <a:avLst/>
          </a:prstGeom>
        </p:spPr>
      </p:pic>
      <p:pic>
        <p:nvPicPr>
          <p:cNvPr id="4" name="图片 3" descr="项目推近资源 1"/>
          <p:cNvPicPr>
            <a:picLocks noChangeAspect="1"/>
          </p:cNvPicPr>
          <p:nvPr/>
        </p:nvPicPr>
        <p:blipFill>
          <a:blip r:embed="rId2"/>
          <a:stretch>
            <a:fillRect/>
          </a:stretch>
        </p:blipFill>
        <p:spPr>
          <a:xfrm>
            <a:off x="0" y="0"/>
            <a:ext cx="3721735" cy="3735705"/>
          </a:xfrm>
          <a:prstGeom prst="rect">
            <a:avLst/>
          </a:prstGeom>
        </p:spPr>
      </p:pic>
      <p:grpSp>
        <p:nvGrpSpPr>
          <p:cNvPr id="18" name="组合 17"/>
          <p:cNvGrpSpPr/>
          <p:nvPr/>
        </p:nvGrpSpPr>
        <p:grpSpPr>
          <a:xfrm>
            <a:off x="1801495" y="2184400"/>
            <a:ext cx="8589010" cy="2190750"/>
            <a:chOff x="3933" y="2820"/>
            <a:chExt cx="13526" cy="3450"/>
          </a:xfrm>
        </p:grpSpPr>
        <p:sp>
          <p:nvSpPr>
            <p:cNvPr id="6" name="文本框 5"/>
            <p:cNvSpPr txBox="1"/>
            <p:nvPr/>
          </p:nvSpPr>
          <p:spPr>
            <a:xfrm>
              <a:off x="3933" y="2820"/>
              <a:ext cx="13526" cy="1743"/>
            </a:xfrm>
            <a:prstGeom prst="rect">
              <a:avLst/>
            </a:prstGeom>
            <a:noFill/>
          </p:spPr>
          <p:txBody>
            <a:bodyPr wrap="square" rtlCol="0">
              <a:spAutoFit/>
            </a:bodyPr>
            <a:p>
              <a:pPr algn="ctr"/>
              <a:r>
                <a:rPr lang="zh-CN" altLang="en-US" sz="6600" b="1" cap="all">
                  <a:solidFill>
                    <a:srgbClr val="4489C8"/>
                  </a:solidFill>
                  <a:uFillTx/>
                  <a:latin typeface="微软雅黑" panose="020B0503020204020204" charset="-122"/>
                  <a:ea typeface="微软雅黑" panose="020B0503020204020204" charset="-122"/>
                </a:rPr>
                <a:t>汇报完毕，谢谢观看</a:t>
              </a:r>
              <a:endParaRPr lang="zh-CN" altLang="en-US" sz="6600" b="1" cap="all">
                <a:solidFill>
                  <a:srgbClr val="4489C8"/>
                </a:solidFill>
                <a:uFillTx/>
                <a:latin typeface="微软雅黑" panose="020B0503020204020204" charset="-122"/>
                <a:ea typeface="微软雅黑" panose="020B0503020204020204" charset="-122"/>
              </a:endParaRPr>
            </a:p>
          </p:txBody>
        </p:sp>
        <p:cxnSp>
          <p:nvCxnSpPr>
            <p:cNvPr id="10" name="直接连接符 9"/>
            <p:cNvCxnSpPr/>
            <p:nvPr/>
          </p:nvCxnSpPr>
          <p:spPr>
            <a:xfrm flipV="1">
              <a:off x="9196" y="6241"/>
              <a:ext cx="3000" cy="29"/>
            </a:xfrm>
            <a:prstGeom prst="line">
              <a:avLst/>
            </a:prstGeom>
            <a:ln>
              <a:solidFill>
                <a:srgbClr val="4489C8"/>
              </a:solidFill>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4578350" y="3618865"/>
            <a:ext cx="3034665" cy="398780"/>
          </a:xfrm>
          <a:prstGeom prst="rect">
            <a:avLst/>
          </a:prstGeom>
          <a:noFill/>
        </p:spPr>
        <p:txBody>
          <a:bodyPr wrap="square" rtlCol="0">
            <a:spAutoFit/>
          </a:bodyPr>
          <a:p>
            <a:pPr algn="dist"/>
            <a:r>
              <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rPr>
              <a:t>商城建设思路</a:t>
            </a:r>
            <a:r>
              <a:rPr lang="en-US" altLang="zh-CN" sz="2000" b="1" cap="all">
                <a:solidFill>
                  <a:srgbClr val="01203C"/>
                </a:solidFill>
                <a:uFillTx/>
                <a:latin typeface="微软雅黑" panose="020B0503020204020204" charset="-122"/>
                <a:ea typeface="微软雅黑" panose="020B0503020204020204" charset="-122"/>
                <a:cs typeface="微软雅黑" panose="020B0503020204020204" charset="-122"/>
              </a:rPr>
              <a:t> </a:t>
            </a:r>
            <a:endParaRPr lang="zh-CN" altLang="en-US" sz="2000" b="1" cap="all">
              <a:solidFill>
                <a:srgbClr val="01203C"/>
              </a:solidFill>
              <a:uFillTx/>
              <a:latin typeface="微软雅黑" panose="020B0503020204020204" charset="-122"/>
              <a:ea typeface="微软雅黑" panose="020B0503020204020204" charset="-122"/>
              <a:cs typeface="微软雅黑" panose="020B0503020204020204" charset="-122"/>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PLACING_PICTURE_USER_VIEWPORT" val="{&quot;height&quot;:2231,&quot;width&quot;:7557}"/>
</p:tagLst>
</file>

<file path=ppt/tags/tag12.xml><?xml version="1.0" encoding="utf-8"?>
<p:tagLst xmlns:p="http://schemas.openxmlformats.org/presentationml/2006/main">
  <p:tag name="KSO_WM_UNIT_PLACING_PICTURE_USER_VIEWPORT" val="{&quot;height&quot;:5883,&quot;width&quot;:586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5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55.xml><?xml version="1.0" encoding="utf-8"?>
<p:tagLst xmlns:p="http://schemas.openxmlformats.org/presentationml/2006/main">
  <p:tag name="KSO_WM_UNIT_PLACING_PICTURE_USER_VIEWPORT" val="{&quot;height&quot;:2231,&quot;width&quot;:7557}"/>
</p:tagLst>
</file>

<file path=ppt/tags/tag56.xml><?xml version="1.0" encoding="utf-8"?>
<p:tagLst xmlns:p="http://schemas.openxmlformats.org/presentationml/2006/main">
  <p:tag name="KSO_WM_UNIT_PLACING_PICTURE_USER_VIEWPORT" val="{&quot;height&quot;:5883,&quot;width&quot;:5861}"/>
</p:tagLst>
</file>

<file path=ppt/tags/tag57.xml><?xml version="1.0" encoding="utf-8"?>
<p:tagLst xmlns:p="http://schemas.openxmlformats.org/presentationml/2006/main">
  <p:tag name="KSO_WM_DIAGRAM_VIRTUALLY_FRAME" val="{&quot;height&quot;:365.6,&quot;left&quot;:450.95,&quot;top&quot;:87.85,&quot;width&quot;:395.85}"/>
</p:tagLst>
</file>

<file path=ppt/tags/tag58.xml><?xml version="1.0" encoding="utf-8"?>
<p:tagLst xmlns:p="http://schemas.openxmlformats.org/presentationml/2006/main">
  <p:tag name="KSO_WM_DIAGRAM_VIRTUALLY_FRAME" val="{&quot;height&quot;:365.6,&quot;left&quot;:450.95,&quot;top&quot;:87.85,&quot;width&quot;:395.85}"/>
</p:tagLst>
</file>

<file path=ppt/tags/tag59.xml><?xml version="1.0" encoding="utf-8"?>
<p:tagLst xmlns:p="http://schemas.openxmlformats.org/presentationml/2006/main">
  <p:tag name="KSO_WM_DIAGRAM_VIRTUALLY_FRAME" val="{&quot;height&quot;:365.6,&quot;left&quot;:450.95,&quot;top&quot;:87.85,&quot;width&quot;:395.85}"/>
</p:tagLst>
</file>

<file path=ppt/tags/tag60.xml><?xml version="1.0" encoding="utf-8"?>
<p:tagLst xmlns:p="http://schemas.openxmlformats.org/presentationml/2006/main">
  <p:tag name="KSO_WM_DIAGRAM_VIRTUALLY_FRAME" val="{&quot;height&quot;:365.6,&quot;left&quot;:450.95,&quot;top&quot;:87.85,&quot;width&quot;:395.85}"/>
</p:tagLst>
</file>

<file path=ppt/tags/tag61.xml><?xml version="1.0" encoding="utf-8"?>
<p:tagLst xmlns:p="http://schemas.openxmlformats.org/presentationml/2006/main">
  <p:tag name="KSO_WM_DIAGRAM_VIRTUALLY_FRAME" val="{&quot;height&quot;:365.6,&quot;left&quot;:450.95,&quot;top&quot;:87.85,&quot;width&quot;:395.85}"/>
</p:tagLst>
</file>

<file path=ppt/tags/tag62.xml><?xml version="1.0" encoding="utf-8"?>
<p:tagLst xmlns:p="http://schemas.openxmlformats.org/presentationml/2006/main">
  <p:tag name="KSO_WM_DIAGRAM_VIRTUALLY_FRAME" val="{&quot;height&quot;:365.6,&quot;left&quot;:450.95,&quot;top&quot;:87.85,&quot;width&quot;:395.85}"/>
</p:tagLst>
</file>

<file path=ppt/tags/tag63.xml><?xml version="1.0" encoding="utf-8"?>
<p:tagLst xmlns:p="http://schemas.openxmlformats.org/presentationml/2006/main">
  <p:tag name="KSO_WM_DIAGRAM_VIRTUALLY_FRAME" val="{&quot;height&quot;:365.6,&quot;left&quot;:450.95,&quot;top&quot;:87.85,&quot;width&quot;:395.85}"/>
</p:tagLst>
</file>

<file path=ppt/tags/tag64.xml><?xml version="1.0" encoding="utf-8"?>
<p:tagLst xmlns:p="http://schemas.openxmlformats.org/presentationml/2006/main">
  <p:tag name="KSO_WM_DIAGRAM_VIRTUALLY_FRAME" val="{&quot;height&quot;:365.6,&quot;left&quot;:450.95,&quot;top&quot;:87.85,&quot;width&quot;:395.85}"/>
</p:tagLst>
</file>

<file path=ppt/tags/tag65.xml><?xml version="1.0" encoding="utf-8"?>
<p:tagLst xmlns:p="http://schemas.openxmlformats.org/presentationml/2006/main">
  <p:tag name="KSO_WM_DIAGRAM_VIRTUALLY_FRAME" val="{&quot;height&quot;:365.6,&quot;left&quot;:450.95,&quot;top&quot;:87.85,&quot;width&quot;:395.85}"/>
</p:tagLst>
</file>

<file path=ppt/tags/tag66.xml><?xml version="1.0" encoding="utf-8"?>
<p:tagLst xmlns:p="http://schemas.openxmlformats.org/presentationml/2006/main">
  <p:tag name="KSO_WM_DIAGRAM_VIRTUALLY_FRAME" val="{&quot;height&quot;:365.6,&quot;left&quot;:450.95,&quot;top&quot;:87.85,&quot;width&quot;:395.85}"/>
</p:tagLst>
</file>

<file path=ppt/tags/tag67.xml><?xml version="1.0" encoding="utf-8"?>
<p:tagLst xmlns:p="http://schemas.openxmlformats.org/presentationml/2006/main">
  <p:tag name="KSO_WM_DIAGRAM_VIRTUALLY_FRAME" val="{&quot;height&quot;:365.6,&quot;left&quot;:450.95,&quot;top&quot;:87.85,&quot;width&quot;:395.85}"/>
</p:tagLst>
</file>

<file path=ppt/tags/tag68.xml><?xml version="1.0" encoding="utf-8"?>
<p:tagLst xmlns:p="http://schemas.openxmlformats.org/presentationml/2006/main">
  <p:tag name="KSO_WM_DIAGRAM_VIRTUALLY_FRAME" val="{&quot;height&quot;:365.6,&quot;left&quot;:450.95,&quot;top&quot;:87.85,&quot;width&quot;:395.85}"/>
</p:tagLst>
</file>

<file path=ppt/tags/tag69.xml><?xml version="1.0" encoding="utf-8"?>
<p:tagLst xmlns:p="http://schemas.openxmlformats.org/presentationml/2006/main">
  <p:tag name="KSO_WM_DIAGRAM_VIRTUALLY_FRAME" val="{&quot;height&quot;:365.6,&quot;left&quot;:450.95,&quot;top&quot;:87.85,&quot;width&quot;:395.85}"/>
</p:tagLst>
</file>

<file path=ppt/tags/tag70.xml><?xml version="1.0" encoding="utf-8"?>
<p:tagLst xmlns:p="http://schemas.openxmlformats.org/presentationml/2006/main">
  <p:tag name="KSO_WM_DIAGRAM_VIRTUALLY_FRAME" val="{&quot;height&quot;:365.6,&quot;left&quot;:450.95,&quot;top&quot;:87.85,&quot;width&quot;:395.85}"/>
</p:tagLst>
</file>

<file path=ppt/tags/tag71.xml><?xml version="1.0" encoding="utf-8"?>
<p:tagLst xmlns:p="http://schemas.openxmlformats.org/presentationml/2006/main">
  <p:tag name="KSO_WM_DIAGRAM_VIRTUALLY_FRAME" val="{&quot;height&quot;:365.6,&quot;left&quot;:450.95,&quot;top&quot;:87.85,&quot;width&quot;:395.85}"/>
</p:tagLst>
</file>

<file path=ppt/tags/tag72.xml><?xml version="1.0" encoding="utf-8"?>
<p:tagLst xmlns:p="http://schemas.openxmlformats.org/presentationml/2006/main">
  <p:tag name="KSO_WM_DIAGRAM_VIRTUALLY_FRAME" val="{&quot;height&quot;:365.6,&quot;left&quot;:450.95,&quot;top&quot;:87.85,&quot;width&quot;:395.85}"/>
</p:tagLst>
</file>

<file path=ppt/tags/tag73.xml><?xml version="1.0" encoding="utf-8"?>
<p:tagLst xmlns:p="http://schemas.openxmlformats.org/presentationml/2006/main">
  <p:tag name="KSO_WM_BEAUTIFY_FLAG" val="#wm#"/>
  <p:tag name="KSO_WM_TEMPLATE_CATEGORY" val="custom"/>
  <p:tag name="KSO_WM_TEMPLATE_INDEX" val="20205176"/>
</p:tagLst>
</file>

<file path=ppt/tags/tag74.xml><?xml version="1.0" encoding="utf-8"?>
<p:tagLst xmlns:p="http://schemas.openxmlformats.org/presentationml/2006/main">
  <p:tag name="KSO_WM_BEAUTIFY_FLAG" val="#wm#"/>
  <p:tag name="KSO_WM_TEMPLATE_CATEGORY" val="custom"/>
  <p:tag name="KSO_WM_TEMPLATE_INDEX" val="20205176"/>
</p:tagLst>
</file>

<file path=ppt/tags/tag75.xml><?xml version="1.0" encoding="utf-8"?>
<p:tagLst xmlns:p="http://schemas.openxmlformats.org/presentationml/2006/main">
  <p:tag name="KSO_WM_DIAGRAM_VIRTUALLY_FRAME" val="{&quot;height&quot;:181.1,&quot;left&quot;:67.2,&quot;top&quot;:288.25,&quot;width&quot;:818.85}"/>
</p:tagLst>
</file>

<file path=ppt/tags/tag76.xml><?xml version="1.0" encoding="utf-8"?>
<p:tagLst xmlns:p="http://schemas.openxmlformats.org/presentationml/2006/main">
  <p:tag name="KSO_WM_DIAGRAM_VIRTUALLY_FRAME" val="{&quot;height&quot;:181.1,&quot;left&quot;:67.2,&quot;top&quot;:288.25,&quot;width&quot;:818.85}"/>
</p:tagLst>
</file>

<file path=ppt/tags/tag77.xml><?xml version="1.0" encoding="utf-8"?>
<p:tagLst xmlns:p="http://schemas.openxmlformats.org/presentationml/2006/main">
  <p:tag name="KSO_WM_DIAGRAM_VIRTUALLY_FRAME" val="{&quot;height&quot;:181.1,&quot;left&quot;:67.2,&quot;top&quot;:288.25,&quot;width&quot;:818.85}"/>
</p:tagLst>
</file>

<file path=ppt/tags/tag78.xml><?xml version="1.0" encoding="utf-8"?>
<p:tagLst xmlns:p="http://schemas.openxmlformats.org/presentationml/2006/main">
  <p:tag name="KSO_WM_DIAGRAM_VIRTUALLY_FRAME" val="{&quot;height&quot;:181.1,&quot;left&quot;:67.2,&quot;top&quot;:288.25,&quot;width&quot;:818.85}"/>
</p:tagLst>
</file>

<file path=ppt/tags/tag79.xml><?xml version="1.0" encoding="utf-8"?>
<p:tagLst xmlns:p="http://schemas.openxmlformats.org/presentationml/2006/main">
  <p:tag name="KSO_WM_DIAGRAM_VIRTUALLY_FRAME" val="{&quot;height&quot;:181.1,&quot;left&quot;:67.2,&quot;top&quot;:288.25,&quot;width&quot;:818.85}"/>
</p:tagLst>
</file>

<file path=ppt/tags/tag80.xml><?xml version="1.0" encoding="utf-8"?>
<p:tagLst xmlns:p="http://schemas.openxmlformats.org/presentationml/2006/main">
  <p:tag name="KSO_WM_DIAGRAM_VIRTUALLY_FRAME" val="{&quot;height&quot;:181.1,&quot;left&quot;:67.2,&quot;top&quot;:288.25,&quot;width&quot;:818.85}"/>
</p:tagLst>
</file>

<file path=ppt/tags/tag81.xml><?xml version="1.0" encoding="utf-8"?>
<p:tagLst xmlns:p="http://schemas.openxmlformats.org/presentationml/2006/main">
  <p:tag name="KSO_WM_DIAGRAM_VIRTUALLY_FRAME" val="{&quot;height&quot;:181.1,&quot;left&quot;:67.2,&quot;top&quot;:288.25,&quot;width&quot;:818.85}"/>
</p:tagLst>
</file>

<file path=ppt/tags/tag82.xml><?xml version="1.0" encoding="utf-8"?>
<p:tagLst xmlns:p="http://schemas.openxmlformats.org/presentationml/2006/main">
  <p:tag name="KSO_WM_DIAGRAM_VIRTUALLY_FRAME" val="{&quot;height&quot;:181.1,&quot;left&quot;:67.2,&quot;top&quot;:288.25,&quot;width&quot;:818.85}"/>
</p:tagLst>
</file>

<file path=ppt/tags/tag83.xml><?xml version="1.0" encoding="utf-8"?>
<p:tagLst xmlns:p="http://schemas.openxmlformats.org/presentationml/2006/main">
  <p:tag name="PA" val="v5.2.9"/>
  <p:tag name="RESOURCELIBID_ANIM" val="462"/>
  <p:tag name="KSO_WM_BEAUTIFY_FLAG" val=""/>
</p:tagLst>
</file>

<file path=ppt/tags/tag84.xml><?xml version="1.0" encoding="utf-8"?>
<p:tagLst xmlns:p="http://schemas.openxmlformats.org/presentationml/2006/main">
  <p:tag name="KSO_WM_BEAUTIFY_FLAG" val="#wm#"/>
  <p:tag name="KSO_WM_TEMPLATE_CATEGORY" val="custom"/>
  <p:tag name="KSO_WM_TEMPLATE_INDEX" val="20205176"/>
</p:tagLst>
</file>

<file path=ppt/tags/tag85.xml><?xml version="1.0" encoding="utf-8"?>
<p:tagLst xmlns:p="http://schemas.openxmlformats.org/presentationml/2006/main">
  <p:tag name="KSO_WM_BEAUTIFY_FLAG" val="#wm#"/>
  <p:tag name="KSO_WM_TEMPLATE_CATEGORY" val="custom"/>
  <p:tag name="KSO_WM_TEMPLATE_INDEX" val="20205176"/>
</p:tagLst>
</file>

<file path=ppt/tags/tag86.xml><?xml version="1.0" encoding="utf-8"?>
<p:tagLst xmlns:p="http://schemas.openxmlformats.org/presentationml/2006/main">
  <p:tag name="MH" val="20160511173824"/>
  <p:tag name="MH_LIBRARY" val="GRAPHIC"/>
  <p:tag name="MH_TYPE" val="Desc"/>
  <p:tag name="MH_ORDER" val="1"/>
</p:tagLst>
</file>

<file path=ppt/tags/tag87.xml><?xml version="1.0" encoding="utf-8"?>
<p:tagLst xmlns:p="http://schemas.openxmlformats.org/presentationml/2006/main">
  <p:tag name="MH" val="20160511173824"/>
  <p:tag name="MH_LIBRARY" val="GRAPHIC"/>
  <p:tag name="MH_TYPE" val="Desc"/>
  <p:tag name="MH_ORDER" val="1"/>
</p:tagLst>
</file>

<file path=ppt/tags/tag88.xml><?xml version="1.0" encoding="utf-8"?>
<p:tagLst xmlns:p="http://schemas.openxmlformats.org/presentationml/2006/main">
  <p:tag name="MH" val="20160511173824"/>
  <p:tag name="MH_LIBRARY" val="GRAPHIC"/>
  <p:tag name="MH_TYPE" val="Desc"/>
  <p:tag name="MH_ORDER" val="1"/>
</p:tagLst>
</file>

<file path=ppt/tags/tag89.xml><?xml version="1.0" encoding="utf-8"?>
<p:tagLst xmlns:p="http://schemas.openxmlformats.org/presentationml/2006/main">
  <p:tag name="MH" val="20160511173824"/>
  <p:tag name="MH_LIBRARY" val="GRAPHIC"/>
  <p:tag name="MH_TYPE" val="Desc"/>
  <p:tag name="MH_ORDER" val="1"/>
</p:tagLst>
</file>

<file path=ppt/tags/tag90.xml><?xml version="1.0" encoding="utf-8"?>
<p:tagLst xmlns:p="http://schemas.openxmlformats.org/presentationml/2006/main">
  <p:tag name="PA" val="v5.2.11"/>
</p:tagLst>
</file>

<file path=ppt/tags/tag91.xml><?xml version="1.0" encoding="utf-8"?>
<p:tagLst xmlns:p="http://schemas.openxmlformats.org/presentationml/2006/main">
  <p:tag name="PA" val="v5.2.11"/>
</p:tagLst>
</file>

<file path=ppt/tags/tag92.xml><?xml version="1.0" encoding="utf-8"?>
<p:tagLst xmlns:p="http://schemas.openxmlformats.org/presentationml/2006/main">
  <p:tag name="PA" val="v5.2.11"/>
</p:tagLst>
</file>

<file path=ppt/tags/tag93.xml><?xml version="1.0" encoding="utf-8"?>
<p:tagLst xmlns:p="http://schemas.openxmlformats.org/presentationml/2006/main">
  <p:tag name="PA" val="v5.2.11"/>
</p:tagLst>
</file>

<file path=ppt/tags/tag94.xml><?xml version="1.0" encoding="utf-8"?>
<p:tagLst xmlns:p="http://schemas.openxmlformats.org/presentationml/2006/main">
  <p:tag name="PA" val="v5.2.11"/>
</p:tagLst>
</file>

<file path=ppt/tags/tag95.xml><?xml version="1.0" encoding="utf-8"?>
<p:tagLst xmlns:p="http://schemas.openxmlformats.org/presentationml/2006/main">
  <p:tag name="PA" val="v5.2.11"/>
</p:tagLst>
</file>

<file path=ppt/tags/tag96.xml><?xml version="1.0" encoding="utf-8"?>
<p:tagLst xmlns:p="http://schemas.openxmlformats.org/presentationml/2006/main">
  <p:tag name="PA" val="v5.2.11"/>
</p:tagLst>
</file>

<file path=ppt/tags/tag97.xml><?xml version="1.0" encoding="utf-8"?>
<p:tagLst xmlns:p="http://schemas.openxmlformats.org/presentationml/2006/main">
  <p:tag name="PA" val="v5.2.11"/>
</p:tagLst>
</file>

<file path=ppt/tags/tag98.xml><?xml version="1.0" encoding="utf-8"?>
<p:tagLst xmlns:p="http://schemas.openxmlformats.org/presentationml/2006/main">
  <p:tag name="KSO_WM_BEAUTIFY_FLAG" val="#wm#"/>
  <p:tag name="KSO_WM_TEMPLATE_CATEGORY" val="custom"/>
  <p:tag name="KSO_WM_TEMPLATE_INDEX" val="20205176"/>
</p:tagLst>
</file>

<file path=ppt/tags/tag99.xml><?xml version="1.0" encoding="utf-8"?>
<p:tagLst xmlns:p="http://schemas.openxmlformats.org/presentationml/2006/main">
  <p:tag name="KSO_WM_BEAUTIFY_FLAG" val="#wm#"/>
  <p:tag name="KSO_WM_TEMPLATE_CATEGORY" val="custom"/>
  <p:tag name="KSO_WM_TEMPLATE_INDEX" val="20205176"/>
</p:tagLst>
</file>

<file path=ppt/tags/tag100.xml><?xml version="1.0" encoding="utf-8"?>
<p:tagLst xmlns:p="http://schemas.openxmlformats.org/presentationml/2006/main">
  <p:tag name="KSO_WM_BEAUTIFY_FLAG" val="#wm#"/>
  <p:tag name="KSO_WM_TEMPLATE_CATEGORY" val="custom"/>
  <p:tag name="KSO_WM_TEMPLATE_INDEX" val="20205176"/>
</p:tagLst>
</file>

<file path=ppt/tags/tag101.xml><?xml version="1.0" encoding="utf-8"?>
<p:tagLst xmlns:p="http://schemas.openxmlformats.org/presentationml/2006/main">
  <p:tag name="KSO_WM_DIAGRAM_VIRTUALLY_FRAME" val="{&quot;height&quot;:326.95,&quot;left&quot;:425.2,&quot;top&quot;:142.75,&quot;width&quot;:506.0521978021978}"/>
</p:tagLst>
</file>

<file path=ppt/tags/tag102.xml><?xml version="1.0" encoding="utf-8"?>
<p:tagLst xmlns:p="http://schemas.openxmlformats.org/presentationml/2006/main">
  <p:tag name="KSO_WM_DIAGRAM_VIRTUALLY_FRAME" val="{&quot;height&quot;:326.95,&quot;left&quot;:425.2,&quot;top&quot;:142.75,&quot;width&quot;:506.0521978021978}"/>
</p:tagLst>
</file>

<file path=ppt/tags/tag103.xml><?xml version="1.0" encoding="utf-8"?>
<p:tagLst xmlns:p="http://schemas.openxmlformats.org/presentationml/2006/main">
  <p:tag name="KSO_WM_DIAGRAM_VIRTUALLY_FRAME" val="{&quot;height&quot;:326.95,&quot;left&quot;:425.2,&quot;top&quot;:142.75,&quot;width&quot;:506.0521978021978}"/>
</p:tagLst>
</file>

<file path=ppt/tags/tag104.xml><?xml version="1.0" encoding="utf-8"?>
<p:tagLst xmlns:p="http://schemas.openxmlformats.org/presentationml/2006/main">
  <p:tag name="KSO_WM_DIAGRAM_VIRTUALLY_FRAME" val="{&quot;height&quot;:326.95,&quot;left&quot;:425.2,&quot;top&quot;:142.75,&quot;width&quot;:506.0521978021978}"/>
</p:tagLst>
</file>

<file path=ppt/tags/tag105.xml><?xml version="1.0" encoding="utf-8"?>
<p:tagLst xmlns:p="http://schemas.openxmlformats.org/presentationml/2006/main">
  <p:tag name="KSO_WM_DIAGRAM_VIRTUALLY_FRAME" val="{&quot;height&quot;:326.95,&quot;left&quot;:425.2,&quot;top&quot;:142.75,&quot;width&quot;:506.0521978021978}"/>
</p:tagLst>
</file>

<file path=ppt/tags/tag106.xml><?xml version="1.0" encoding="utf-8"?>
<p:tagLst xmlns:p="http://schemas.openxmlformats.org/presentationml/2006/main">
  <p:tag name="KSO_WM_DIAGRAM_VIRTUALLY_FRAME" val="{&quot;height&quot;:326.95,&quot;left&quot;:425.2,&quot;top&quot;:142.75,&quot;width&quot;:506.0521978021978}"/>
</p:tagLst>
</file>

<file path=ppt/tags/tag107.xml><?xml version="1.0" encoding="utf-8"?>
<p:tagLst xmlns:p="http://schemas.openxmlformats.org/presentationml/2006/main">
  <p:tag name="KSO_WM_DIAGRAM_VIRTUALLY_FRAME" val="{&quot;height&quot;:326.95,&quot;left&quot;:425.2,&quot;top&quot;:142.75,&quot;width&quot;:506.0521978021978}"/>
</p:tagLst>
</file>

<file path=ppt/tags/tag108.xml><?xml version="1.0" encoding="utf-8"?>
<p:tagLst xmlns:p="http://schemas.openxmlformats.org/presentationml/2006/main">
  <p:tag name="KSO_WM_DIAGRAM_VIRTUALLY_FRAME" val="{&quot;height&quot;:326.95,&quot;left&quot;:425.2,&quot;top&quot;:142.75,&quot;width&quot;:506.0521978021978}"/>
</p:tagLst>
</file>

<file path=ppt/tags/tag109.xml><?xml version="1.0" encoding="utf-8"?>
<p:tagLst xmlns:p="http://schemas.openxmlformats.org/presentationml/2006/main">
  <p:tag name="KSO_WM_DIAGRAM_VIRTUALLY_FRAME" val="{&quot;height&quot;:351.61370078740157,&quot;left&quot;:437.3,&quot;top&quot;:132.03629921259844,&quot;width&quot;:374.7}"/>
</p:tagLst>
</file>

<file path=ppt/tags/tag110.xml><?xml version="1.0" encoding="utf-8"?>
<p:tagLst xmlns:p="http://schemas.openxmlformats.org/presentationml/2006/main">
  <p:tag name="KSO_WM_BEAUTIFY_FLAG" val="#wm#"/>
  <p:tag name="KSO_WM_TEMPLATE_CATEGORY" val="custom"/>
  <p:tag name="KSO_WM_TEMPLATE_INDEX" val="20205176"/>
</p:tagLst>
</file>

<file path=ppt/tags/tag111.xml><?xml version="1.0" encoding="utf-8"?>
<p:tagLst xmlns:p="http://schemas.openxmlformats.org/presentationml/2006/main">
  <p:tag name="KSO_WM_BEAUTIFY_FLAG" val="#wm#"/>
  <p:tag name="KSO_WM_TEMPLATE_CATEGORY" val="custom"/>
  <p:tag name="KSO_WM_TEMPLATE_INDEX" val="20205176"/>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wm#"/>
  <p:tag name="KSO_WM_TEMPLATE_CATEGORY" val="custom"/>
  <p:tag name="KSO_WM_TEMPLATE_INDEX" val="20205176"/>
</p:tagLst>
</file>

<file path=ppt/tags/tag183.xml><?xml version="1.0" encoding="utf-8"?>
<p:tagLst xmlns:p="http://schemas.openxmlformats.org/presentationml/2006/main">
  <p:tag name="PA" val="v5.2.11"/>
</p:tagLst>
</file>

<file path=ppt/tags/tag184.xml><?xml version="1.0" encoding="utf-8"?>
<p:tagLst xmlns:p="http://schemas.openxmlformats.org/presentationml/2006/main">
  <p:tag name="PA" val="v5.2.11"/>
</p:tagLst>
</file>

<file path=ppt/tags/tag185.xml><?xml version="1.0" encoding="utf-8"?>
<p:tagLst xmlns:p="http://schemas.openxmlformats.org/presentationml/2006/main">
  <p:tag name="PA" val="v5.2.11"/>
</p:tagLst>
</file>

<file path=ppt/tags/tag186.xml><?xml version="1.0" encoding="utf-8"?>
<p:tagLst xmlns:p="http://schemas.openxmlformats.org/presentationml/2006/main">
  <p:tag name="PA" val="v5.2.11"/>
</p:tagLst>
</file>

<file path=ppt/tags/tag187.xml><?xml version="1.0" encoding="utf-8"?>
<p:tagLst xmlns:p="http://schemas.openxmlformats.org/presentationml/2006/main">
  <p:tag name="PA" val="v5.2.11"/>
</p:tagLst>
</file>

<file path=ppt/tags/tag188.xml><?xml version="1.0" encoding="utf-8"?>
<p:tagLst xmlns:p="http://schemas.openxmlformats.org/presentationml/2006/main">
  <p:tag name="PA" val="v5.2.11"/>
</p:tagLst>
</file>

<file path=ppt/tags/tag189.xml><?xml version="1.0" encoding="utf-8"?>
<p:tagLst xmlns:p="http://schemas.openxmlformats.org/presentationml/2006/main">
  <p:tag name="PA" val="v5.2.11"/>
</p:tagLst>
</file>

<file path=ppt/tags/tag190.xml><?xml version="1.0" encoding="utf-8"?>
<p:tagLst xmlns:p="http://schemas.openxmlformats.org/presentationml/2006/main">
  <p:tag name="PA" val="v5.2.11"/>
</p:tagLst>
</file>

<file path=ppt/tags/tag191.xml><?xml version="1.0" encoding="utf-8"?>
<p:tagLst xmlns:p="http://schemas.openxmlformats.org/presentationml/2006/main">
  <p:tag name="PA" val="v5.2.11"/>
</p:tagLst>
</file>

<file path=ppt/tags/tag192.xml><?xml version="1.0" encoding="utf-8"?>
<p:tagLst xmlns:p="http://schemas.openxmlformats.org/presentationml/2006/main">
  <p:tag name="PA" val="v5.2.11"/>
</p:tagLst>
</file>

<file path=ppt/tags/tag193.xml><?xml version="1.0" encoding="utf-8"?>
<p:tagLst xmlns:p="http://schemas.openxmlformats.org/presentationml/2006/main">
  <p:tag name="KSO_WM_BEAUTIFY_FLAG" val="#wm#"/>
  <p:tag name="KSO_WM_TEMPLATE_CATEGORY" val="custom"/>
  <p:tag name="KSO_WM_TEMPLATE_INDEX" val="20205176"/>
</p:tagLst>
</file>

<file path=ppt/tags/tag194.xml><?xml version="1.0" encoding="utf-8"?>
<p:tagLst xmlns:p="http://schemas.openxmlformats.org/presentationml/2006/main">
  <p:tag name="KSO_WM_BEAUTIFY_FLAG" val="#wm#"/>
  <p:tag name="KSO_WM_TEMPLATE_CATEGORY" val="custom"/>
  <p:tag name="KSO_WM_TEMPLATE_INDEX" val="20205176"/>
</p:tagLst>
</file>

<file path=ppt/tags/tag195.xml><?xml version="1.0" encoding="utf-8"?>
<p:tagLst xmlns:p="http://schemas.openxmlformats.org/presentationml/2006/main">
  <p:tag name="KSO_WM_DIAGRAM_VIRTUALLY_FRAME" val="{&quot;height&quot;:361.8,&quot;left&quot;:51.25,&quot;top&quot;:107.55,&quot;width&quot;:835.2}"/>
</p:tagLst>
</file>

<file path=ppt/tags/tag196.xml><?xml version="1.0" encoding="utf-8"?>
<p:tagLst xmlns:p="http://schemas.openxmlformats.org/presentationml/2006/main">
  <p:tag name="KSO_WM_DIAGRAM_VIRTUALLY_FRAME" val="{&quot;height&quot;:361.8,&quot;left&quot;:51.25,&quot;top&quot;:107.55,&quot;width&quot;:835.2}"/>
</p:tagLst>
</file>

<file path=ppt/tags/tag197.xml><?xml version="1.0" encoding="utf-8"?>
<p:tagLst xmlns:p="http://schemas.openxmlformats.org/presentationml/2006/main">
  <p:tag name="KSO_WM_DIAGRAM_VIRTUALLY_FRAME" val="{&quot;height&quot;:361.8,&quot;left&quot;:51.25,&quot;top&quot;:107.55,&quot;width&quot;:835.2}"/>
</p:tagLst>
</file>

<file path=ppt/tags/tag198.xml><?xml version="1.0" encoding="utf-8"?>
<p:tagLst xmlns:p="http://schemas.openxmlformats.org/presentationml/2006/main">
  <p:tag name="KSO_WM_DIAGRAM_VIRTUALLY_FRAME" val="{&quot;height&quot;:361.8,&quot;left&quot;:51.25,&quot;top&quot;:107.55,&quot;width&quot;:835.2}"/>
</p:tagLst>
</file>

<file path=ppt/tags/tag199.xml><?xml version="1.0" encoding="utf-8"?>
<p:tagLst xmlns:p="http://schemas.openxmlformats.org/presentationml/2006/main">
  <p:tag name="KSO_WM_BEAUTIFY_FLAG" val="#wm#"/>
  <p:tag name="KSO_WM_TEMPLATE_CATEGORY" val="custom"/>
  <p:tag name="KSO_WM_TEMPLATE_INDEX" val="20205176"/>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wm#"/>
  <p:tag name="KSO_WM_TEMPLATE_CATEGORY" val="custom"/>
  <p:tag name="KSO_WM_TEMPLATE_INDEX" val="20205176"/>
</p:tagLst>
</file>

<file path=ppt/tags/tag2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5029_1*i*1"/>
  <p:tag name="KSO_WM_TEMPLATE_CATEGORY" val="custom"/>
  <p:tag name="KSO_WM_TEMPLATE_INDEX" val="20235029"/>
  <p:tag name="KSO_WM_UNIT_LAYERLEVEL" val="1"/>
  <p:tag name="KSO_WM_TAG_VERSION" val="3.0"/>
  <p:tag name="KSO_WM_UNIT_TYPE" val="i"/>
  <p:tag name="KSO_WM_UNIT_INDEX"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029_1*i*2"/>
  <p:tag name="KSO_WM_TEMPLATE_CATEGORY" val="custom"/>
  <p:tag name="KSO_WM_TEMPLATE_INDEX" val="20235029"/>
  <p:tag name="KSO_WM_UNIT_LAYERLEVEL" val="1"/>
  <p:tag name="KSO_WM_TAG_VERSION" val="3.0"/>
  <p:tag name="KSO_WM_BEAUTIFY_FLAG" val="#wm#"/>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029_1*i*3"/>
  <p:tag name="KSO_WM_TEMPLATE_CATEGORY" val="custom"/>
  <p:tag name="KSO_WM_TEMPLATE_INDEX" val="20235029"/>
  <p:tag name="KSO_WM_UNIT_LAYERLEVEL" val="1"/>
  <p:tag name="KSO_WM_TAG_VERSION" val="3.0"/>
  <p:tag name="KSO_WM_BEAUTIFY_FLAG" val="#wm#"/>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029_1*i*4"/>
  <p:tag name="KSO_WM_TEMPLATE_CATEGORY" val="custom"/>
  <p:tag name="KSO_WM_TEMPLATE_INDEX" val="20235029"/>
  <p:tag name="KSO_WM_UNIT_LAYERLEVEL" val="1"/>
  <p:tag name="KSO_WM_TAG_VERSION" val="3.0"/>
  <p:tag name="KSO_WM_BEAUTIFY_FLAG" val="#wm#"/>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5029_1*i*5"/>
  <p:tag name="KSO_WM_TEMPLATE_CATEGORY" val="custom"/>
  <p:tag name="KSO_WM_TEMPLATE_INDEX" val="20235029"/>
  <p:tag name="KSO_WM_UNIT_LAYERLEVEL" val="1"/>
  <p:tag name="KSO_WM_TAG_VERSION" val="3.0"/>
  <p:tag name="KSO_WM_BEAUTIFY_FLAG" val="#wm#"/>
</p:tagLst>
</file>

<file path=ppt/tags/tag243.xml><?xml version="1.0" encoding="utf-8"?>
<p:tagLst xmlns:p="http://schemas.openxmlformats.org/presentationml/2006/main">
  <p:tag name="TABLE_ENDDRAG_ORIGIN_RECT" val="802*326"/>
  <p:tag name="TABLE_ENDDRAG_RECT" val="78*136*802*326"/>
</p:tagLst>
</file>

<file path=ppt/tags/tag244.xml><?xml version="1.0" encoding="utf-8"?>
<p:tagLst xmlns:p="http://schemas.openxmlformats.org/presentationml/2006/main">
  <p:tag name="KSO_WM_BEAUTIFY_FLAG" val="#wm#"/>
  <p:tag name="KSO_WM_TEMPLATE_CATEGORY" val="custom"/>
  <p:tag name="KSO_WM_TEMPLATE_INDEX" val="20205176"/>
</p:tagLst>
</file>

<file path=ppt/tags/tag245.xml><?xml version="1.0" encoding="utf-8"?>
<p:tagLst xmlns:p="http://schemas.openxmlformats.org/presentationml/2006/main">
  <p:tag name="KSO_WM_DIAGRAM_VIRTUALLY_FRAME" val="{&quot;height&quot;:390.4692913385826,&quot;left&quot;:415.16228346456694,&quot;top&quot;:100.15787401574804,&quot;width&quot;:515.2537795275591}"/>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wm#"/>
  <p:tag name="KSO_WM_TEMPLATE_CATEGORY" val="custom"/>
  <p:tag name="KSO_WM_TEMPLATE_INDEX" val="20205176"/>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wm#"/>
  <p:tag name="KSO_WM_TEMPLATE_CATEGORY" val="custom"/>
  <p:tag name="KSO_WM_TEMPLATE_INDEX" val="20205176"/>
</p:tagLst>
</file>

<file path=ppt/tags/tag443.xml><?xml version="1.0" encoding="utf-8"?>
<p:tagLst xmlns:p="http://schemas.openxmlformats.org/presentationml/2006/main">
  <p:tag name="KSO_WM_BEAUTIFY_FLAG" val="#wm#"/>
  <p:tag name="KSO_WM_TEMPLATE_CATEGORY" val="custom"/>
  <p:tag name="KSO_WM_TEMPLATE_INDEX" val="20205176"/>
</p:tagLst>
</file>

<file path=ppt/tags/tag444.xml><?xml version="1.0" encoding="utf-8"?>
<p:tagLst xmlns:p="http://schemas.openxmlformats.org/presentationml/2006/main">
  <p:tag name="KSO_WM_BEAUTIFY_FLAG" val="#wm#"/>
  <p:tag name="KSO_WM_TEMPLATE_CATEGORY" val="custom"/>
  <p:tag name="KSO_WM_TEMPLATE_INDEX" val="20205176"/>
</p:tagLst>
</file>

<file path=ppt/tags/tag445.xml><?xml version="1.0" encoding="utf-8"?>
<p:tagLst xmlns:p="http://schemas.openxmlformats.org/presentationml/2006/main">
  <p:tag name="KSO_WM_BEAUTIFY_FLAG" val="#wm#"/>
  <p:tag name="KSO_WM_TEMPLATE_CATEGORY" val="custom"/>
  <p:tag name="KSO_WM_TEMPLATE_INDEX" val="20205176"/>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wm#"/>
  <p:tag name="KSO_WM_TEMPLATE_CATEGORY" val="custom"/>
  <p:tag name="KSO_WM_TEMPLATE_INDEX" val="20205176"/>
</p:tagLst>
</file>

<file path=ppt/tags/tag448.xml><?xml version="1.0" encoding="utf-8"?>
<p:tagLst xmlns:p="http://schemas.openxmlformats.org/presentationml/2006/main">
  <p:tag name="KSO_WM_DIAGRAM_VIRTUALLY_FRAME" val="{&quot;height&quot;:329.22023622047243,&quot;left&quot;:341.2,&quot;top&quot;:187.87559055118112,&quot;width&quot;:567}"/>
</p:tagLst>
</file>

<file path=ppt/tags/tag449.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50.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51.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52.xml><?xml version="1.0" encoding="utf-8"?>
<p:tagLst xmlns:p="http://schemas.openxmlformats.org/presentationml/2006/main">
  <p:tag name="KSO_WM_DIAGRAM_VIRTUALLY_FRAME" val="{&quot;height&quot;:329.22023622047243,&quot;left&quot;:341.2,&quot;top&quot;:187.87559055118112,&quot;width&quot;:567}"/>
</p:tagLst>
</file>

<file path=ppt/tags/tag453.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54.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55.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56.xml><?xml version="1.0" encoding="utf-8"?>
<p:tagLst xmlns:p="http://schemas.openxmlformats.org/presentationml/2006/main">
  <p:tag name="KSO_WM_DIAGRAM_VIRTUALLY_FRAME" val="{&quot;height&quot;:329.22023622047243,&quot;left&quot;:341.2,&quot;top&quot;:187.87559055118112,&quot;width&quot;:567}"/>
</p:tagLst>
</file>

<file path=ppt/tags/tag457.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58.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59.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60.xml><?xml version="1.0" encoding="utf-8"?>
<p:tagLst xmlns:p="http://schemas.openxmlformats.org/presentationml/2006/main">
  <p:tag name="KSO_WM_DIAGRAM_VIRTUALLY_FRAME" val="{&quot;height&quot;:329.22023622047243,&quot;left&quot;:341.2,&quot;top&quot;:187.87559055118112,&quot;width&quot;:567}"/>
</p:tagLst>
</file>

<file path=ppt/tags/tag461.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62.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63.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64.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65.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66.xml><?xml version="1.0" encoding="utf-8"?>
<p:tagLst xmlns:p="http://schemas.openxmlformats.org/presentationml/2006/main">
  <p:tag name="KSO_WM_BEAUTIFY_FLAG" val=""/>
  <p:tag name="KSO_WM_DIAGRAM_VIRTUALLY_FRAME" val="{&quot;height&quot;:329.22023622047243,&quot;left&quot;:341.2,&quot;top&quot;:187.87559055118112,&quot;width&quot;:567}"/>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wm#"/>
  <p:tag name="KSO_WM_TEMPLATE_CATEGORY" val="custom"/>
  <p:tag name="KSO_WM_TEMPLATE_INDEX" val="20205176"/>
</p:tagLst>
</file>

<file path=ppt/tags/tag469.xml><?xml version="1.0" encoding="utf-8"?>
<p:tagLst xmlns:p="http://schemas.openxmlformats.org/presentationml/2006/main">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13"/>
  <p:tag name="KSO_WM_UNIT_TEXT_FILL_TYPE" val="1"/>
  <p:tag name="KSO_WM_BEAUTIFY_FLAG" val=""/>
</p:tagLst>
</file>

<file path=ppt/tags/tag470.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 name="KSO_WM_BEAUTIFY_FLAG" val=""/>
</p:tagLst>
</file>

<file path=ppt/tags/tag471.xml><?xml version="1.0" encoding="utf-8"?>
<p:tagLst xmlns:p="http://schemas.openxmlformats.org/presentationml/2006/main">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 name="KSO_WM_BEAUTIFY_FLAG" val=""/>
</p:tagLst>
</file>

<file path=ppt/tags/tag472.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 name="KSO_WM_BEAUTIFY_FLAG" val=""/>
</p:tagLst>
</file>

<file path=ppt/tags/tag47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BEAUTIFY_FLAG" val=""/>
</p:tagLst>
</file>

<file path=ppt/tags/tag47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BEAUTIFY_FLAG" val=""/>
</p:tagLst>
</file>

<file path=ppt/tags/tag475.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76.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77.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78.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79.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BEAUTIFY_FLAG" val=""/>
</p:tagLst>
</file>

<file path=ppt/tags/tag480.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81.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8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BEAUTIFY_FLAG" val=""/>
</p:tagLst>
</file>

<file path=ppt/tags/tag483.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84.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85.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 name="KSO_WM_BEAUTIFY_FLAG" val=""/>
</p:tagLst>
</file>

<file path=ppt/tags/tag486.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87.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88.xml><?xml version="1.0" encoding="utf-8"?>
<p:tagLst xmlns:p="http://schemas.openxmlformats.org/presentationml/2006/main">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 name="KSO_WM_BEAUTIFY_FLAG" val=""/>
</p:tagLst>
</file>

<file path=ppt/tags/tag489.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90.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91.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 name="KSO_WM_BEAUTIFY_FLAG" val=""/>
</p:tagLst>
</file>

<file path=ppt/tags/tag492.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93.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94.xml><?xml version="1.0" encoding="utf-8"?>
<p:tagLst xmlns:p="http://schemas.openxmlformats.org/presentationml/2006/main">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13"/>
  <p:tag name="KSO_WM_UNIT_TEXT_FILL_TYPE" val="1"/>
  <p:tag name="KSO_WM_BEAUTIFY_FLAG" val=""/>
</p:tagLst>
</file>

<file path=ppt/tags/tag495.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49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497.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498.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499.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50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501.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502.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503.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504.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505.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50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BEAUTIFY_FLAG" val=""/>
</p:tagLst>
</file>

<file path=ppt/tags/tag507.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508.xml><?xml version="1.0" encoding="utf-8"?>
<p:tagLst xmlns:p="http://schemas.openxmlformats.org/presentationml/2006/main">
  <p:tag name="KSO_WM_UNIT_TEXT_FILL_FORE_SCHEMECOLOR_INDEX_BRIGHTNESS" val="0.15"/>
  <p:tag name="KSO_WM_UNIT_TEXT_FILL_FORE_SCHEMECOLOR_INDEX" val="13"/>
  <p:tag name="KSO_WM_UNIT_TEXT_FILL_TYPE" val="1"/>
  <p:tag name="KSO_WM_BEAUTIFY_FLAG" val=""/>
</p:tagLst>
</file>

<file path=ppt/tags/tag509.xml><?xml version="1.0" encoding="utf-8"?>
<p:tagLst xmlns:p="http://schemas.openxmlformats.org/presentationml/2006/main">
  <p:tag name="KSO_WM_UNIT_TEXT_FILL_FORE_SCHEMECOLOR_INDEX_BRIGHTNESS" val="0"/>
  <p:tag name="KSO_WM_UNIT_TEXT_FILL_FORE_SCHEMECOLOR_INDEX" val="7"/>
  <p:tag name="KSO_WM_UNIT_TEXT_FILL_TYPE" val="1"/>
  <p:tag name="KSO_WM_BEAUTIFY_FLAG" val=""/>
</p:tagLst>
</file>

<file path=ppt/tags/tag510.xml><?xml version="1.0" encoding="utf-8"?>
<p:tagLst xmlns:p="http://schemas.openxmlformats.org/presentationml/2006/main">
  <p:tag name="KSO_WM_UNIT_TEXT_FILL_FORE_SCHEMECOLOR_INDEX_BRIGHTNESS" val="0.15"/>
  <p:tag name="KSO_WM_UNIT_TEXT_FILL_FORE_SCHEMECOLOR_INDEX" val="13"/>
  <p:tag name="KSO_WM_UNIT_TEXT_FILL_TYPE" val="1"/>
  <p:tag name="KSO_WM_BEAUTIFY_FLAG" val=""/>
</p:tagLst>
</file>

<file path=ppt/tags/tag511.xml><?xml version="1.0" encoding="utf-8"?>
<p:tagLst xmlns:p="http://schemas.openxmlformats.org/presentationml/2006/main">
  <p:tag name="KSO_WM_UNIT_TEXT_FILL_FORE_SCHEMECOLOR_INDEX_BRIGHTNESS" val="0"/>
  <p:tag name="KSO_WM_UNIT_TEXT_FILL_FORE_SCHEMECOLOR_INDEX" val="9"/>
  <p:tag name="KSO_WM_UNIT_TEXT_FILL_TYPE" val="1"/>
  <p:tag name="KSO_WM_BEAUTIFY_FLAG" val=""/>
</p:tagLst>
</file>

<file path=ppt/tags/tag512.xml><?xml version="1.0" encoding="utf-8"?>
<p:tagLst xmlns:p="http://schemas.openxmlformats.org/presentationml/2006/main">
  <p:tag name="KSO_WM_UNIT_TEXT_FILL_FORE_SCHEMECOLOR_INDEX_BRIGHTNESS" val="0.15"/>
  <p:tag name="KSO_WM_UNIT_TEXT_FILL_FORE_SCHEMECOLOR_INDEX" val="13"/>
  <p:tag name="KSO_WM_UNIT_TEXT_FILL_TYPE" val="1"/>
  <p:tag name="KSO_WM_BEAUTIFY_FLAG" val=""/>
</p:tagLst>
</file>

<file path=ppt/tags/tag513.xml><?xml version="1.0" encoding="utf-8"?>
<p:tagLst xmlns:p="http://schemas.openxmlformats.org/presentationml/2006/main">
  <p:tag name="KSO_WM_UNIT_TEXT_FILL_FORE_SCHEMECOLOR_INDEX_BRIGHTNESS" val="0"/>
  <p:tag name="KSO_WM_UNIT_TEXT_FILL_FORE_SCHEMECOLOR_INDEX" val="6"/>
  <p:tag name="KSO_WM_UNIT_TEXT_FILL_TYPE" val="1"/>
  <p:tag name="KSO_WM_BEAUTIFY_FLAG" val=""/>
</p:tagLst>
</file>

<file path=ppt/tags/tag514.xml><?xml version="1.0" encoding="utf-8"?>
<p:tagLst xmlns:p="http://schemas.openxmlformats.org/presentationml/2006/main">
  <p:tag name="KSO_WM_UNIT_TEXT_FILL_FORE_SCHEMECOLOR_INDEX_BRIGHTNESS" val="0.15"/>
  <p:tag name="KSO_WM_UNIT_TEXT_FILL_FORE_SCHEMECOLOR_INDEX" val="13"/>
  <p:tag name="KSO_WM_UNIT_TEXT_FILL_TYPE" val="1"/>
  <p:tag name="KSO_WM_BEAUTIFY_FLAG" val=""/>
</p:tagLst>
</file>

<file path=ppt/tags/tag515.xml><?xml version="1.0" encoding="utf-8"?>
<p:tagLst xmlns:p="http://schemas.openxmlformats.org/presentationml/2006/main">
  <p:tag name="KSO_WM_UNIT_TEXT_FILL_FORE_SCHEMECOLOR_INDEX_BRIGHTNESS" val="0"/>
  <p:tag name="KSO_WM_UNIT_TEXT_FILL_FORE_SCHEMECOLOR_INDEX" val="8"/>
  <p:tag name="KSO_WM_UNIT_TEXT_FILL_TYPE" val="1"/>
  <p:tag name="KSO_WM_BEAUTIFY_FLAG" val=""/>
</p:tagLst>
</file>

<file path=ppt/tags/tag516.xml><?xml version="1.0" encoding="utf-8"?>
<p:tagLst xmlns:p="http://schemas.openxmlformats.org/presentationml/2006/main">
  <p:tag name="KSO_WM_UNIT_TEXT_FILL_FORE_SCHEMECOLOR_INDEX_BRIGHTNESS" val="0.15"/>
  <p:tag name="KSO_WM_UNIT_TEXT_FILL_FORE_SCHEMECOLOR_INDEX" val="13"/>
  <p:tag name="KSO_WM_UNIT_TEXT_FILL_TYPE" val="1"/>
  <p:tag name="KSO_WM_BEAUTIFY_FLAG" val=""/>
</p:tagLst>
</file>

<file path=ppt/tags/tag517.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BEAUTIFY_FLAG" val=""/>
</p:tagLst>
</file>

<file path=ppt/tags/tag518.xml><?xml version="1.0" encoding="utf-8"?>
<p:tagLst xmlns:p="http://schemas.openxmlformats.org/presentationml/2006/main">
  <p:tag name="KSO_WM_UNIT_TEXT_FILL_FORE_SCHEMECOLOR_INDEX_BRIGHTNESS" val="0.15"/>
  <p:tag name="KSO_WM_UNIT_TEXT_FILL_FORE_SCHEMECOLOR_INDEX" val="13"/>
  <p:tag name="KSO_WM_UNIT_TEXT_FILL_TYPE" val="1"/>
  <p:tag name="KSO_WM_BEAUTIFY_FLAG" val=""/>
</p:tagLst>
</file>

<file path=ppt/tags/tag519.xml><?xml version="1.0" encoding="utf-8"?>
<p:tagLst xmlns:p="http://schemas.openxmlformats.org/presentationml/2006/main">
  <p:tag name="KSO_WM_BEAUTIFY_FLAG" val="#wm#"/>
  <p:tag name="KSO_WM_TEMPLATE_CATEGORY" val="custom"/>
  <p:tag name="KSO_WM_TEMPLATE_INDEX" val="20205176"/>
</p:tagLst>
</file>

<file path=ppt/tags/tag52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思源黑体 CN Medium"/>
        <a:cs typeface=""/>
      </a:majorFont>
      <a:minorFont>
        <a:latin typeface="Arial"/>
        <a:ea typeface="思源黑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3403</Words>
  <Application>WPS 演示</Application>
  <PresentationFormat>宽屏</PresentationFormat>
  <Paragraphs>507</Paragraphs>
  <Slides>25</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25</vt:i4>
      </vt:variant>
    </vt:vector>
  </HeadingPairs>
  <TitlesOfParts>
    <vt:vector size="47" baseType="lpstr">
      <vt:lpstr>Arial</vt:lpstr>
      <vt:lpstr>宋体</vt:lpstr>
      <vt:lpstr>Wingdings</vt:lpstr>
      <vt:lpstr>思源黑体 CN Medium</vt:lpstr>
      <vt:lpstr>黑体</vt:lpstr>
      <vt:lpstr>Wingdings</vt:lpstr>
      <vt:lpstr>微软雅黑</vt:lpstr>
      <vt:lpstr>阿里巴巴普惠体 R</vt:lpstr>
      <vt:lpstr>Arial Unicode MS</vt:lpstr>
      <vt:lpstr>Calibri</vt:lpstr>
      <vt:lpstr>Calibri</vt:lpstr>
      <vt:lpstr>MiSans Heavy</vt:lpstr>
      <vt:lpstr>思源黑体 CN Light</vt:lpstr>
      <vt:lpstr>思源黑体 CN Bold</vt:lpstr>
      <vt:lpstr>OPPOSans B</vt:lpstr>
      <vt:lpstr>MiSans Light</vt:lpstr>
      <vt:lpstr>MiSans Heavy</vt:lpstr>
      <vt:lpstr>MiSans Light</vt:lpstr>
      <vt:lpstr>HarmonyOS Sans SC Light</vt:lpstr>
      <vt:lpstr>华文仿宋</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hds</cp:lastModifiedBy>
  <cp:revision>85</cp:revision>
  <dcterms:created xsi:type="dcterms:W3CDTF">2023-08-09T12:44:00Z</dcterms:created>
  <dcterms:modified xsi:type="dcterms:W3CDTF">2024-12-23T05:08:31Z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18DD27F606294E6EACE2194D5D48683A_13</vt:lpwstr>
  </property>
  <property fmtid="{D5CDD505-2E9C-101B-9397-08002B2CF9AE}" pid="3" name="KSOProductBuildVer">
    <vt:lpwstr>2052-12.1.0.19302</vt:lpwstr>
  </property>
</Properties>
</file>